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0"/>
  </p:notesMasterIdLst>
  <p:sldIdLst>
    <p:sldId id="277" r:id="rId2"/>
    <p:sldId id="370" r:id="rId3"/>
    <p:sldId id="371" r:id="rId4"/>
    <p:sldId id="275" r:id="rId5"/>
    <p:sldId id="313" r:id="rId6"/>
    <p:sldId id="314" r:id="rId7"/>
    <p:sldId id="340" r:id="rId8"/>
    <p:sldId id="377" r:id="rId9"/>
    <p:sldId id="342" r:id="rId10"/>
    <p:sldId id="331" r:id="rId11"/>
    <p:sldId id="305" r:id="rId12"/>
    <p:sldId id="297" r:id="rId13"/>
    <p:sldId id="315" r:id="rId14"/>
    <p:sldId id="334" r:id="rId15"/>
    <p:sldId id="300" r:id="rId16"/>
    <p:sldId id="301" r:id="rId17"/>
    <p:sldId id="306" r:id="rId18"/>
    <p:sldId id="316" r:id="rId19"/>
    <p:sldId id="356" r:id="rId20"/>
    <p:sldId id="308" r:id="rId21"/>
    <p:sldId id="318" r:id="rId22"/>
    <p:sldId id="319" r:id="rId23"/>
    <p:sldId id="320" r:id="rId24"/>
    <p:sldId id="343" r:id="rId25"/>
    <p:sldId id="337" r:id="rId26"/>
    <p:sldId id="338" r:id="rId27"/>
    <p:sldId id="366" r:id="rId28"/>
    <p:sldId id="344" r:id="rId29"/>
    <p:sldId id="355" r:id="rId30"/>
    <p:sldId id="368" r:id="rId31"/>
    <p:sldId id="341" r:id="rId32"/>
    <p:sldId id="382" r:id="rId33"/>
    <p:sldId id="383" r:id="rId34"/>
    <p:sldId id="384" r:id="rId35"/>
    <p:sldId id="267" r:id="rId36"/>
    <p:sldId id="372" r:id="rId37"/>
    <p:sldId id="385" r:id="rId38"/>
    <p:sldId id="374" r:id="rId39"/>
    <p:sldId id="387" r:id="rId40"/>
    <p:sldId id="386" r:id="rId41"/>
    <p:sldId id="380" r:id="rId42"/>
    <p:sldId id="381" r:id="rId43"/>
    <p:sldId id="389" r:id="rId44"/>
    <p:sldId id="346" r:id="rId45"/>
    <p:sldId id="388" r:id="rId46"/>
    <p:sldId id="347" r:id="rId47"/>
    <p:sldId id="348" r:id="rId48"/>
    <p:sldId id="349" r:id="rId49"/>
    <p:sldId id="353" r:id="rId50"/>
    <p:sldId id="350" r:id="rId51"/>
    <p:sldId id="352" r:id="rId52"/>
    <p:sldId id="354" r:id="rId53"/>
    <p:sldId id="390" r:id="rId54"/>
    <p:sldId id="391" r:id="rId55"/>
    <p:sldId id="364" r:id="rId56"/>
    <p:sldId id="256" r:id="rId57"/>
    <p:sldId id="394" r:id="rId58"/>
    <p:sldId id="395" r:id="rId59"/>
    <p:sldId id="358" r:id="rId60"/>
    <p:sldId id="360" r:id="rId61"/>
    <p:sldId id="378" r:id="rId62"/>
    <p:sldId id="361" r:id="rId63"/>
    <p:sldId id="362" r:id="rId64"/>
    <p:sldId id="379" r:id="rId65"/>
    <p:sldId id="392" r:id="rId66"/>
    <p:sldId id="363" r:id="rId67"/>
    <p:sldId id="367" r:id="rId68"/>
    <p:sldId id="393" r:id="rId6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CCFF"/>
    <a:srgbClr val="CCECFF"/>
    <a:srgbClr val="0066FF"/>
    <a:srgbClr val="336600"/>
    <a:srgbClr val="0000CC"/>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1644"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5321316-61AC-48A4-A4D8-9039707BC3BA}" type="datetimeFigureOut">
              <a:rPr lang="en-US" smtClean="0"/>
              <a:pPr/>
              <a:t>8/28/2025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FA10E00-0C93-428B-A5E0-44992A896173}" type="slidenum">
              <a:rPr lang="en-US" smtClean="0"/>
              <a:pPr/>
              <a:t>‹#›</a:t>
            </a:fld>
            <a:endParaRPr lang="en-US"/>
          </a:p>
        </p:txBody>
      </p:sp>
    </p:spTree>
    <p:extLst>
      <p:ext uri="{BB962C8B-B14F-4D97-AF65-F5344CB8AC3E}">
        <p14:creationId xmlns:p14="http://schemas.microsoft.com/office/powerpoint/2010/main" val="1814931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1658BA1B-5884-4469-868F-83A32512B562}" type="slidenum">
              <a:rPr lang="pl-PL" smtClean="0"/>
              <a:t>10</a:t>
            </a:fld>
            <a:endParaRPr lang="pl-PL" dirty="0"/>
          </a:p>
        </p:txBody>
      </p:sp>
    </p:spTree>
    <p:extLst>
      <p:ext uri="{BB962C8B-B14F-4D97-AF65-F5344CB8AC3E}">
        <p14:creationId xmlns:p14="http://schemas.microsoft.com/office/powerpoint/2010/main" val="6938653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0"/>
          <p:cNvSpPr txBox="1">
            <a:spLocks noGrp="1" noChangeArrowheads="1"/>
          </p:cNvSpPr>
          <p:nvPr/>
        </p:nvSpPr>
        <p:spPr bwMode="auto">
          <a:xfrm>
            <a:off x="0" y="0"/>
            <a:ext cx="2973975" cy="457513"/>
          </a:xfrm>
          <a:prstGeom prst="rect">
            <a:avLst/>
          </a:prstGeom>
          <a:noFill/>
          <a:ln w="9525">
            <a:noFill/>
            <a:miter lim="800000"/>
            <a:headEnd/>
            <a:tailEnd/>
          </a:ln>
        </p:spPr>
        <p:txBody>
          <a:bodyPr lIns="87604" tIns="43801" rIns="87604" bIns="43801"/>
          <a:lstStyle/>
          <a:p>
            <a:pPr defTabSz="873934" eaLnBrk="0" hangingPunct="0"/>
            <a:r>
              <a:rPr lang="en-US" sz="1100" dirty="0"/>
              <a:t>5G/METIS </a:t>
            </a:r>
          </a:p>
        </p:txBody>
      </p:sp>
      <p:sp>
        <p:nvSpPr>
          <p:cNvPr id="54275" name="Rectangle 21"/>
          <p:cNvSpPr txBox="1">
            <a:spLocks noGrp="1" noChangeArrowheads="1"/>
          </p:cNvSpPr>
          <p:nvPr/>
        </p:nvSpPr>
        <p:spPr bwMode="auto">
          <a:xfrm>
            <a:off x="3882473" y="0"/>
            <a:ext cx="2973975" cy="457513"/>
          </a:xfrm>
          <a:prstGeom prst="rect">
            <a:avLst/>
          </a:prstGeom>
          <a:noFill/>
          <a:ln w="9525">
            <a:noFill/>
            <a:miter lim="800000"/>
            <a:headEnd/>
            <a:tailEnd/>
          </a:ln>
        </p:spPr>
        <p:txBody>
          <a:bodyPr lIns="87604" tIns="43801" rIns="87604" bIns="43801"/>
          <a:lstStyle/>
          <a:p>
            <a:pPr algn="r" defTabSz="873934" eaLnBrk="0" hangingPunct="0"/>
            <a:r>
              <a:rPr lang="en-US" sz="1100" dirty="0"/>
              <a:t>2013-07-19 </a:t>
            </a:r>
          </a:p>
        </p:txBody>
      </p:sp>
      <p:sp>
        <p:nvSpPr>
          <p:cNvPr id="54276" name="Rectangle 22"/>
          <p:cNvSpPr txBox="1">
            <a:spLocks noGrp="1" noChangeArrowheads="1"/>
          </p:cNvSpPr>
          <p:nvPr/>
        </p:nvSpPr>
        <p:spPr bwMode="auto">
          <a:xfrm>
            <a:off x="0" y="8684926"/>
            <a:ext cx="2973975" cy="457513"/>
          </a:xfrm>
          <a:prstGeom prst="rect">
            <a:avLst/>
          </a:prstGeom>
          <a:noFill/>
          <a:ln w="9525">
            <a:noFill/>
            <a:miter lim="800000"/>
            <a:headEnd/>
            <a:tailEnd/>
          </a:ln>
        </p:spPr>
        <p:txBody>
          <a:bodyPr lIns="87604" tIns="43801" rIns="87604" bIns="43801" anchor="b"/>
          <a:lstStyle/>
          <a:p>
            <a:pPr defTabSz="873934" eaLnBrk="0" hangingPunct="0"/>
            <a:r>
              <a:rPr lang="en-US" sz="1100" dirty="0"/>
              <a:t>© Ericsson AB 2013 </a:t>
            </a:r>
          </a:p>
        </p:txBody>
      </p:sp>
      <p:sp>
        <p:nvSpPr>
          <p:cNvPr id="54277" name="Rectangle 23"/>
          <p:cNvSpPr txBox="1">
            <a:spLocks noGrp="1" noChangeArrowheads="1"/>
          </p:cNvSpPr>
          <p:nvPr/>
        </p:nvSpPr>
        <p:spPr bwMode="auto">
          <a:xfrm>
            <a:off x="3882473" y="8684926"/>
            <a:ext cx="2973975" cy="457513"/>
          </a:xfrm>
          <a:prstGeom prst="rect">
            <a:avLst/>
          </a:prstGeom>
          <a:noFill/>
          <a:ln w="9525">
            <a:noFill/>
            <a:miter lim="800000"/>
            <a:headEnd/>
            <a:tailEnd/>
          </a:ln>
        </p:spPr>
        <p:txBody>
          <a:bodyPr lIns="87604" tIns="43801" rIns="87604" bIns="43801" anchor="b"/>
          <a:lstStyle/>
          <a:p>
            <a:pPr algn="r" defTabSz="873934" eaLnBrk="0" hangingPunct="0"/>
            <a:fld id="{00A2CCD6-C3E9-4235-A9DC-2BD41209283E}" type="slidenum">
              <a:rPr lang="en-US" sz="1100"/>
              <a:pPr algn="r" defTabSz="873934" eaLnBrk="0" hangingPunct="0"/>
              <a:t>15</a:t>
            </a:fld>
            <a:endParaRPr lang="en-US" sz="1100" dirty="0"/>
          </a:p>
        </p:txBody>
      </p:sp>
    </p:spTree>
    <p:extLst>
      <p:ext uri="{BB962C8B-B14F-4D97-AF65-F5344CB8AC3E}">
        <p14:creationId xmlns:p14="http://schemas.microsoft.com/office/powerpoint/2010/main" val="40012902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TextEdit="1"/>
          </p:cNvSpPr>
          <p:nvPr>
            <p:ph type="sldImg"/>
          </p:nvPr>
        </p:nvSpPr>
        <p:spPr bwMode="auto">
          <a:noFill/>
          <a:ln>
            <a:solidFill>
              <a:srgbClr val="000000"/>
            </a:solidFill>
            <a:miter lim="800000"/>
            <a:headEnd/>
            <a:tailEnd/>
          </a:ln>
        </p:spPr>
      </p:sp>
      <p:sp>
        <p:nvSpPr>
          <p:cNvPr id="55299" name="Rectangle 3"/>
          <p:cNvSpPr>
            <a:spLocks noGrp="1"/>
          </p:cNvSpPr>
          <p:nvPr>
            <p:ph type="body" idx="1"/>
          </p:nvPr>
        </p:nvSpPr>
        <p:spPr>
          <a:xfrm>
            <a:off x="683315" y="4342464"/>
            <a:ext cx="5491370" cy="4116049"/>
          </a:xfrm>
          <a:noFill/>
          <a:ln>
            <a:solidFill>
              <a:srgbClr val="000000"/>
            </a:solidFill>
          </a:ln>
        </p:spPr>
        <p:txBody>
          <a:bodyPr lIns="86542" tIns="43270" rIns="86542" bIns="43270"/>
          <a:lstStyle/>
          <a:p>
            <a:r>
              <a:rPr lang="en-US">
                <a:latin typeface="Arial" pitchFamily="34" charset="0"/>
                <a:cs typeface="Arial" pitchFamily="34" charset="0"/>
              </a:rPr>
              <a:t>Increase the fonts</a:t>
            </a:r>
          </a:p>
        </p:txBody>
      </p:sp>
    </p:spTree>
    <p:extLst>
      <p:ext uri="{BB962C8B-B14F-4D97-AF65-F5344CB8AC3E}">
        <p14:creationId xmlns:p14="http://schemas.microsoft.com/office/powerpoint/2010/main" val="42494606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F6FBC61-49CD-478D-AD13-A77D342064DD}" type="datetime1">
              <a:rPr lang="en-US" smtClean="0"/>
              <a:pPr/>
              <a:t>8/28/2025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F802076-25BF-4B09-9384-EEA83D218B52}" type="datetime1">
              <a:rPr lang="en-US" smtClean="0"/>
              <a:pPr/>
              <a:t>8/28/2025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D8F4E9-B670-4E9E-8852-C548D7F897F5}" type="datetime1">
              <a:rPr lang="en-US" smtClean="0"/>
              <a:pPr/>
              <a:t>8/28/2025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55B03E9-1892-4675-AC53-EF46AE4ABEBE}" type="datetime1">
              <a:rPr lang="en-US" smtClean="0"/>
              <a:pPr/>
              <a:t>8/28/2025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F95F4B8-ACCF-450E-B913-2A7281F7A000}" type="datetime1">
              <a:rPr lang="en-US" smtClean="0"/>
              <a:pPr/>
              <a:t>8/28/2025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48F5B6A-AFE2-441F-8B88-5E7FE9A0E2B2}" type="datetime1">
              <a:rPr lang="en-US" smtClean="0"/>
              <a:pPr/>
              <a:t>8/28/2025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EDA846-42F0-4276-AA80-A07429717DFB}" type="datetime1">
              <a:rPr lang="en-US" smtClean="0"/>
              <a:pPr/>
              <a:t>8/28/2025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EF5F448-8BAC-489D-BECA-0E8BA98F6175}" type="datetime1">
              <a:rPr lang="en-US" smtClean="0"/>
              <a:pPr/>
              <a:t>8/28/2025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3FCAA32-27AF-4EFA-88AC-C1EC0C4D32EC}" type="datetime1">
              <a:rPr lang="en-US" smtClean="0"/>
              <a:pPr/>
              <a:t>8/28/2025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ED547A2-931D-42DF-B793-4607D33514F6}" type="datetime1">
              <a:rPr lang="en-US" smtClean="0"/>
              <a:pPr/>
              <a:t>8/28/2025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70CEF3-AEB0-4C48-8D23-5FC3724A3B57}" type="datetime1">
              <a:rPr lang="en-US" smtClean="0"/>
              <a:pPr/>
              <a:t>8/28/2025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ETSI Content slide">
    <p:spTree>
      <p:nvGrpSpPr>
        <p:cNvPr id="1" name=""/>
        <p:cNvGrpSpPr/>
        <p:nvPr/>
      </p:nvGrpSpPr>
      <p:grpSpPr>
        <a:xfrm>
          <a:off x="0" y="0"/>
          <a:ext cx="0" cy="0"/>
          <a:chOff x="0" y="0"/>
          <a:chExt cx="0" cy="0"/>
        </a:xfrm>
      </p:grpSpPr>
      <p:pic>
        <p:nvPicPr>
          <p:cNvPr id="4" name="Picture 7" descr="METIS_logo_300dpi"/>
          <p:cNvPicPr>
            <a:picLocks noChangeAspect="1" noChangeArrowheads="1"/>
          </p:cNvPicPr>
          <p:nvPr userDrawn="1"/>
        </p:nvPicPr>
        <p:blipFill>
          <a:blip r:embed="rId2" cstate="print"/>
          <a:srcRect/>
          <a:stretch>
            <a:fillRect/>
          </a:stretch>
        </p:blipFill>
        <p:spPr bwMode="auto">
          <a:xfrm>
            <a:off x="8562975" y="53975"/>
            <a:ext cx="542925" cy="555625"/>
          </a:xfrm>
          <a:prstGeom prst="rect">
            <a:avLst/>
          </a:prstGeom>
          <a:noFill/>
          <a:ln w="9525">
            <a:noFill/>
            <a:miter lim="800000"/>
            <a:headEnd/>
            <a:tailEnd/>
          </a:ln>
        </p:spPr>
      </p:pic>
      <p:sp>
        <p:nvSpPr>
          <p:cNvPr id="2" name="Title 1"/>
          <p:cNvSpPr>
            <a:spLocks noGrp="1"/>
          </p:cNvSpPr>
          <p:nvPr>
            <p:ph type="title"/>
          </p:nvPr>
        </p:nvSpPr>
        <p:spPr>
          <a:xfrm>
            <a:off x="457200" y="145656"/>
            <a:ext cx="8241738" cy="1143000"/>
          </a:xfrm>
        </p:spPr>
        <p:txBody>
          <a:bodyPr/>
          <a:lstStyle>
            <a:lvl1pPr>
              <a:defRPr sz="3200"/>
            </a:lvl1pPr>
          </a:lstStyle>
          <a:p>
            <a:r>
              <a:rPr lang="en-US" dirty="0"/>
              <a:t>Click to edit Master title style</a:t>
            </a:r>
            <a:endParaRPr lang="en-GB" dirty="0"/>
          </a:p>
        </p:txBody>
      </p:sp>
      <p:sp>
        <p:nvSpPr>
          <p:cNvPr id="8" name="Text Placeholder 2"/>
          <p:cNvSpPr>
            <a:spLocks noGrp="1"/>
          </p:cNvSpPr>
          <p:nvPr>
            <p:ph idx="1"/>
          </p:nvPr>
        </p:nvSpPr>
        <p:spPr bwMode="auto">
          <a:xfrm>
            <a:off x="457200" y="1600201"/>
            <a:ext cx="8229600" cy="3999488"/>
          </a:xfrm>
          <a:prstGeom prst="rect">
            <a:avLst/>
          </a:prstGeom>
          <a:noFill/>
          <a:ln>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cSld>
  <p:clrMapOvr>
    <a:masterClrMapping/>
  </p:clrMapOvr>
  <p:transition advClick="0" advTm="10000">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A3D7A9-A22D-4334-974A-E67C14A9312D}" type="datetime1">
              <a:rPr lang="en-US" smtClean="0"/>
              <a:pPr/>
              <a:t>8/28/2025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http://upload.wikimedia.org/wikipedia/en/0/0a/JU-logo.png" TargetMode="External"/><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hyperlink" Target="https://metis2020.com/about-metis/partners/index.html"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18" Type="http://schemas.openxmlformats.org/officeDocument/2006/relationships/image" Target="../media/image30.jpeg"/><Relationship Id="rId26" Type="http://schemas.openxmlformats.org/officeDocument/2006/relationships/image" Target="../media/image38.png"/><Relationship Id="rId39" Type="http://schemas.openxmlformats.org/officeDocument/2006/relationships/image" Target="../media/image51.png"/><Relationship Id="rId3" Type="http://schemas.openxmlformats.org/officeDocument/2006/relationships/image" Target="../media/image15.png"/><Relationship Id="rId21" Type="http://schemas.openxmlformats.org/officeDocument/2006/relationships/image" Target="../media/image33.jpeg"/><Relationship Id="rId34" Type="http://schemas.openxmlformats.org/officeDocument/2006/relationships/image" Target="../media/image46.png"/><Relationship Id="rId42" Type="http://schemas.openxmlformats.org/officeDocument/2006/relationships/image" Target="../media/image54.jpeg"/><Relationship Id="rId7" Type="http://schemas.openxmlformats.org/officeDocument/2006/relationships/image" Target="../media/image19.png"/><Relationship Id="rId12" Type="http://schemas.openxmlformats.org/officeDocument/2006/relationships/image" Target="../media/image24.png"/><Relationship Id="rId17" Type="http://schemas.openxmlformats.org/officeDocument/2006/relationships/image" Target="../media/image29.png"/><Relationship Id="rId25" Type="http://schemas.openxmlformats.org/officeDocument/2006/relationships/image" Target="../media/image37.png"/><Relationship Id="rId33" Type="http://schemas.openxmlformats.org/officeDocument/2006/relationships/image" Target="../media/image45.png"/><Relationship Id="rId38" Type="http://schemas.openxmlformats.org/officeDocument/2006/relationships/image" Target="../media/image50.png"/><Relationship Id="rId2" Type="http://schemas.openxmlformats.org/officeDocument/2006/relationships/notesSlide" Target="../notesSlides/notesSlide2.xml"/><Relationship Id="rId16" Type="http://schemas.openxmlformats.org/officeDocument/2006/relationships/image" Target="../media/image28.png"/><Relationship Id="rId20" Type="http://schemas.openxmlformats.org/officeDocument/2006/relationships/image" Target="../media/image32.png"/><Relationship Id="rId29" Type="http://schemas.openxmlformats.org/officeDocument/2006/relationships/image" Target="../media/image41.png"/><Relationship Id="rId41" Type="http://schemas.openxmlformats.org/officeDocument/2006/relationships/image" Target="../media/image53.jpeg"/><Relationship Id="rId1" Type="http://schemas.openxmlformats.org/officeDocument/2006/relationships/slideLayout" Target="../slideLayouts/slideLayout12.xml"/><Relationship Id="rId6" Type="http://schemas.openxmlformats.org/officeDocument/2006/relationships/image" Target="../media/image18.png"/><Relationship Id="rId11" Type="http://schemas.openxmlformats.org/officeDocument/2006/relationships/image" Target="../media/image23.png"/><Relationship Id="rId24" Type="http://schemas.openxmlformats.org/officeDocument/2006/relationships/image" Target="../media/image36.png"/><Relationship Id="rId32" Type="http://schemas.openxmlformats.org/officeDocument/2006/relationships/image" Target="../media/image44.png"/><Relationship Id="rId37" Type="http://schemas.openxmlformats.org/officeDocument/2006/relationships/image" Target="../media/image49.png"/><Relationship Id="rId40" Type="http://schemas.openxmlformats.org/officeDocument/2006/relationships/image" Target="../media/image52.png"/><Relationship Id="rId45" Type="http://schemas.openxmlformats.org/officeDocument/2006/relationships/image" Target="../media/image57.png"/><Relationship Id="rId5" Type="http://schemas.openxmlformats.org/officeDocument/2006/relationships/image" Target="../media/image17.png"/><Relationship Id="rId15" Type="http://schemas.openxmlformats.org/officeDocument/2006/relationships/image" Target="../media/image27.png"/><Relationship Id="rId23" Type="http://schemas.openxmlformats.org/officeDocument/2006/relationships/image" Target="../media/image35.png"/><Relationship Id="rId28" Type="http://schemas.openxmlformats.org/officeDocument/2006/relationships/image" Target="../media/image40.png"/><Relationship Id="rId36" Type="http://schemas.openxmlformats.org/officeDocument/2006/relationships/image" Target="../media/image48.png"/><Relationship Id="rId10" Type="http://schemas.openxmlformats.org/officeDocument/2006/relationships/image" Target="../media/image22.png"/><Relationship Id="rId19" Type="http://schemas.openxmlformats.org/officeDocument/2006/relationships/image" Target="../media/image31.png"/><Relationship Id="rId31" Type="http://schemas.openxmlformats.org/officeDocument/2006/relationships/image" Target="../media/image43.png"/><Relationship Id="rId44" Type="http://schemas.openxmlformats.org/officeDocument/2006/relationships/image" Target="../media/image56.jpe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png"/><Relationship Id="rId22" Type="http://schemas.openxmlformats.org/officeDocument/2006/relationships/image" Target="../media/image34.png"/><Relationship Id="rId27" Type="http://schemas.openxmlformats.org/officeDocument/2006/relationships/image" Target="../media/image39.png"/><Relationship Id="rId30" Type="http://schemas.openxmlformats.org/officeDocument/2006/relationships/image" Target="../media/image42.png"/><Relationship Id="rId35" Type="http://schemas.openxmlformats.org/officeDocument/2006/relationships/image" Target="../media/image47.png"/><Relationship Id="rId43" Type="http://schemas.openxmlformats.org/officeDocument/2006/relationships/image" Target="../media/image55.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76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700.png"/><Relationship Id="rId2" Type="http://schemas.openxmlformats.org/officeDocument/2006/relationships/image" Target="../media/image69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720.png"/><Relationship Id="rId2" Type="http://schemas.openxmlformats.org/officeDocument/2006/relationships/image" Target="../media/image710.png"/><Relationship Id="rId1" Type="http://schemas.openxmlformats.org/officeDocument/2006/relationships/slideLayout" Target="../slideLayouts/slideLayout2.xml"/><Relationship Id="rId5" Type="http://schemas.openxmlformats.org/officeDocument/2006/relationships/image" Target="../media/image740.png"/><Relationship Id="rId4" Type="http://schemas.openxmlformats.org/officeDocument/2006/relationships/image" Target="../media/image730.png"/></Relationships>
</file>

<file path=ppt/slides/_rels/slide52.xml.rels><?xml version="1.0" encoding="UTF-8" standalone="yes"?>
<Relationships xmlns="http://schemas.openxmlformats.org/package/2006/relationships"><Relationship Id="rId3" Type="http://schemas.openxmlformats.org/officeDocument/2006/relationships/image" Target="../media/image760.png"/><Relationship Id="rId2" Type="http://schemas.openxmlformats.org/officeDocument/2006/relationships/image" Target="../media/image750.png"/><Relationship Id="rId1" Type="http://schemas.openxmlformats.org/officeDocument/2006/relationships/slideLayout" Target="../slideLayouts/slideLayout2.xml"/><Relationship Id="rId5" Type="http://schemas.openxmlformats.org/officeDocument/2006/relationships/image" Target="../media/image78.png"/><Relationship Id="rId4" Type="http://schemas.openxmlformats.org/officeDocument/2006/relationships/image" Target="../media/image770.png"/></Relationships>
</file>

<file path=ppt/slides/_rels/slide5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81201"/>
            <a:ext cx="7772400" cy="1200330"/>
          </a:xfrm>
          <a:solidFill>
            <a:srgbClr val="CCFFFF"/>
          </a:solidFill>
        </p:spPr>
        <p:txBody>
          <a:bodyPr>
            <a:normAutofit/>
          </a:bodyPr>
          <a:lstStyle/>
          <a:p>
            <a:r>
              <a:rPr lang="en-US" sz="6600" b="1" dirty="0">
                <a:solidFill>
                  <a:srgbClr val="FF0000"/>
                </a:solidFill>
                <a:latin typeface="Times New Roman" pitchFamily="18" charset="0"/>
                <a:cs typeface="Times New Roman" pitchFamily="18" charset="0"/>
              </a:rPr>
              <a:t>5G Mobile Network</a:t>
            </a:r>
            <a:endParaRPr lang="en-US" sz="6600" dirty="0">
              <a:solidFill>
                <a:srgbClr val="FF0000"/>
              </a:solidFill>
              <a:latin typeface="Times New Roman" pitchFamily="18" charset="0"/>
              <a:cs typeface="Times New Roman" pitchFamily="18" charset="0"/>
            </a:endParaRPr>
          </a:p>
        </p:txBody>
      </p:sp>
      <p:sp>
        <p:nvSpPr>
          <p:cNvPr id="3" name="Slide Number Placeholder 2"/>
          <p:cNvSpPr>
            <a:spLocks noGrp="1"/>
          </p:cNvSpPr>
          <p:nvPr>
            <p:ph type="sldNum" sz="quarter" idx="12"/>
          </p:nvPr>
        </p:nvSpPr>
        <p:spPr/>
        <p:txBody>
          <a:bodyPr/>
          <a:lstStyle/>
          <a:p>
            <a:fld id="{B6F15528-21DE-4FAA-801E-634DDDAF4B2B}" type="slidenum">
              <a:rPr lang="en-US" smtClean="0">
                <a:latin typeface="Times New Roman" pitchFamily="18" charset="0"/>
                <a:cs typeface="Times New Roman" pitchFamily="18" charset="0"/>
              </a:rPr>
              <a:pPr/>
              <a:t>1</a:t>
            </a:fld>
            <a:endParaRPr lang="en-US">
              <a:latin typeface="Times New Roman" pitchFamily="18" charset="0"/>
              <a:cs typeface="Times New Roman" pitchFamily="18" charset="0"/>
            </a:endParaRPr>
          </a:p>
        </p:txBody>
      </p:sp>
      <p:pic>
        <p:nvPicPr>
          <p:cNvPr id="20481" name="il_fi" descr="http://upload.wikimedia.org/wikipedia/en/0/0a/JU-logo.png"/>
          <p:cNvPicPr>
            <a:picLocks noChangeAspect="1" noChangeArrowheads="1"/>
          </p:cNvPicPr>
          <p:nvPr/>
        </p:nvPicPr>
        <p:blipFill>
          <a:blip r:embed="rId2" r:link="rId3"/>
          <a:srcRect/>
          <a:stretch>
            <a:fillRect/>
          </a:stretch>
        </p:blipFill>
        <p:spPr bwMode="auto">
          <a:xfrm>
            <a:off x="228600" y="76200"/>
            <a:ext cx="1295400" cy="1524852"/>
          </a:xfrm>
          <a:prstGeom prst="rect">
            <a:avLst/>
          </a:prstGeom>
          <a:noFill/>
          <a:ln w="9525">
            <a:noFill/>
            <a:miter lim="800000"/>
            <a:headEnd/>
            <a:tailE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58FC0048-FDE1-4D3D-A1F1-31F6858670BD}"/>
              </a:ext>
            </a:extLst>
          </p:cNvPr>
          <p:cNvSpPr>
            <a:spLocks noGrp="1"/>
          </p:cNvSpPr>
          <p:nvPr>
            <p:ph type="sldNum" sz="quarter" idx="12"/>
          </p:nvPr>
        </p:nvSpPr>
        <p:spPr/>
        <p:txBody>
          <a:bodyPr/>
          <a:lstStyle/>
          <a:p>
            <a:fld id="{B6F15528-21DE-4FAA-801E-634DDDAF4B2B}" type="slidenum">
              <a:rPr lang="en-US" smtClean="0"/>
              <a:pPr/>
              <a:t>2</a:t>
            </a:fld>
            <a:endParaRPr lang="en-US"/>
          </a:p>
        </p:txBody>
      </p:sp>
      <p:sp>
        <p:nvSpPr>
          <p:cNvPr id="5" name="Rectangle 4">
            <a:extLst>
              <a:ext uri="{FF2B5EF4-FFF2-40B4-BE49-F238E27FC236}">
                <a16:creationId xmlns:a16="http://schemas.microsoft.com/office/drawing/2014/main" xmlns="" id="{F57EF76C-4594-4E69-A710-8D84205D22AB}"/>
              </a:ext>
            </a:extLst>
          </p:cNvPr>
          <p:cNvSpPr/>
          <p:nvPr/>
        </p:nvSpPr>
        <p:spPr>
          <a:xfrm>
            <a:off x="303274" y="1436145"/>
            <a:ext cx="8535926" cy="1569660"/>
          </a:xfrm>
          <a:prstGeom prst="rect">
            <a:avLst/>
          </a:prstGeom>
          <a:solidFill>
            <a:srgbClr val="CCECFF"/>
          </a:solid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As an improvement and upgrade of 4G technology, it provides more convenient and fast mobile communication services for human society. The basic three components: UE, BS and Core Network (CN) are same like previous generations. </a:t>
            </a:r>
          </a:p>
        </p:txBody>
      </p:sp>
      <p:pic>
        <p:nvPicPr>
          <p:cNvPr id="6" name="Picture 5">
            <a:extLst>
              <a:ext uri="{FF2B5EF4-FFF2-40B4-BE49-F238E27FC236}">
                <a16:creationId xmlns:a16="http://schemas.microsoft.com/office/drawing/2014/main" xmlns="" id="{69CF8C7C-1B60-4C7D-A10F-EB48BFD5A32F}"/>
              </a:ext>
            </a:extLst>
          </p:cNvPr>
          <p:cNvPicPr>
            <a:picLocks noChangeAspect="1"/>
          </p:cNvPicPr>
          <p:nvPr/>
        </p:nvPicPr>
        <p:blipFill>
          <a:blip r:embed="rId2"/>
          <a:stretch>
            <a:fillRect/>
          </a:stretch>
        </p:blipFill>
        <p:spPr>
          <a:xfrm>
            <a:off x="381856" y="3272419"/>
            <a:ext cx="8220075" cy="2162175"/>
          </a:xfrm>
          <a:prstGeom prst="rect">
            <a:avLst/>
          </a:prstGeom>
        </p:spPr>
      </p:pic>
      <p:sp>
        <p:nvSpPr>
          <p:cNvPr id="7" name="Rectangle 6">
            <a:extLst>
              <a:ext uri="{FF2B5EF4-FFF2-40B4-BE49-F238E27FC236}">
                <a16:creationId xmlns:a16="http://schemas.microsoft.com/office/drawing/2014/main" xmlns="" id="{1185E6E6-5399-48D6-9BD2-7D793A1BD8F7}"/>
              </a:ext>
            </a:extLst>
          </p:cNvPr>
          <p:cNvSpPr/>
          <p:nvPr/>
        </p:nvSpPr>
        <p:spPr>
          <a:xfrm>
            <a:off x="647697" y="5968649"/>
            <a:ext cx="7543800" cy="461665"/>
          </a:xfrm>
          <a:prstGeom prst="rect">
            <a:avLst/>
          </a:prstGeom>
        </p:spPr>
        <p:txBody>
          <a:bodyPr wrap="square">
            <a:spAutoFit/>
          </a:bodyPr>
          <a:lstStyle/>
          <a:p>
            <a:r>
              <a:rPr lang="en-US" sz="2400" dirty="0">
                <a:latin typeface="Times New Roman" panose="02020603050405020304" pitchFamily="18" charset="0"/>
                <a:cs typeface="Times New Roman" panose="02020603050405020304" pitchFamily="18" charset="0"/>
              </a:rPr>
              <a:t>Fig.1 5G mobile communication technology basic structure</a:t>
            </a:r>
          </a:p>
        </p:txBody>
      </p:sp>
      <p:sp>
        <p:nvSpPr>
          <p:cNvPr id="8" name="Rectangle 7">
            <a:extLst>
              <a:ext uri="{FF2B5EF4-FFF2-40B4-BE49-F238E27FC236}">
                <a16:creationId xmlns:a16="http://schemas.microsoft.com/office/drawing/2014/main" xmlns="" id="{575D53A8-8356-49D6-86CA-9FEA2FE18B60}"/>
              </a:ext>
            </a:extLst>
          </p:cNvPr>
          <p:cNvSpPr/>
          <p:nvPr/>
        </p:nvSpPr>
        <p:spPr>
          <a:xfrm>
            <a:off x="435225" y="69350"/>
            <a:ext cx="7767638" cy="1200329"/>
          </a:xfrm>
          <a:prstGeom prst="rect">
            <a:avLst/>
          </a:prstGeom>
          <a:solidFill>
            <a:srgbClr val="FFCCFF"/>
          </a:solidFill>
        </p:spPr>
        <p:txBody>
          <a:bodyPr wrap="square">
            <a:spAutoFit/>
          </a:bodyPr>
          <a:lstStyle/>
          <a:p>
            <a:pPr algn="ctr"/>
            <a:r>
              <a:rPr lang="en-US" sz="3600" dirty="0">
                <a:latin typeface="Times New Roman" panose="02020603050405020304" pitchFamily="18" charset="0"/>
                <a:cs typeface="Times New Roman" panose="02020603050405020304" pitchFamily="18" charset="0"/>
              </a:rPr>
              <a:t>Overview of 5G Mobile Communication Technology</a:t>
            </a:r>
          </a:p>
        </p:txBody>
      </p:sp>
    </p:spTree>
    <p:extLst>
      <p:ext uri="{BB962C8B-B14F-4D97-AF65-F5344CB8AC3E}">
        <p14:creationId xmlns:p14="http://schemas.microsoft.com/office/powerpoint/2010/main" val="42139038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6577D595-FFF6-47E5-B5F5-8E97F95B5D7B}"/>
              </a:ext>
            </a:extLst>
          </p:cNvPr>
          <p:cNvSpPr>
            <a:spLocks noGrp="1"/>
          </p:cNvSpPr>
          <p:nvPr>
            <p:ph type="sldNum" sz="quarter" idx="12"/>
          </p:nvPr>
        </p:nvSpPr>
        <p:spPr/>
        <p:txBody>
          <a:bodyPr/>
          <a:lstStyle/>
          <a:p>
            <a:fld id="{B6F15528-21DE-4FAA-801E-634DDDAF4B2B}" type="slidenum">
              <a:rPr lang="en-US" smtClean="0"/>
              <a:pPr/>
              <a:t>3</a:t>
            </a:fld>
            <a:endParaRPr lang="en-US"/>
          </a:p>
        </p:txBody>
      </p:sp>
      <p:pic>
        <p:nvPicPr>
          <p:cNvPr id="5" name="Picture 4">
            <a:extLst>
              <a:ext uri="{FF2B5EF4-FFF2-40B4-BE49-F238E27FC236}">
                <a16:creationId xmlns:a16="http://schemas.microsoft.com/office/drawing/2014/main" xmlns="" id="{E7AB3298-DB32-40E3-8DF5-82A512E5A292}"/>
              </a:ext>
            </a:extLst>
          </p:cNvPr>
          <p:cNvPicPr>
            <a:picLocks noChangeAspect="1"/>
          </p:cNvPicPr>
          <p:nvPr/>
        </p:nvPicPr>
        <p:blipFill>
          <a:blip r:embed="rId2"/>
          <a:stretch>
            <a:fillRect/>
          </a:stretch>
        </p:blipFill>
        <p:spPr>
          <a:xfrm>
            <a:off x="2209800" y="199931"/>
            <a:ext cx="6829425" cy="5092045"/>
          </a:xfrm>
          <a:prstGeom prst="rect">
            <a:avLst/>
          </a:prstGeom>
        </p:spPr>
      </p:pic>
      <p:sp>
        <p:nvSpPr>
          <p:cNvPr id="2" name="Rectangle 1">
            <a:extLst>
              <a:ext uri="{FF2B5EF4-FFF2-40B4-BE49-F238E27FC236}">
                <a16:creationId xmlns:a16="http://schemas.microsoft.com/office/drawing/2014/main" xmlns="" id="{CF0ACE30-8151-4285-A88A-47791CB3D7E2}"/>
              </a:ext>
            </a:extLst>
          </p:cNvPr>
          <p:cNvSpPr/>
          <p:nvPr/>
        </p:nvSpPr>
        <p:spPr>
          <a:xfrm>
            <a:off x="638175" y="5648464"/>
            <a:ext cx="8048625" cy="707886"/>
          </a:xfrm>
          <a:prstGeom prst="rect">
            <a:avLst/>
          </a:prstGeom>
          <a:solidFill>
            <a:srgbClr val="FFCCFF"/>
          </a:solidFill>
        </p:spPr>
        <p:txBody>
          <a:bodyPr wrap="square">
            <a:spAutoFit/>
          </a:bodyPr>
          <a:lstStyle/>
          <a:p>
            <a:pPr algn="just"/>
            <a:r>
              <a:rPr lang="en-US" sz="2000" dirty="0">
                <a:solidFill>
                  <a:srgbClr val="4D5156"/>
                </a:solidFill>
                <a:latin typeface="Times New Roman" panose="02020603050405020304" pitchFamily="18" charset="0"/>
                <a:cs typeface="Times New Roman" panose="02020603050405020304" pitchFamily="18" charset="0"/>
              </a:rPr>
              <a:t>Ultra-High Definition (UHD) refers to displays capable of displaying images </a:t>
            </a:r>
            <a:r>
              <a:rPr lang="en-US" sz="2000" dirty="0">
                <a:solidFill>
                  <a:srgbClr val="040C28"/>
                </a:solidFill>
                <a:latin typeface="Times New Roman" panose="02020603050405020304" pitchFamily="18" charset="0"/>
                <a:cs typeface="Times New Roman" panose="02020603050405020304" pitchFamily="18" charset="0"/>
              </a:rPr>
              <a:t>with a resolution between 3840 by 2160 pixels up to 4096 by 3112 pixels</a:t>
            </a:r>
            <a:r>
              <a:rPr lang="en-US" sz="2000" dirty="0">
                <a:solidFill>
                  <a:srgbClr val="4D5156"/>
                </a:solidFill>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3" name="Rectangle 2"/>
          <p:cNvSpPr/>
          <p:nvPr/>
        </p:nvSpPr>
        <p:spPr>
          <a:xfrm>
            <a:off x="152400" y="838200"/>
            <a:ext cx="3429000" cy="1200329"/>
          </a:xfrm>
          <a:prstGeom prst="rect">
            <a:avLst/>
          </a:prstGeom>
          <a:solidFill>
            <a:srgbClr val="FFC000"/>
          </a:solidFill>
        </p:spPr>
        <p:txBody>
          <a:bodyPr wrap="square">
            <a:spAutoFit/>
          </a:bodyPr>
          <a:lstStyle/>
          <a:p>
            <a:pPr algn="just"/>
            <a:r>
              <a:rPr lang="en-US" dirty="0">
                <a:latin typeface="Times New Roman" panose="02020603050405020304" pitchFamily="18" charset="0"/>
                <a:cs typeface="Times New Roman" panose="02020603050405020304" pitchFamily="18" charset="0"/>
              </a:rPr>
              <a:t>The network offers faster data transmission, lower latency, and greater reliability compared to previous generations.</a:t>
            </a:r>
            <a:endParaRPr lang="en-US" dirty="0"/>
          </a:p>
        </p:txBody>
      </p:sp>
    </p:spTree>
    <p:extLst>
      <p:ext uri="{BB962C8B-B14F-4D97-AF65-F5344CB8AC3E}">
        <p14:creationId xmlns:p14="http://schemas.microsoft.com/office/powerpoint/2010/main" val="3439975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65980" y="1447800"/>
            <a:ext cx="8534400" cy="4524315"/>
          </a:xfrm>
          <a:prstGeom prst="rect">
            <a:avLst/>
          </a:prstGeom>
          <a:solidFill>
            <a:srgbClr val="CCECFF"/>
          </a:solidFill>
        </p:spPr>
        <p:txBody>
          <a:bodyPr wrap="square" rtlCol="0">
            <a:spAutoFit/>
          </a:bodyPr>
          <a:lstStyle/>
          <a:p>
            <a:pPr algn="just"/>
            <a:r>
              <a:rPr lang="en-US" sz="2400" dirty="0">
                <a:latin typeface="Times New Roman" pitchFamily="18" charset="0"/>
                <a:cs typeface="Times New Roman" pitchFamily="18" charset="0"/>
              </a:rPr>
              <a:t>Wireless system designers have been facing the difficulties as: </a:t>
            </a:r>
          </a:p>
          <a:p>
            <a:pPr algn="just">
              <a:buFont typeface="Wingdings" pitchFamily="2" charset="2"/>
              <a:buChar char="v"/>
            </a:pPr>
            <a:r>
              <a:rPr lang="en-US" sz="2400" dirty="0">
                <a:solidFill>
                  <a:srgbClr val="0000FF"/>
                </a:solidFill>
                <a:latin typeface="Times New Roman" pitchFamily="18" charset="0"/>
                <a:cs typeface="Times New Roman" pitchFamily="18" charset="0"/>
              </a:rPr>
              <a:t>Increasing demand for high data rates </a:t>
            </a:r>
          </a:p>
          <a:p>
            <a:pPr algn="just">
              <a:buFont typeface="Wingdings" pitchFamily="2" charset="2"/>
              <a:buChar char="v"/>
            </a:pPr>
            <a:r>
              <a:rPr lang="en-US" sz="2400" dirty="0">
                <a:solidFill>
                  <a:srgbClr val="0000FF"/>
                </a:solidFill>
                <a:latin typeface="Times New Roman" pitchFamily="18" charset="0"/>
                <a:cs typeface="Times New Roman" pitchFamily="18" charset="0"/>
              </a:rPr>
              <a:t>Mobility required by new wireless applications </a:t>
            </a:r>
            <a:r>
              <a:rPr lang="en-US" sz="2400" dirty="0">
                <a:latin typeface="Times New Roman" pitchFamily="18" charset="0"/>
                <a:cs typeface="Times New Roman" pitchFamily="18" charset="0"/>
              </a:rPr>
              <a:t>(for example     </a:t>
            </a:r>
          </a:p>
          <a:p>
            <a:pPr algn="just"/>
            <a:r>
              <a:rPr lang="en-US" sz="2400" dirty="0">
                <a:latin typeface="Times New Roman" pitchFamily="18" charset="0"/>
                <a:cs typeface="Times New Roman" pitchFamily="18" charset="0"/>
              </a:rPr>
              <a:t>    femtocell mobility)</a:t>
            </a:r>
          </a:p>
          <a:p>
            <a:pPr algn="just">
              <a:buFont typeface="Wingdings" pitchFamily="2" charset="2"/>
              <a:buChar char="v"/>
            </a:pPr>
            <a:r>
              <a:rPr lang="en-US" sz="2400" dirty="0">
                <a:solidFill>
                  <a:srgbClr val="0000FF"/>
                </a:solidFill>
                <a:latin typeface="Times New Roman" pitchFamily="18" charset="0"/>
                <a:cs typeface="Times New Roman" pitchFamily="18" charset="0"/>
              </a:rPr>
              <a:t>The requirement of heterogeneous wireless devices </a:t>
            </a:r>
          </a:p>
          <a:p>
            <a:pPr algn="just">
              <a:buFont typeface="Wingdings" pitchFamily="2" charset="2"/>
              <a:buChar char="v"/>
            </a:pPr>
            <a:r>
              <a:rPr lang="en-US" sz="2400" dirty="0">
                <a:solidFill>
                  <a:srgbClr val="0000FF"/>
                </a:solidFill>
                <a:latin typeface="Times New Roman" pitchFamily="18" charset="0"/>
                <a:cs typeface="Times New Roman" pitchFamily="18" charset="0"/>
              </a:rPr>
              <a:t>Wide-ranging applications on extremely dense urban </a:t>
            </a:r>
          </a:p>
          <a:p>
            <a:pPr algn="just">
              <a:buFont typeface="Wingdings" pitchFamily="2" charset="2"/>
              <a:buChar char="v"/>
            </a:pPr>
            <a:endParaRPr lang="en-US" sz="2400" dirty="0">
              <a:latin typeface="Times New Roman" pitchFamily="18" charset="0"/>
              <a:cs typeface="Times New Roman" pitchFamily="18" charset="0"/>
            </a:endParaRPr>
          </a:p>
          <a:p>
            <a:pPr algn="just">
              <a:buFont typeface="Wingdings" pitchFamily="2" charset="2"/>
              <a:buChar char="v"/>
            </a:pPr>
            <a:r>
              <a:rPr lang="en-US" sz="2400" dirty="0">
                <a:latin typeface="Times New Roman" pitchFamily="18" charset="0"/>
                <a:cs typeface="Times New Roman" pitchFamily="18" charset="0"/>
              </a:rPr>
              <a:t>Above situation cannot be easily handled by 4G systems, because of </a:t>
            </a:r>
            <a:r>
              <a:rPr lang="en-US" sz="2400" dirty="0">
                <a:solidFill>
                  <a:srgbClr val="FF0000"/>
                </a:solidFill>
                <a:latin typeface="Times New Roman" pitchFamily="18" charset="0"/>
                <a:cs typeface="Times New Roman" pitchFamily="18" charset="0"/>
              </a:rPr>
              <a:t>inefficient use of the frequency spectrum </a:t>
            </a:r>
            <a:r>
              <a:rPr lang="en-US" sz="2400" dirty="0">
                <a:latin typeface="Times New Roman" pitchFamily="18" charset="0"/>
                <a:cs typeface="Times New Roman" pitchFamily="18" charset="0"/>
              </a:rPr>
              <a:t>(below 5GHz like 1G to 4G) and the </a:t>
            </a:r>
            <a:r>
              <a:rPr lang="en-US" sz="2400" dirty="0">
                <a:solidFill>
                  <a:srgbClr val="0000CC"/>
                </a:solidFill>
                <a:latin typeface="Times New Roman" pitchFamily="18" charset="0"/>
                <a:cs typeface="Times New Roman" pitchFamily="18" charset="0"/>
              </a:rPr>
              <a:t>high energy consumption</a:t>
            </a:r>
            <a:r>
              <a:rPr lang="en-US" sz="2400" dirty="0">
                <a:latin typeface="Times New Roman" pitchFamily="18" charset="0"/>
                <a:cs typeface="Times New Roman" pitchFamily="18" charset="0"/>
              </a:rPr>
              <a:t>.</a:t>
            </a:r>
          </a:p>
          <a:p>
            <a:pPr algn="just">
              <a:buFont typeface="Wingdings" pitchFamily="2" charset="2"/>
              <a:buChar char="v"/>
            </a:pPr>
            <a:r>
              <a:rPr lang="en-US" sz="2400" dirty="0">
                <a:latin typeface="Times New Roman" pitchFamily="18" charset="0"/>
                <a:cs typeface="Times New Roman" pitchFamily="18" charset="0"/>
              </a:rPr>
              <a:t>Therefore research started on fifth generation wireless systems that are expected to be deployed beyond 2020.</a:t>
            </a:r>
          </a:p>
        </p:txBody>
      </p:sp>
      <p:sp>
        <p:nvSpPr>
          <p:cNvPr id="3" name="Slide Number Placeholder 2"/>
          <p:cNvSpPr>
            <a:spLocks noGrp="1"/>
          </p:cNvSpPr>
          <p:nvPr>
            <p:ph type="sldNum" sz="quarter" idx="12"/>
          </p:nvPr>
        </p:nvSpPr>
        <p:spPr/>
        <p:txBody>
          <a:bodyPr/>
          <a:lstStyle/>
          <a:p>
            <a:fld id="{B6F15528-21DE-4FAA-801E-634DDDAF4B2B}" type="slidenum">
              <a:rPr lang="en-US" smtClean="0"/>
              <a:pPr/>
              <a:t>4</a:t>
            </a:fld>
            <a:endParaRPr lang="en-US"/>
          </a:p>
        </p:txBody>
      </p:sp>
      <p:sp>
        <p:nvSpPr>
          <p:cNvPr id="2" name="Rectangle 1"/>
          <p:cNvSpPr/>
          <p:nvPr/>
        </p:nvSpPr>
        <p:spPr>
          <a:xfrm>
            <a:off x="165980" y="304800"/>
            <a:ext cx="3012363" cy="923330"/>
          </a:xfrm>
          <a:prstGeom prst="rect">
            <a:avLst/>
          </a:prstGeom>
          <a:solidFill>
            <a:srgbClr val="FFFF00"/>
          </a:solidFill>
        </p:spPr>
        <p:txBody>
          <a:bodyPr wrap="none">
            <a:spAutoFit/>
          </a:bodyPr>
          <a:lstStyle/>
          <a:p>
            <a:r>
              <a:rPr lang="en-US" sz="5400" b="1" dirty="0">
                <a:solidFill>
                  <a:srgbClr val="FF0000"/>
                </a:solidFill>
                <a:latin typeface="Times New Roman" pitchFamily="18" charset="0"/>
                <a:cs typeface="Times New Roman" pitchFamily="18" charset="0"/>
              </a:rPr>
              <a:t>Why 5G?</a:t>
            </a:r>
            <a:endParaRPr lang="en-US" sz="5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6592" y="381000"/>
            <a:ext cx="7744408" cy="646331"/>
          </a:xfrm>
          <a:prstGeom prst="rect">
            <a:avLst/>
          </a:prstGeom>
          <a:solidFill>
            <a:srgbClr val="FFCCFF"/>
          </a:solidFill>
        </p:spPr>
        <p:txBody>
          <a:bodyPr wrap="square" rtlCol="0">
            <a:spAutoFit/>
          </a:bodyPr>
          <a:lstStyle/>
          <a:p>
            <a:r>
              <a:rPr lang="en-US" sz="3600" b="1" dirty="0">
                <a:solidFill>
                  <a:srgbClr val="FF0000"/>
                </a:solidFill>
                <a:latin typeface="Times New Roman" pitchFamily="18" charset="0"/>
                <a:cs typeface="Times New Roman" pitchFamily="18" charset="0"/>
              </a:rPr>
              <a:t>2. Basic Parameters of 5G (IMT 2022)</a:t>
            </a:r>
          </a:p>
        </p:txBody>
      </p:sp>
      <p:sp>
        <p:nvSpPr>
          <p:cNvPr id="6" name="TextBox 5"/>
          <p:cNvSpPr txBox="1"/>
          <p:nvPr/>
        </p:nvSpPr>
        <p:spPr>
          <a:xfrm>
            <a:off x="228600" y="1371600"/>
            <a:ext cx="8610600" cy="4893647"/>
          </a:xfrm>
          <a:prstGeom prst="rect">
            <a:avLst/>
          </a:prstGeom>
          <a:solidFill>
            <a:srgbClr val="CCECFF"/>
          </a:solidFill>
        </p:spPr>
        <p:txBody>
          <a:bodyPr wrap="square" rtlCol="0">
            <a:spAutoFit/>
          </a:bodyPr>
          <a:lstStyle/>
          <a:p>
            <a:pPr algn="just"/>
            <a:r>
              <a:rPr lang="en-GB" sz="2400" dirty="0">
                <a:latin typeface="Times New Roman" pitchFamily="18" charset="0"/>
                <a:cs typeface="Times New Roman" pitchFamily="18" charset="0"/>
              </a:rPr>
              <a:t>The main objective of 5G is to support the mobile data traffic at extremely high speed. Data rate can be measured in several different ways:</a:t>
            </a:r>
          </a:p>
          <a:p>
            <a:pPr algn="just"/>
            <a:endParaRPr lang="en-GB" sz="2400" dirty="0">
              <a:latin typeface="Times New Roman" pitchFamily="18" charset="0"/>
              <a:cs typeface="Times New Roman" pitchFamily="18" charset="0"/>
            </a:endParaRPr>
          </a:p>
          <a:p>
            <a:pPr marL="342900" indent="-342900" algn="just">
              <a:buFont typeface="Wingdings" panose="05000000000000000000" pitchFamily="2" charset="2"/>
              <a:buChar char="ü"/>
            </a:pPr>
            <a:r>
              <a:rPr lang="en-GB" sz="2400" b="1" dirty="0">
                <a:solidFill>
                  <a:srgbClr val="0000FF"/>
                </a:solidFill>
                <a:latin typeface="Times New Roman" pitchFamily="18" charset="0"/>
                <a:cs typeface="Times New Roman" pitchFamily="18" charset="0"/>
              </a:rPr>
              <a:t>Aggregate data rate</a:t>
            </a:r>
            <a:r>
              <a:rPr lang="en-GB" sz="2400" dirty="0">
                <a:latin typeface="Times New Roman" pitchFamily="18" charset="0"/>
                <a:cs typeface="Times New Roman" pitchFamily="18" charset="0"/>
              </a:rPr>
              <a:t> refers to the total amount of data the network can serve, characterized in units of bits/s/area. It indicates the density of throughput in service area. The increased in data rate will be roughly 1000x from 4G to 5G.</a:t>
            </a:r>
          </a:p>
          <a:p>
            <a:pPr algn="just"/>
            <a:endParaRPr lang="en-GB" sz="2400" dirty="0">
              <a:latin typeface="Times New Roman" pitchFamily="18" charset="0"/>
              <a:cs typeface="Times New Roman" pitchFamily="18" charset="0"/>
            </a:endParaRPr>
          </a:p>
          <a:p>
            <a:pPr marL="342900" indent="-342900" algn="just">
              <a:buFont typeface="Wingdings" panose="05000000000000000000" pitchFamily="2" charset="2"/>
              <a:buChar char="ü"/>
            </a:pPr>
            <a:r>
              <a:rPr lang="en-GB" sz="2400" b="1" dirty="0">
                <a:solidFill>
                  <a:srgbClr val="0000FF"/>
                </a:solidFill>
                <a:latin typeface="Times New Roman" pitchFamily="18" charset="0"/>
                <a:cs typeface="Times New Roman" pitchFamily="18" charset="0"/>
              </a:rPr>
              <a:t>Edge rate, or 5% rate</a:t>
            </a:r>
            <a:r>
              <a:rPr lang="en-GB" sz="2400" dirty="0">
                <a:latin typeface="Times New Roman" pitchFamily="18" charset="0"/>
                <a:cs typeface="Times New Roman" pitchFamily="18" charset="0"/>
              </a:rPr>
              <a:t>, is the worst data rate (at the cell boarder or edge) that a user can reasonably expect to receive when in range of the network. Goals for the 5G edge rate range from 100 Mbps to 1 </a:t>
            </a:r>
            <a:r>
              <a:rPr lang="en-GB" sz="2400" dirty="0" err="1">
                <a:latin typeface="Times New Roman" pitchFamily="18" charset="0"/>
                <a:cs typeface="Times New Roman" pitchFamily="18" charset="0"/>
              </a:rPr>
              <a:t>Gbps</a:t>
            </a:r>
            <a:r>
              <a:rPr lang="en-GB" sz="2400" dirty="0">
                <a:latin typeface="Times New Roman" pitchFamily="18" charset="0"/>
                <a:cs typeface="Times New Roman" pitchFamily="18" charset="0"/>
              </a:rPr>
              <a:t>.</a:t>
            </a:r>
            <a:endParaRPr lang="en-US" sz="24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4267" y="457200"/>
            <a:ext cx="8635465" cy="5262979"/>
          </a:xfrm>
          <a:prstGeom prst="rect">
            <a:avLst/>
          </a:prstGeom>
          <a:solidFill>
            <a:srgbClr val="CCECFF"/>
          </a:solidFill>
        </p:spPr>
        <p:txBody>
          <a:bodyPr wrap="square" rtlCol="0">
            <a:spAutoFit/>
          </a:bodyPr>
          <a:lstStyle/>
          <a:p>
            <a:pPr marL="342900" indent="-342900" algn="just">
              <a:buFont typeface="Wingdings" panose="05000000000000000000" pitchFamily="2" charset="2"/>
              <a:buChar char="ü"/>
            </a:pPr>
            <a:r>
              <a:rPr lang="en-GB" sz="2400" b="1" dirty="0">
                <a:solidFill>
                  <a:srgbClr val="0000FF"/>
                </a:solidFill>
                <a:latin typeface="Times New Roman" pitchFamily="18" charset="0"/>
                <a:cs typeface="Times New Roman" pitchFamily="18" charset="0"/>
              </a:rPr>
              <a:t>Latency:</a:t>
            </a:r>
            <a:r>
              <a:rPr lang="en-GB" sz="2400" b="1" dirty="0">
                <a:latin typeface="Times New Roman" pitchFamily="18" charset="0"/>
                <a:cs typeface="Times New Roman" pitchFamily="18" charset="0"/>
              </a:rPr>
              <a:t> </a:t>
            </a:r>
            <a:r>
              <a:rPr lang="en-GB" sz="2400" dirty="0">
                <a:latin typeface="Times New Roman" pitchFamily="18" charset="0"/>
                <a:cs typeface="Times New Roman" pitchFamily="18" charset="0"/>
              </a:rPr>
              <a:t>5G will need to be able to support a roundtrip </a:t>
            </a:r>
            <a:r>
              <a:rPr lang="en-GB" sz="2400" b="1" dirty="0">
                <a:latin typeface="Times New Roman" pitchFamily="18" charset="0"/>
                <a:cs typeface="Times New Roman" pitchFamily="18" charset="0"/>
              </a:rPr>
              <a:t>latency</a:t>
            </a:r>
            <a:r>
              <a:rPr lang="en-GB" sz="2400" dirty="0">
                <a:latin typeface="Times New Roman" pitchFamily="18" charset="0"/>
                <a:cs typeface="Times New Roman" pitchFamily="18" charset="0"/>
              </a:rPr>
              <a:t> of about 1 ms, where current 4G roundtrip latencies are on the order of about 15 </a:t>
            </a:r>
            <a:r>
              <a:rPr lang="en-GB" sz="2400" dirty="0" err="1">
                <a:latin typeface="Times New Roman" pitchFamily="18" charset="0"/>
                <a:cs typeface="Times New Roman" pitchFamily="18" charset="0"/>
              </a:rPr>
              <a:t>ms.</a:t>
            </a:r>
            <a:endParaRPr lang="en-GB" sz="2400" dirty="0">
              <a:latin typeface="Times New Roman" pitchFamily="18" charset="0"/>
              <a:cs typeface="Times New Roman" pitchFamily="18" charset="0"/>
            </a:endParaRPr>
          </a:p>
          <a:p>
            <a:pPr algn="just"/>
            <a:endParaRPr lang="en-GB" sz="2400" dirty="0">
              <a:latin typeface="Times New Roman" pitchFamily="18" charset="0"/>
              <a:cs typeface="Times New Roman" pitchFamily="18" charset="0"/>
            </a:endParaRPr>
          </a:p>
          <a:p>
            <a:pPr marL="342900" indent="-342900" algn="just">
              <a:buFont typeface="Wingdings" panose="05000000000000000000" pitchFamily="2" charset="2"/>
              <a:buChar char="ü"/>
            </a:pPr>
            <a:r>
              <a:rPr lang="en-GB" sz="2400" b="1" dirty="0">
                <a:solidFill>
                  <a:srgbClr val="0000FF"/>
                </a:solidFill>
                <a:latin typeface="Times New Roman" pitchFamily="18" charset="0"/>
                <a:cs typeface="Times New Roman" pitchFamily="18" charset="0"/>
              </a:rPr>
              <a:t>Energy and Cost: </a:t>
            </a:r>
            <a:r>
              <a:rPr lang="en-GB" sz="2400" dirty="0">
                <a:latin typeface="Times New Roman" pitchFamily="18" charset="0"/>
                <a:cs typeface="Times New Roman" pitchFamily="18" charset="0"/>
              </a:rPr>
              <a:t>As we move to 5G, costs and energy consumption will, ideally, decrease, but at least they should not increase on a per-link basis. Since the per-link data rates being offered will be increasing by about 100x, this means that the </a:t>
            </a:r>
            <a:r>
              <a:rPr lang="en-GB" sz="2400" dirty="0">
                <a:solidFill>
                  <a:srgbClr val="FF0000"/>
                </a:solidFill>
                <a:latin typeface="Times New Roman" pitchFamily="18" charset="0"/>
                <a:cs typeface="Times New Roman" pitchFamily="18" charset="0"/>
              </a:rPr>
              <a:t>Joules per bit </a:t>
            </a:r>
            <a:r>
              <a:rPr lang="en-GB" sz="2400" dirty="0">
                <a:latin typeface="Times New Roman" pitchFamily="18" charset="0"/>
                <a:cs typeface="Times New Roman" pitchFamily="18" charset="0"/>
              </a:rPr>
              <a:t>and</a:t>
            </a:r>
            <a:r>
              <a:rPr lang="en-GB" sz="2400" dirty="0">
                <a:solidFill>
                  <a:srgbClr val="FF0000"/>
                </a:solidFill>
                <a:latin typeface="Times New Roman" pitchFamily="18" charset="0"/>
                <a:cs typeface="Times New Roman" pitchFamily="18" charset="0"/>
              </a:rPr>
              <a:t> cost per bit </a:t>
            </a:r>
            <a:r>
              <a:rPr lang="en-GB" sz="2400" dirty="0">
                <a:latin typeface="Times New Roman" pitchFamily="18" charset="0"/>
                <a:cs typeface="Times New Roman" pitchFamily="18" charset="0"/>
              </a:rPr>
              <a:t>(in context of call charge) will need to fall by at least 100x. Since the size of a cell is smaller then it is more power efficient than </a:t>
            </a:r>
            <a:r>
              <a:rPr lang="en-GB" sz="2400" dirty="0" err="1">
                <a:latin typeface="Times New Roman" pitchFamily="18" charset="0"/>
                <a:cs typeface="Times New Roman" pitchFamily="18" charset="0"/>
              </a:rPr>
              <a:t>macrocells</a:t>
            </a:r>
            <a:r>
              <a:rPr lang="en-GB" sz="2400" dirty="0">
                <a:latin typeface="Times New Roman" pitchFamily="18" charset="0"/>
                <a:cs typeface="Times New Roman" pitchFamily="18" charset="0"/>
              </a:rPr>
              <a:t>.</a:t>
            </a:r>
          </a:p>
          <a:p>
            <a:pPr marL="342900" indent="-342900" algn="just">
              <a:buFont typeface="Wingdings" panose="05000000000000000000" pitchFamily="2" charset="2"/>
              <a:buChar char="ü"/>
            </a:pPr>
            <a:endParaRPr lang="en-GB" sz="2400" dirty="0">
              <a:latin typeface="Times New Roman" pitchFamily="18" charset="0"/>
              <a:cs typeface="Times New Roman" pitchFamily="18" charset="0"/>
            </a:endParaRPr>
          </a:p>
          <a:p>
            <a:pPr marL="342900"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Complete wireless communication with minimum limitation and highly supportable to WWWW (Wireless World Wide Web).</a:t>
            </a:r>
            <a:endParaRPr lang="en-GB" sz="2400" dirty="0">
              <a:latin typeface="Times New Roman" pitchFamily="18" charset="0"/>
              <a:cs typeface="Times New Roman" pitchFamily="18" charset="0"/>
            </a:endParaRPr>
          </a:p>
        </p:txBody>
      </p:sp>
      <p:sp>
        <p:nvSpPr>
          <p:cNvPr id="3" name="Slide Number Placeholder 2"/>
          <p:cNvSpPr>
            <a:spLocks noGrp="1"/>
          </p:cNvSpPr>
          <p:nvPr>
            <p:ph type="sldNum" sz="quarter" idx="12"/>
          </p:nvPr>
        </p:nvSpPr>
        <p:spPr/>
        <p:txBody>
          <a:bodyPr/>
          <a:lstStyle/>
          <a:p>
            <a:fld id="{B6F15528-21DE-4FAA-801E-634DDDAF4B2B}"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582A651A-8A68-4646-B841-C439FA8C54D8}"/>
              </a:ext>
            </a:extLst>
          </p:cNvPr>
          <p:cNvSpPr>
            <a:spLocks noGrp="1"/>
          </p:cNvSpPr>
          <p:nvPr>
            <p:ph type="sldNum" sz="quarter" idx="12"/>
          </p:nvPr>
        </p:nvSpPr>
        <p:spPr/>
        <p:txBody>
          <a:bodyPr/>
          <a:lstStyle/>
          <a:p>
            <a:fld id="{B6F15528-21DE-4FAA-801E-634DDDAF4B2B}" type="slidenum">
              <a:rPr lang="en-US" smtClean="0"/>
              <a:pPr/>
              <a:t>7</a:t>
            </a:fld>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xmlns="" id="{F645023C-CBEC-4502-B43B-A98CFC6E004F}"/>
                  </a:ext>
                </a:extLst>
              </p:cNvPr>
              <p:cNvSpPr txBox="1"/>
              <p:nvPr/>
            </p:nvSpPr>
            <p:spPr>
              <a:xfrm>
                <a:off x="304800" y="533400"/>
                <a:ext cx="8534400" cy="3416320"/>
              </a:xfrm>
              <a:prstGeom prst="rect">
                <a:avLst/>
              </a:prstGeom>
              <a:solidFill>
                <a:srgbClr val="CCECFF"/>
              </a:solidFill>
            </p:spPr>
            <p:txBody>
              <a:bodyPr wrap="square" rtlCol="0">
                <a:spAutoFit/>
              </a:bodyPr>
              <a:lstStyle/>
              <a:p>
                <a:pPr marL="342900" indent="-342900" algn="just">
                  <a:buFont typeface="Wingdings" panose="05000000000000000000" pitchFamily="2" charset="2"/>
                  <a:buChar char="ü"/>
                </a:pPr>
                <a:r>
                  <a:rPr lang="en-US" sz="2400" b="1" dirty="0">
                    <a:solidFill>
                      <a:srgbClr val="0000CC"/>
                    </a:solidFill>
                    <a:latin typeface="Times New Roman" panose="02020603050405020304" pitchFamily="18" charset="0"/>
                    <a:cs typeface="Times New Roman" panose="02020603050405020304" pitchFamily="18" charset="0"/>
                  </a:rPr>
                  <a:t>5G spectral efficiency: </a:t>
                </a:r>
                <a:r>
                  <a:rPr lang="en-US" sz="2400" dirty="0">
                    <a:latin typeface="Times New Roman" panose="02020603050405020304" pitchFamily="18" charset="0"/>
                    <a:cs typeface="Times New Roman" panose="02020603050405020304" pitchFamily="18" charset="0"/>
                  </a:rPr>
                  <a:t>Normalized channel capacity is 30bits/Hz for downlink and 15 bits/Hz for uplink. This assumes 8</a:t>
                </a:r>
                <a14:m>
                  <m:oMath xmlns:m="http://schemas.openxmlformats.org/officeDocument/2006/math">
                    <m:r>
                      <a:rPr lang="en-US" sz="2400" i="1" dirty="0"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sz="2400" dirty="0">
                    <a:latin typeface="Times New Roman" panose="02020603050405020304" pitchFamily="18" charset="0"/>
                    <a:cs typeface="Times New Roman" panose="02020603050405020304" pitchFamily="18" charset="0"/>
                  </a:rPr>
                  <a:t>4 MIMO (8 spatial layers down, 4 spatial layers up).</a:t>
                </a:r>
              </a:p>
              <a:p>
                <a:pPr marL="342900" indent="-342900" algn="just">
                  <a:buFont typeface="Wingdings" panose="05000000000000000000" pitchFamily="2" charset="2"/>
                  <a:buChar char="ü"/>
                </a:pP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It uses </a:t>
                </a:r>
                <a:r>
                  <a:rPr lang="en-US" sz="2400" b="1" dirty="0">
                    <a:solidFill>
                      <a:srgbClr val="0000FF"/>
                    </a:solidFill>
                    <a:latin typeface="Times New Roman" panose="02020603050405020304" pitchFamily="18" charset="0"/>
                    <a:cs typeface="Times New Roman" panose="02020603050405020304" pitchFamily="18" charset="0"/>
                  </a:rPr>
                  <a:t>filtered-OFDM</a:t>
                </a:r>
                <a:r>
                  <a:rPr lang="en-US" sz="2400" dirty="0">
                    <a:latin typeface="Times New Roman" panose="02020603050405020304" pitchFamily="18" charset="0"/>
                    <a:cs typeface="Times New Roman" panose="02020603050405020304" pitchFamily="18" charset="0"/>
                  </a:rPr>
                  <a:t> (f-OFDM). In f-OFDM, the assigned bandwidth is split up into several sub-bands, and different types of services are accommodated in different sub-bands, leading to an improved spectrum utilization, rapid attenuation of side-lobes and rejection of interferences. </a:t>
                </a:r>
              </a:p>
            </p:txBody>
          </p:sp>
        </mc:Choice>
        <mc:Fallback xmlns="">
          <p:sp>
            <p:nvSpPr>
              <p:cNvPr id="7" name="TextBox 6">
                <a:extLst>
                  <a:ext uri="{FF2B5EF4-FFF2-40B4-BE49-F238E27FC236}">
                    <a16:creationId xmlns:a16="http://schemas.microsoft.com/office/drawing/2014/main" id="{F645023C-CBEC-4502-B43B-A98CFC6E004F}"/>
                  </a:ext>
                </a:extLst>
              </p:cNvPr>
              <p:cNvSpPr txBox="1">
                <a:spLocks noRot="1" noChangeAspect="1" noMove="1" noResize="1" noEditPoints="1" noAdjustHandles="1" noChangeArrowheads="1" noChangeShapeType="1" noTextEdit="1"/>
              </p:cNvSpPr>
              <p:nvPr/>
            </p:nvSpPr>
            <p:spPr>
              <a:xfrm>
                <a:off x="304800" y="533400"/>
                <a:ext cx="8534400" cy="3416320"/>
              </a:xfrm>
              <a:prstGeom prst="rect">
                <a:avLst/>
              </a:prstGeom>
              <a:blipFill>
                <a:blip r:embed="rId2"/>
                <a:stretch>
                  <a:fillRect l="-929" t="-1429" r="-1071" b="-3036"/>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xmlns="" id="{8D583E96-CC7F-488D-B040-F22E0FBEB4A8}"/>
              </a:ext>
            </a:extLst>
          </p:cNvPr>
          <p:cNvPicPr>
            <a:picLocks noChangeAspect="1"/>
          </p:cNvPicPr>
          <p:nvPr/>
        </p:nvPicPr>
        <p:blipFill>
          <a:blip r:embed="rId3"/>
          <a:stretch>
            <a:fillRect/>
          </a:stretch>
        </p:blipFill>
        <p:spPr>
          <a:xfrm>
            <a:off x="533400" y="4256421"/>
            <a:ext cx="7962900" cy="2068179"/>
          </a:xfrm>
          <a:prstGeom prst="rect">
            <a:avLst/>
          </a:prstGeom>
        </p:spPr>
      </p:pic>
    </p:spTree>
    <p:extLst>
      <p:ext uri="{BB962C8B-B14F-4D97-AF65-F5344CB8AC3E}">
        <p14:creationId xmlns:p14="http://schemas.microsoft.com/office/powerpoint/2010/main" val="26746413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C21CBEC2-FC49-4060-AD3A-46B7B562E9CD}"/>
              </a:ext>
            </a:extLst>
          </p:cNvPr>
          <p:cNvSpPr>
            <a:spLocks noGrp="1"/>
          </p:cNvSpPr>
          <p:nvPr>
            <p:ph type="sldNum" sz="quarter" idx="12"/>
          </p:nvPr>
        </p:nvSpPr>
        <p:spPr/>
        <p:txBody>
          <a:bodyPr/>
          <a:lstStyle/>
          <a:p>
            <a:fld id="{B6F15528-21DE-4FAA-801E-634DDDAF4B2B}" type="slidenum">
              <a:rPr lang="en-US" smtClean="0"/>
              <a:pPr/>
              <a:t>8</a:t>
            </a:fld>
            <a:endParaRPr lang="en-US"/>
          </a:p>
        </p:txBody>
      </p:sp>
      <p:sp>
        <p:nvSpPr>
          <p:cNvPr id="5" name="Rectangle 4">
            <a:extLst>
              <a:ext uri="{FF2B5EF4-FFF2-40B4-BE49-F238E27FC236}">
                <a16:creationId xmlns:a16="http://schemas.microsoft.com/office/drawing/2014/main" xmlns="" id="{DE97ED86-71C5-42F2-A7F0-EE62EB3F6514}"/>
              </a:ext>
            </a:extLst>
          </p:cNvPr>
          <p:cNvSpPr/>
          <p:nvPr/>
        </p:nvSpPr>
        <p:spPr>
          <a:xfrm>
            <a:off x="133350" y="1066800"/>
            <a:ext cx="8877300" cy="3539430"/>
          </a:xfrm>
          <a:prstGeom prst="rect">
            <a:avLst/>
          </a:prstGeom>
          <a:solidFill>
            <a:srgbClr val="CCECFF"/>
          </a:solidFill>
        </p:spPr>
        <p:txBody>
          <a:bodyPr wrap="square">
            <a:spAutoFit/>
          </a:bodyPr>
          <a:lstStyle/>
          <a:p>
            <a:pPr marL="457200" indent="-457200" algn="just">
              <a:buFont typeface="Wingdings" panose="05000000000000000000" pitchFamily="2" charset="2"/>
              <a:buChar char="ü"/>
            </a:pPr>
            <a:r>
              <a:rPr lang="en-GB" sz="3200" b="1" dirty="0">
                <a:solidFill>
                  <a:srgbClr val="FF0000"/>
                </a:solidFill>
                <a:latin typeface="Times New Roman" pitchFamily="18" charset="0"/>
                <a:cs typeface="Times New Roman" pitchFamily="18" charset="0"/>
              </a:rPr>
              <a:t>A major cost consideration for 5G, even more so than in 4G due to the new BS densities and increased bandwidth, is the backhaul from the network edges into the core. </a:t>
            </a:r>
          </a:p>
          <a:p>
            <a:pPr marL="457200" indent="-457200" algn="just">
              <a:buFont typeface="Wingdings" panose="05000000000000000000" pitchFamily="2" charset="2"/>
              <a:buChar char="ü"/>
            </a:pPr>
            <a:r>
              <a:rPr lang="en-GB" sz="3200" b="1" dirty="0">
                <a:solidFill>
                  <a:srgbClr val="FF0000"/>
                </a:solidFill>
                <a:latin typeface="Times New Roman" pitchFamily="18" charset="0"/>
                <a:cs typeface="Times New Roman" pitchFamily="18" charset="0"/>
              </a:rPr>
              <a:t>Frequent handover of users, hence huge reserve BW is essential for each BS to protect Handover Failure. </a:t>
            </a:r>
          </a:p>
        </p:txBody>
      </p:sp>
    </p:spTree>
    <p:extLst>
      <p:ext uri="{BB962C8B-B14F-4D97-AF65-F5344CB8AC3E}">
        <p14:creationId xmlns:p14="http://schemas.microsoft.com/office/powerpoint/2010/main" val="2377090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61F60CD0-D3F4-454D-899E-9EC3E3E951F5}"/>
              </a:ext>
            </a:extLst>
          </p:cNvPr>
          <p:cNvSpPr>
            <a:spLocks noGrp="1"/>
          </p:cNvSpPr>
          <p:nvPr>
            <p:ph type="sldNum" sz="quarter" idx="12"/>
          </p:nvPr>
        </p:nvSpPr>
        <p:spPr/>
        <p:txBody>
          <a:bodyPr/>
          <a:lstStyle/>
          <a:p>
            <a:fld id="{B6F15528-21DE-4FAA-801E-634DDDAF4B2B}" type="slidenum">
              <a:rPr lang="en-US" smtClean="0"/>
              <a:pPr/>
              <a:t>9</a:t>
            </a:fld>
            <a:endParaRPr lang="en-US"/>
          </a:p>
        </p:txBody>
      </p:sp>
      <p:pic>
        <p:nvPicPr>
          <p:cNvPr id="5" name="Picture 4">
            <a:extLst>
              <a:ext uri="{FF2B5EF4-FFF2-40B4-BE49-F238E27FC236}">
                <a16:creationId xmlns:a16="http://schemas.microsoft.com/office/drawing/2014/main" xmlns="" id="{7A5830E9-1580-4C4B-ACAB-993B00019666}"/>
              </a:ext>
            </a:extLst>
          </p:cNvPr>
          <p:cNvPicPr>
            <a:picLocks noChangeAspect="1"/>
          </p:cNvPicPr>
          <p:nvPr/>
        </p:nvPicPr>
        <p:blipFill>
          <a:blip r:embed="rId2"/>
          <a:stretch>
            <a:fillRect/>
          </a:stretch>
        </p:blipFill>
        <p:spPr>
          <a:xfrm>
            <a:off x="1037497" y="304800"/>
            <a:ext cx="6580045" cy="5105400"/>
          </a:xfrm>
          <a:prstGeom prst="rect">
            <a:avLst/>
          </a:prstGeom>
        </p:spPr>
      </p:pic>
      <p:sp>
        <p:nvSpPr>
          <p:cNvPr id="2" name="TextBox 1">
            <a:extLst>
              <a:ext uri="{FF2B5EF4-FFF2-40B4-BE49-F238E27FC236}">
                <a16:creationId xmlns:a16="http://schemas.microsoft.com/office/drawing/2014/main" xmlns="" id="{FA45D6C1-E85E-4721-99BC-8809F9EED1A1}"/>
              </a:ext>
            </a:extLst>
          </p:cNvPr>
          <p:cNvSpPr txBox="1"/>
          <p:nvPr/>
        </p:nvSpPr>
        <p:spPr>
          <a:xfrm>
            <a:off x="381000" y="5723430"/>
            <a:ext cx="8305800" cy="461665"/>
          </a:xfrm>
          <a:prstGeom prst="rect">
            <a:avLst/>
          </a:prstGeom>
          <a:solidFill>
            <a:srgbClr val="CCECFF"/>
          </a:solidFill>
        </p:spPr>
        <p:txBody>
          <a:bodyPr wrap="square" rtlCol="0">
            <a:spAutoFit/>
          </a:bodyPr>
          <a:lstStyle/>
          <a:p>
            <a:r>
              <a:rPr lang="en-US" sz="2400" dirty="0">
                <a:latin typeface="Times New Roman" panose="02020603050405020304" pitchFamily="18" charset="0"/>
                <a:cs typeface="Times New Roman" panose="02020603050405020304" pitchFamily="18" charset="0"/>
              </a:rPr>
              <a:t>Relative performance of 4G (IMT-Advanced) and 5G (IMT 2020)</a:t>
            </a:r>
          </a:p>
        </p:txBody>
      </p:sp>
      <p:sp>
        <p:nvSpPr>
          <p:cNvPr id="3" name="Rectangle 2">
            <a:extLst>
              <a:ext uri="{FF2B5EF4-FFF2-40B4-BE49-F238E27FC236}">
                <a16:creationId xmlns:a16="http://schemas.microsoft.com/office/drawing/2014/main" xmlns="" id="{2431D985-1A29-43B9-ACA4-7C88128B872C}"/>
              </a:ext>
            </a:extLst>
          </p:cNvPr>
          <p:cNvSpPr/>
          <p:nvPr/>
        </p:nvSpPr>
        <p:spPr>
          <a:xfrm>
            <a:off x="6858000" y="727760"/>
            <a:ext cx="2159566" cy="646331"/>
          </a:xfrm>
          <a:prstGeom prst="rect">
            <a:avLst/>
          </a:prstGeom>
          <a:solidFill>
            <a:srgbClr val="FFFF00"/>
          </a:solidFill>
        </p:spPr>
        <p:txBody>
          <a:bodyPr wrap="none">
            <a:spAutoFit/>
          </a:bodyPr>
          <a:lstStyle/>
          <a:p>
            <a:r>
              <a:rPr lang="en-US" dirty="0">
                <a:latin typeface="Times New Roman" panose="02020603050405020304" pitchFamily="18" charset="0"/>
                <a:cs typeface="Times New Roman" panose="02020603050405020304" pitchFamily="18" charset="0"/>
              </a:rPr>
              <a:t>Normalized capacity </a:t>
            </a:r>
          </a:p>
          <a:p>
            <a:r>
              <a:rPr lang="en-US" dirty="0">
                <a:latin typeface="Times New Roman" panose="02020603050405020304" pitchFamily="18" charset="0"/>
                <a:cs typeface="Times New Roman" panose="02020603050405020304" pitchFamily="18" charset="0"/>
              </a:rPr>
              <a:t>bits/Hz </a:t>
            </a:r>
            <a:endParaRPr lang="en-US" dirty="0"/>
          </a:p>
        </p:txBody>
      </p:sp>
      <p:cxnSp>
        <p:nvCxnSpPr>
          <p:cNvPr id="7" name="Straight Arrow Connector 6">
            <a:extLst>
              <a:ext uri="{FF2B5EF4-FFF2-40B4-BE49-F238E27FC236}">
                <a16:creationId xmlns:a16="http://schemas.microsoft.com/office/drawing/2014/main" xmlns="" id="{ECC534B6-C2DE-4DC1-994D-7E8E2A42DF72}"/>
              </a:ext>
            </a:extLst>
          </p:cNvPr>
          <p:cNvCxnSpPr/>
          <p:nvPr/>
        </p:nvCxnSpPr>
        <p:spPr>
          <a:xfrm flipV="1">
            <a:off x="7239000" y="1524000"/>
            <a:ext cx="304800" cy="457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59965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65808"/>
            <a:ext cx="8229600" cy="857250"/>
          </a:xfrm>
        </p:spPr>
        <p:txBody>
          <a:bodyPr/>
          <a:lstStyle/>
          <a:p>
            <a:r>
              <a:rPr lang="en-AU" b="1" dirty="0">
                <a:solidFill>
                  <a:srgbClr val="0070C0"/>
                </a:solidFill>
              </a:rPr>
              <a:t>What is 5G?</a:t>
            </a:r>
          </a:p>
        </p:txBody>
      </p:sp>
      <p:sp>
        <p:nvSpPr>
          <p:cNvPr id="3" name="Content Placeholder 2"/>
          <p:cNvSpPr>
            <a:spLocks noGrp="1"/>
          </p:cNvSpPr>
          <p:nvPr>
            <p:ph idx="1"/>
          </p:nvPr>
        </p:nvSpPr>
        <p:spPr>
          <a:xfrm>
            <a:off x="1485900" y="1779387"/>
            <a:ext cx="6172200" cy="862807"/>
          </a:xfrm>
        </p:spPr>
        <p:txBody>
          <a:bodyPr>
            <a:normAutofit fontScale="92500" lnSpcReduction="20000"/>
          </a:bodyPr>
          <a:lstStyle/>
          <a:p>
            <a:pPr marL="0" indent="0">
              <a:buNone/>
            </a:pPr>
            <a:r>
              <a:rPr lang="en-AU" dirty="0"/>
              <a:t>5G is the 5th generation of mobile networks </a:t>
            </a:r>
          </a:p>
        </p:txBody>
      </p:sp>
      <p:pic>
        <p:nvPicPr>
          <p:cNvPr id="6"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4596" y="2185988"/>
            <a:ext cx="6262170" cy="22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5"/>
          <p:cNvSpPr txBox="1">
            <a:spLocks noChangeArrowheads="1"/>
          </p:cNvSpPr>
          <p:nvPr/>
        </p:nvSpPr>
        <p:spPr bwMode="auto">
          <a:xfrm>
            <a:off x="947400" y="4634268"/>
            <a:ext cx="859631"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fontAlgn="ctr">
              <a:spcBef>
                <a:spcPct val="50000"/>
              </a:spcBef>
              <a:buClr>
                <a:srgbClr val="58585A"/>
              </a:buClr>
              <a:buSzPct val="150000"/>
              <a:buFont typeface="Wingdings" panose="05000000000000000000" pitchFamily="2" charset="2"/>
              <a:buChar char="§"/>
              <a:defRPr sz="2800" b="1">
                <a:solidFill>
                  <a:srgbClr val="58585A"/>
                </a:solidFill>
                <a:latin typeface="Arial" panose="020B0604020202020204" pitchFamily="34" charset="0"/>
                <a:ea typeface="Osaka"/>
                <a:cs typeface="Osaka"/>
              </a:defRPr>
            </a:lvl1pPr>
            <a:lvl2pPr marL="742950" indent="-285750" fontAlgn="ctr">
              <a:spcBef>
                <a:spcPct val="50000"/>
              </a:spcBef>
              <a:buClr>
                <a:srgbClr val="58585A"/>
              </a:buClr>
              <a:buSzPct val="150000"/>
              <a:buFont typeface="Wingdings" panose="05000000000000000000" pitchFamily="2" charset="2"/>
              <a:buChar char="§"/>
              <a:defRPr sz="2400" b="1">
                <a:solidFill>
                  <a:srgbClr val="58585A"/>
                </a:solidFill>
                <a:latin typeface="Arial" panose="020B0604020202020204" pitchFamily="34" charset="0"/>
                <a:ea typeface="Osaka"/>
                <a:cs typeface="Osaka"/>
              </a:defRPr>
            </a:lvl2pPr>
            <a:lvl3pPr marL="1143000" indent="-228600" fontAlgn="ctr">
              <a:spcBef>
                <a:spcPct val="50000"/>
              </a:spcBef>
              <a:buClr>
                <a:srgbClr val="58585A"/>
              </a:buClr>
              <a:buSzPct val="150000"/>
              <a:buFont typeface="Wingdings" panose="05000000000000000000" pitchFamily="2" charset="2"/>
              <a:buChar char="§"/>
              <a:defRPr sz="2000" b="1">
                <a:solidFill>
                  <a:srgbClr val="58585A"/>
                </a:solidFill>
                <a:latin typeface="Arial" panose="020B0604020202020204" pitchFamily="34" charset="0"/>
                <a:ea typeface="Osaka"/>
                <a:cs typeface="Osaka"/>
              </a:defRPr>
            </a:lvl3pPr>
            <a:lvl4pPr marL="1600200" indent="-228600">
              <a:spcBef>
                <a:spcPct val="20000"/>
              </a:spcBef>
              <a:buClr>
                <a:srgbClr val="5A5A5A"/>
              </a:buClr>
              <a:buSzPct val="75000"/>
              <a:buFont typeface="Wingdings" panose="05000000000000000000" pitchFamily="2" charset="2"/>
              <a:buChar char="§"/>
              <a:defRPr sz="1500" b="1">
                <a:solidFill>
                  <a:srgbClr val="58585A"/>
                </a:solidFill>
                <a:latin typeface="Arial" panose="020B0604020202020204" pitchFamily="34" charset="0"/>
                <a:ea typeface="Osaka"/>
                <a:cs typeface="Osaka"/>
              </a:defRPr>
            </a:lvl4pPr>
            <a:lvl5pPr marL="2057400" indent="-228600">
              <a:spcBef>
                <a:spcPct val="20000"/>
              </a:spcBef>
              <a:buClr>
                <a:srgbClr val="5A5A5A"/>
              </a:buClr>
              <a:buSzPct val="50000"/>
              <a:buFont typeface="Wingdings" panose="05000000000000000000" pitchFamily="2" charset="2"/>
              <a:buChar char="§"/>
              <a:defRPr sz="1300" b="1">
                <a:solidFill>
                  <a:srgbClr val="58585A"/>
                </a:solidFill>
                <a:latin typeface="Arial" panose="020B0604020202020204" pitchFamily="34" charset="0"/>
                <a:ea typeface="Osaka"/>
                <a:cs typeface="Osaka"/>
              </a:defRPr>
            </a:lvl5pPr>
            <a:lvl6pPr marL="2514600" indent="-228600" eaLnBrk="0" fontAlgn="base" hangingPunct="0">
              <a:spcBef>
                <a:spcPct val="20000"/>
              </a:spcBef>
              <a:spcAft>
                <a:spcPct val="0"/>
              </a:spcAft>
              <a:buClr>
                <a:srgbClr val="5A5A5A"/>
              </a:buClr>
              <a:buSzPct val="50000"/>
              <a:buFont typeface="Wingdings" panose="05000000000000000000" pitchFamily="2" charset="2"/>
              <a:buChar char="§"/>
              <a:defRPr sz="1300" b="1">
                <a:solidFill>
                  <a:srgbClr val="58585A"/>
                </a:solidFill>
                <a:latin typeface="Arial" panose="020B0604020202020204" pitchFamily="34" charset="0"/>
                <a:ea typeface="Osaka"/>
                <a:cs typeface="Osaka"/>
              </a:defRPr>
            </a:lvl6pPr>
            <a:lvl7pPr marL="2971800" indent="-228600" eaLnBrk="0" fontAlgn="base" hangingPunct="0">
              <a:spcBef>
                <a:spcPct val="20000"/>
              </a:spcBef>
              <a:spcAft>
                <a:spcPct val="0"/>
              </a:spcAft>
              <a:buClr>
                <a:srgbClr val="5A5A5A"/>
              </a:buClr>
              <a:buSzPct val="50000"/>
              <a:buFont typeface="Wingdings" panose="05000000000000000000" pitchFamily="2" charset="2"/>
              <a:buChar char="§"/>
              <a:defRPr sz="1300" b="1">
                <a:solidFill>
                  <a:srgbClr val="58585A"/>
                </a:solidFill>
                <a:latin typeface="Arial" panose="020B0604020202020204" pitchFamily="34" charset="0"/>
                <a:ea typeface="Osaka"/>
                <a:cs typeface="Osaka"/>
              </a:defRPr>
            </a:lvl7pPr>
            <a:lvl8pPr marL="3429000" indent="-228600" eaLnBrk="0" fontAlgn="base" hangingPunct="0">
              <a:spcBef>
                <a:spcPct val="20000"/>
              </a:spcBef>
              <a:spcAft>
                <a:spcPct val="0"/>
              </a:spcAft>
              <a:buClr>
                <a:srgbClr val="5A5A5A"/>
              </a:buClr>
              <a:buSzPct val="50000"/>
              <a:buFont typeface="Wingdings" panose="05000000000000000000" pitchFamily="2" charset="2"/>
              <a:buChar char="§"/>
              <a:defRPr sz="1300" b="1">
                <a:solidFill>
                  <a:srgbClr val="58585A"/>
                </a:solidFill>
                <a:latin typeface="Arial" panose="020B0604020202020204" pitchFamily="34" charset="0"/>
                <a:ea typeface="Osaka"/>
                <a:cs typeface="Osaka"/>
              </a:defRPr>
            </a:lvl8pPr>
            <a:lvl9pPr marL="3886200" indent="-228600" eaLnBrk="0" fontAlgn="base" hangingPunct="0">
              <a:spcBef>
                <a:spcPct val="20000"/>
              </a:spcBef>
              <a:spcAft>
                <a:spcPct val="0"/>
              </a:spcAft>
              <a:buClr>
                <a:srgbClr val="5A5A5A"/>
              </a:buClr>
              <a:buSzPct val="50000"/>
              <a:buFont typeface="Wingdings" panose="05000000000000000000" pitchFamily="2" charset="2"/>
              <a:buChar char="§"/>
              <a:defRPr sz="1300" b="1">
                <a:solidFill>
                  <a:srgbClr val="58585A"/>
                </a:solidFill>
                <a:latin typeface="Arial" panose="020B0604020202020204" pitchFamily="34" charset="0"/>
                <a:ea typeface="Osaka"/>
                <a:cs typeface="Osaka"/>
              </a:defRPr>
            </a:lvl9pPr>
          </a:lstStyle>
          <a:p>
            <a:pPr algn="ctr" fontAlgn="base">
              <a:spcBef>
                <a:spcPct val="0"/>
              </a:spcBef>
              <a:buClrTx/>
              <a:buSzTx/>
              <a:buFontTx/>
              <a:buNone/>
            </a:pPr>
            <a:r>
              <a:rPr lang="en-AU" altLang="en-US" sz="1050" dirty="0"/>
              <a:t>Analogue</a:t>
            </a:r>
          </a:p>
        </p:txBody>
      </p:sp>
      <p:sp>
        <p:nvSpPr>
          <p:cNvPr id="8" name="TextBox 10"/>
          <p:cNvSpPr txBox="1">
            <a:spLocks noChangeArrowheads="1"/>
          </p:cNvSpPr>
          <p:nvPr/>
        </p:nvSpPr>
        <p:spPr bwMode="auto">
          <a:xfrm>
            <a:off x="2047136" y="4634268"/>
            <a:ext cx="859631"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fontAlgn="ctr">
              <a:spcBef>
                <a:spcPct val="50000"/>
              </a:spcBef>
              <a:buClr>
                <a:srgbClr val="58585A"/>
              </a:buClr>
              <a:buSzPct val="150000"/>
              <a:buFont typeface="Wingdings" panose="05000000000000000000" pitchFamily="2" charset="2"/>
              <a:buChar char="§"/>
              <a:defRPr sz="2800" b="1">
                <a:solidFill>
                  <a:srgbClr val="58585A"/>
                </a:solidFill>
                <a:latin typeface="Arial" panose="020B0604020202020204" pitchFamily="34" charset="0"/>
                <a:ea typeface="Osaka"/>
                <a:cs typeface="Osaka"/>
              </a:defRPr>
            </a:lvl1pPr>
            <a:lvl2pPr marL="742950" indent="-285750" fontAlgn="ctr">
              <a:spcBef>
                <a:spcPct val="50000"/>
              </a:spcBef>
              <a:buClr>
                <a:srgbClr val="58585A"/>
              </a:buClr>
              <a:buSzPct val="150000"/>
              <a:buFont typeface="Wingdings" panose="05000000000000000000" pitchFamily="2" charset="2"/>
              <a:buChar char="§"/>
              <a:defRPr sz="2400" b="1">
                <a:solidFill>
                  <a:srgbClr val="58585A"/>
                </a:solidFill>
                <a:latin typeface="Arial" panose="020B0604020202020204" pitchFamily="34" charset="0"/>
                <a:ea typeface="Osaka"/>
                <a:cs typeface="Osaka"/>
              </a:defRPr>
            </a:lvl2pPr>
            <a:lvl3pPr marL="1143000" indent="-228600" fontAlgn="ctr">
              <a:spcBef>
                <a:spcPct val="50000"/>
              </a:spcBef>
              <a:buClr>
                <a:srgbClr val="58585A"/>
              </a:buClr>
              <a:buSzPct val="150000"/>
              <a:buFont typeface="Wingdings" panose="05000000000000000000" pitchFamily="2" charset="2"/>
              <a:buChar char="§"/>
              <a:defRPr sz="2000" b="1">
                <a:solidFill>
                  <a:srgbClr val="58585A"/>
                </a:solidFill>
                <a:latin typeface="Arial" panose="020B0604020202020204" pitchFamily="34" charset="0"/>
                <a:ea typeface="Osaka"/>
                <a:cs typeface="Osaka"/>
              </a:defRPr>
            </a:lvl3pPr>
            <a:lvl4pPr marL="1600200" indent="-228600">
              <a:spcBef>
                <a:spcPct val="20000"/>
              </a:spcBef>
              <a:buClr>
                <a:srgbClr val="5A5A5A"/>
              </a:buClr>
              <a:buSzPct val="75000"/>
              <a:buFont typeface="Wingdings" panose="05000000000000000000" pitchFamily="2" charset="2"/>
              <a:buChar char="§"/>
              <a:defRPr sz="1500" b="1">
                <a:solidFill>
                  <a:srgbClr val="58585A"/>
                </a:solidFill>
                <a:latin typeface="Arial" panose="020B0604020202020204" pitchFamily="34" charset="0"/>
                <a:ea typeface="Osaka"/>
                <a:cs typeface="Osaka"/>
              </a:defRPr>
            </a:lvl4pPr>
            <a:lvl5pPr marL="2057400" indent="-228600">
              <a:spcBef>
                <a:spcPct val="20000"/>
              </a:spcBef>
              <a:buClr>
                <a:srgbClr val="5A5A5A"/>
              </a:buClr>
              <a:buSzPct val="50000"/>
              <a:buFont typeface="Wingdings" panose="05000000000000000000" pitchFamily="2" charset="2"/>
              <a:buChar char="§"/>
              <a:defRPr sz="1300" b="1">
                <a:solidFill>
                  <a:srgbClr val="58585A"/>
                </a:solidFill>
                <a:latin typeface="Arial" panose="020B0604020202020204" pitchFamily="34" charset="0"/>
                <a:ea typeface="Osaka"/>
                <a:cs typeface="Osaka"/>
              </a:defRPr>
            </a:lvl5pPr>
            <a:lvl6pPr marL="2514600" indent="-228600" eaLnBrk="0" fontAlgn="base" hangingPunct="0">
              <a:spcBef>
                <a:spcPct val="20000"/>
              </a:spcBef>
              <a:spcAft>
                <a:spcPct val="0"/>
              </a:spcAft>
              <a:buClr>
                <a:srgbClr val="5A5A5A"/>
              </a:buClr>
              <a:buSzPct val="50000"/>
              <a:buFont typeface="Wingdings" panose="05000000000000000000" pitchFamily="2" charset="2"/>
              <a:buChar char="§"/>
              <a:defRPr sz="1300" b="1">
                <a:solidFill>
                  <a:srgbClr val="58585A"/>
                </a:solidFill>
                <a:latin typeface="Arial" panose="020B0604020202020204" pitchFamily="34" charset="0"/>
                <a:ea typeface="Osaka"/>
                <a:cs typeface="Osaka"/>
              </a:defRPr>
            </a:lvl6pPr>
            <a:lvl7pPr marL="2971800" indent="-228600" eaLnBrk="0" fontAlgn="base" hangingPunct="0">
              <a:spcBef>
                <a:spcPct val="20000"/>
              </a:spcBef>
              <a:spcAft>
                <a:spcPct val="0"/>
              </a:spcAft>
              <a:buClr>
                <a:srgbClr val="5A5A5A"/>
              </a:buClr>
              <a:buSzPct val="50000"/>
              <a:buFont typeface="Wingdings" panose="05000000000000000000" pitchFamily="2" charset="2"/>
              <a:buChar char="§"/>
              <a:defRPr sz="1300" b="1">
                <a:solidFill>
                  <a:srgbClr val="58585A"/>
                </a:solidFill>
                <a:latin typeface="Arial" panose="020B0604020202020204" pitchFamily="34" charset="0"/>
                <a:ea typeface="Osaka"/>
                <a:cs typeface="Osaka"/>
              </a:defRPr>
            </a:lvl7pPr>
            <a:lvl8pPr marL="3429000" indent="-228600" eaLnBrk="0" fontAlgn="base" hangingPunct="0">
              <a:spcBef>
                <a:spcPct val="20000"/>
              </a:spcBef>
              <a:spcAft>
                <a:spcPct val="0"/>
              </a:spcAft>
              <a:buClr>
                <a:srgbClr val="5A5A5A"/>
              </a:buClr>
              <a:buSzPct val="50000"/>
              <a:buFont typeface="Wingdings" panose="05000000000000000000" pitchFamily="2" charset="2"/>
              <a:buChar char="§"/>
              <a:defRPr sz="1300" b="1">
                <a:solidFill>
                  <a:srgbClr val="58585A"/>
                </a:solidFill>
                <a:latin typeface="Arial" panose="020B0604020202020204" pitchFamily="34" charset="0"/>
                <a:ea typeface="Osaka"/>
                <a:cs typeface="Osaka"/>
              </a:defRPr>
            </a:lvl8pPr>
            <a:lvl9pPr marL="3886200" indent="-228600" eaLnBrk="0" fontAlgn="base" hangingPunct="0">
              <a:spcBef>
                <a:spcPct val="20000"/>
              </a:spcBef>
              <a:spcAft>
                <a:spcPct val="0"/>
              </a:spcAft>
              <a:buClr>
                <a:srgbClr val="5A5A5A"/>
              </a:buClr>
              <a:buSzPct val="50000"/>
              <a:buFont typeface="Wingdings" panose="05000000000000000000" pitchFamily="2" charset="2"/>
              <a:buChar char="§"/>
              <a:defRPr sz="1300" b="1">
                <a:solidFill>
                  <a:srgbClr val="58585A"/>
                </a:solidFill>
                <a:latin typeface="Arial" panose="020B0604020202020204" pitchFamily="34" charset="0"/>
                <a:ea typeface="Osaka"/>
                <a:cs typeface="Osaka"/>
              </a:defRPr>
            </a:lvl9pPr>
          </a:lstStyle>
          <a:p>
            <a:pPr algn="ctr" fontAlgn="base">
              <a:spcBef>
                <a:spcPct val="0"/>
              </a:spcBef>
              <a:buClrTx/>
              <a:buSzTx/>
              <a:buFontTx/>
              <a:buNone/>
            </a:pPr>
            <a:r>
              <a:rPr lang="en-AU" altLang="en-US" sz="1050" dirty="0"/>
              <a:t>Digital</a:t>
            </a:r>
          </a:p>
          <a:p>
            <a:pPr algn="ctr" fontAlgn="base">
              <a:spcBef>
                <a:spcPct val="0"/>
              </a:spcBef>
              <a:buClrTx/>
              <a:buSzTx/>
              <a:buFontTx/>
              <a:buNone/>
            </a:pPr>
            <a:r>
              <a:rPr lang="en-AU" altLang="en-US" sz="1050" dirty="0"/>
              <a:t>SMS</a:t>
            </a:r>
          </a:p>
        </p:txBody>
      </p:sp>
      <p:sp>
        <p:nvSpPr>
          <p:cNvPr id="9" name="TextBox 11"/>
          <p:cNvSpPr txBox="1">
            <a:spLocks noChangeArrowheads="1"/>
          </p:cNvSpPr>
          <p:nvPr/>
        </p:nvSpPr>
        <p:spPr bwMode="auto">
          <a:xfrm>
            <a:off x="3037218" y="4651197"/>
            <a:ext cx="1134026"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fontAlgn="ctr">
              <a:spcBef>
                <a:spcPct val="50000"/>
              </a:spcBef>
              <a:buClr>
                <a:srgbClr val="58585A"/>
              </a:buClr>
              <a:buSzPct val="150000"/>
              <a:buFont typeface="Wingdings" panose="05000000000000000000" pitchFamily="2" charset="2"/>
              <a:buChar char="§"/>
              <a:defRPr sz="2800" b="1">
                <a:solidFill>
                  <a:srgbClr val="58585A"/>
                </a:solidFill>
                <a:latin typeface="Arial" panose="020B0604020202020204" pitchFamily="34" charset="0"/>
                <a:ea typeface="Osaka"/>
                <a:cs typeface="Osaka"/>
              </a:defRPr>
            </a:lvl1pPr>
            <a:lvl2pPr marL="742950" indent="-285750" fontAlgn="ctr">
              <a:spcBef>
                <a:spcPct val="50000"/>
              </a:spcBef>
              <a:buClr>
                <a:srgbClr val="58585A"/>
              </a:buClr>
              <a:buSzPct val="150000"/>
              <a:buFont typeface="Wingdings" panose="05000000000000000000" pitchFamily="2" charset="2"/>
              <a:buChar char="§"/>
              <a:defRPr sz="2400" b="1">
                <a:solidFill>
                  <a:srgbClr val="58585A"/>
                </a:solidFill>
                <a:latin typeface="Arial" panose="020B0604020202020204" pitchFamily="34" charset="0"/>
                <a:ea typeface="Osaka"/>
                <a:cs typeface="Osaka"/>
              </a:defRPr>
            </a:lvl2pPr>
            <a:lvl3pPr marL="1143000" indent="-228600" fontAlgn="ctr">
              <a:spcBef>
                <a:spcPct val="50000"/>
              </a:spcBef>
              <a:buClr>
                <a:srgbClr val="58585A"/>
              </a:buClr>
              <a:buSzPct val="150000"/>
              <a:buFont typeface="Wingdings" panose="05000000000000000000" pitchFamily="2" charset="2"/>
              <a:buChar char="§"/>
              <a:defRPr sz="2000" b="1">
                <a:solidFill>
                  <a:srgbClr val="58585A"/>
                </a:solidFill>
                <a:latin typeface="Arial" panose="020B0604020202020204" pitchFamily="34" charset="0"/>
                <a:ea typeface="Osaka"/>
                <a:cs typeface="Osaka"/>
              </a:defRPr>
            </a:lvl3pPr>
            <a:lvl4pPr marL="1600200" indent="-228600">
              <a:spcBef>
                <a:spcPct val="20000"/>
              </a:spcBef>
              <a:buClr>
                <a:srgbClr val="5A5A5A"/>
              </a:buClr>
              <a:buSzPct val="75000"/>
              <a:buFont typeface="Wingdings" panose="05000000000000000000" pitchFamily="2" charset="2"/>
              <a:buChar char="§"/>
              <a:defRPr sz="1500" b="1">
                <a:solidFill>
                  <a:srgbClr val="58585A"/>
                </a:solidFill>
                <a:latin typeface="Arial" panose="020B0604020202020204" pitchFamily="34" charset="0"/>
                <a:ea typeface="Osaka"/>
                <a:cs typeface="Osaka"/>
              </a:defRPr>
            </a:lvl4pPr>
            <a:lvl5pPr marL="2057400" indent="-228600">
              <a:spcBef>
                <a:spcPct val="20000"/>
              </a:spcBef>
              <a:buClr>
                <a:srgbClr val="5A5A5A"/>
              </a:buClr>
              <a:buSzPct val="50000"/>
              <a:buFont typeface="Wingdings" panose="05000000000000000000" pitchFamily="2" charset="2"/>
              <a:buChar char="§"/>
              <a:defRPr sz="1300" b="1">
                <a:solidFill>
                  <a:srgbClr val="58585A"/>
                </a:solidFill>
                <a:latin typeface="Arial" panose="020B0604020202020204" pitchFamily="34" charset="0"/>
                <a:ea typeface="Osaka"/>
                <a:cs typeface="Osaka"/>
              </a:defRPr>
            </a:lvl5pPr>
            <a:lvl6pPr marL="2514600" indent="-228600" eaLnBrk="0" fontAlgn="base" hangingPunct="0">
              <a:spcBef>
                <a:spcPct val="20000"/>
              </a:spcBef>
              <a:spcAft>
                <a:spcPct val="0"/>
              </a:spcAft>
              <a:buClr>
                <a:srgbClr val="5A5A5A"/>
              </a:buClr>
              <a:buSzPct val="50000"/>
              <a:buFont typeface="Wingdings" panose="05000000000000000000" pitchFamily="2" charset="2"/>
              <a:buChar char="§"/>
              <a:defRPr sz="1300" b="1">
                <a:solidFill>
                  <a:srgbClr val="58585A"/>
                </a:solidFill>
                <a:latin typeface="Arial" panose="020B0604020202020204" pitchFamily="34" charset="0"/>
                <a:ea typeface="Osaka"/>
                <a:cs typeface="Osaka"/>
              </a:defRPr>
            </a:lvl6pPr>
            <a:lvl7pPr marL="2971800" indent="-228600" eaLnBrk="0" fontAlgn="base" hangingPunct="0">
              <a:spcBef>
                <a:spcPct val="20000"/>
              </a:spcBef>
              <a:spcAft>
                <a:spcPct val="0"/>
              </a:spcAft>
              <a:buClr>
                <a:srgbClr val="5A5A5A"/>
              </a:buClr>
              <a:buSzPct val="50000"/>
              <a:buFont typeface="Wingdings" panose="05000000000000000000" pitchFamily="2" charset="2"/>
              <a:buChar char="§"/>
              <a:defRPr sz="1300" b="1">
                <a:solidFill>
                  <a:srgbClr val="58585A"/>
                </a:solidFill>
                <a:latin typeface="Arial" panose="020B0604020202020204" pitchFamily="34" charset="0"/>
                <a:ea typeface="Osaka"/>
                <a:cs typeface="Osaka"/>
              </a:defRPr>
            </a:lvl7pPr>
            <a:lvl8pPr marL="3429000" indent="-228600" eaLnBrk="0" fontAlgn="base" hangingPunct="0">
              <a:spcBef>
                <a:spcPct val="20000"/>
              </a:spcBef>
              <a:spcAft>
                <a:spcPct val="0"/>
              </a:spcAft>
              <a:buClr>
                <a:srgbClr val="5A5A5A"/>
              </a:buClr>
              <a:buSzPct val="50000"/>
              <a:buFont typeface="Wingdings" panose="05000000000000000000" pitchFamily="2" charset="2"/>
              <a:buChar char="§"/>
              <a:defRPr sz="1300" b="1">
                <a:solidFill>
                  <a:srgbClr val="58585A"/>
                </a:solidFill>
                <a:latin typeface="Arial" panose="020B0604020202020204" pitchFamily="34" charset="0"/>
                <a:ea typeface="Osaka"/>
                <a:cs typeface="Osaka"/>
              </a:defRPr>
            </a:lvl8pPr>
            <a:lvl9pPr marL="3886200" indent="-228600" eaLnBrk="0" fontAlgn="base" hangingPunct="0">
              <a:spcBef>
                <a:spcPct val="20000"/>
              </a:spcBef>
              <a:spcAft>
                <a:spcPct val="0"/>
              </a:spcAft>
              <a:buClr>
                <a:srgbClr val="5A5A5A"/>
              </a:buClr>
              <a:buSzPct val="50000"/>
              <a:buFont typeface="Wingdings" panose="05000000000000000000" pitchFamily="2" charset="2"/>
              <a:buChar char="§"/>
              <a:defRPr sz="1300" b="1">
                <a:solidFill>
                  <a:srgbClr val="58585A"/>
                </a:solidFill>
                <a:latin typeface="Arial" panose="020B0604020202020204" pitchFamily="34" charset="0"/>
                <a:ea typeface="Osaka"/>
                <a:cs typeface="Osaka"/>
              </a:defRPr>
            </a:lvl9pPr>
          </a:lstStyle>
          <a:p>
            <a:pPr algn="ctr" fontAlgn="base">
              <a:spcBef>
                <a:spcPct val="0"/>
              </a:spcBef>
              <a:buClrTx/>
              <a:buSzTx/>
              <a:buFontTx/>
              <a:buNone/>
            </a:pPr>
            <a:r>
              <a:rPr lang="en-AU" altLang="en-US" sz="1050" dirty="0"/>
              <a:t>Multimedia</a:t>
            </a:r>
          </a:p>
          <a:p>
            <a:pPr algn="ctr" fontAlgn="base">
              <a:spcBef>
                <a:spcPct val="0"/>
              </a:spcBef>
              <a:buClrTx/>
              <a:buSzTx/>
              <a:buFontTx/>
              <a:buNone/>
            </a:pPr>
            <a:r>
              <a:rPr lang="en-AU" altLang="en-US" sz="1050" dirty="0"/>
              <a:t>Video Calling</a:t>
            </a:r>
          </a:p>
          <a:p>
            <a:pPr algn="ctr" fontAlgn="base">
              <a:spcBef>
                <a:spcPct val="0"/>
              </a:spcBef>
              <a:buClrTx/>
              <a:buSzTx/>
              <a:buFontTx/>
              <a:buNone/>
            </a:pPr>
            <a:r>
              <a:rPr lang="en-AU" altLang="en-US" sz="1050" dirty="0"/>
              <a:t>Mobile internet</a:t>
            </a:r>
          </a:p>
        </p:txBody>
      </p:sp>
      <p:sp>
        <p:nvSpPr>
          <p:cNvPr id="10" name="TextBox 12"/>
          <p:cNvSpPr txBox="1">
            <a:spLocks noChangeArrowheads="1"/>
          </p:cNvSpPr>
          <p:nvPr/>
        </p:nvSpPr>
        <p:spPr bwMode="auto">
          <a:xfrm>
            <a:off x="4410549" y="4633568"/>
            <a:ext cx="134421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fontAlgn="ctr">
              <a:spcBef>
                <a:spcPct val="50000"/>
              </a:spcBef>
              <a:buClr>
                <a:srgbClr val="58585A"/>
              </a:buClr>
              <a:buSzPct val="150000"/>
              <a:buFont typeface="Wingdings" panose="05000000000000000000" pitchFamily="2" charset="2"/>
              <a:buChar char="§"/>
              <a:defRPr sz="2800" b="1">
                <a:solidFill>
                  <a:srgbClr val="58585A"/>
                </a:solidFill>
                <a:latin typeface="Arial" panose="020B0604020202020204" pitchFamily="34" charset="0"/>
                <a:ea typeface="Osaka"/>
                <a:cs typeface="Osaka"/>
              </a:defRPr>
            </a:lvl1pPr>
            <a:lvl2pPr marL="742950" indent="-285750" fontAlgn="ctr">
              <a:spcBef>
                <a:spcPct val="50000"/>
              </a:spcBef>
              <a:buClr>
                <a:srgbClr val="58585A"/>
              </a:buClr>
              <a:buSzPct val="150000"/>
              <a:buFont typeface="Wingdings" panose="05000000000000000000" pitchFamily="2" charset="2"/>
              <a:buChar char="§"/>
              <a:defRPr sz="2400" b="1">
                <a:solidFill>
                  <a:srgbClr val="58585A"/>
                </a:solidFill>
                <a:latin typeface="Arial" panose="020B0604020202020204" pitchFamily="34" charset="0"/>
                <a:ea typeface="Osaka"/>
                <a:cs typeface="Osaka"/>
              </a:defRPr>
            </a:lvl2pPr>
            <a:lvl3pPr marL="1143000" indent="-228600" fontAlgn="ctr">
              <a:spcBef>
                <a:spcPct val="50000"/>
              </a:spcBef>
              <a:buClr>
                <a:srgbClr val="58585A"/>
              </a:buClr>
              <a:buSzPct val="150000"/>
              <a:buFont typeface="Wingdings" panose="05000000000000000000" pitchFamily="2" charset="2"/>
              <a:buChar char="§"/>
              <a:defRPr sz="2000" b="1">
                <a:solidFill>
                  <a:srgbClr val="58585A"/>
                </a:solidFill>
                <a:latin typeface="Arial" panose="020B0604020202020204" pitchFamily="34" charset="0"/>
                <a:ea typeface="Osaka"/>
                <a:cs typeface="Osaka"/>
              </a:defRPr>
            </a:lvl3pPr>
            <a:lvl4pPr marL="1600200" indent="-228600">
              <a:spcBef>
                <a:spcPct val="20000"/>
              </a:spcBef>
              <a:buClr>
                <a:srgbClr val="5A5A5A"/>
              </a:buClr>
              <a:buSzPct val="75000"/>
              <a:buFont typeface="Wingdings" panose="05000000000000000000" pitchFamily="2" charset="2"/>
              <a:buChar char="§"/>
              <a:defRPr sz="1500" b="1">
                <a:solidFill>
                  <a:srgbClr val="58585A"/>
                </a:solidFill>
                <a:latin typeface="Arial" panose="020B0604020202020204" pitchFamily="34" charset="0"/>
                <a:ea typeface="Osaka"/>
                <a:cs typeface="Osaka"/>
              </a:defRPr>
            </a:lvl4pPr>
            <a:lvl5pPr marL="2057400" indent="-228600">
              <a:spcBef>
                <a:spcPct val="20000"/>
              </a:spcBef>
              <a:buClr>
                <a:srgbClr val="5A5A5A"/>
              </a:buClr>
              <a:buSzPct val="50000"/>
              <a:buFont typeface="Wingdings" panose="05000000000000000000" pitchFamily="2" charset="2"/>
              <a:buChar char="§"/>
              <a:defRPr sz="1300" b="1">
                <a:solidFill>
                  <a:srgbClr val="58585A"/>
                </a:solidFill>
                <a:latin typeface="Arial" panose="020B0604020202020204" pitchFamily="34" charset="0"/>
                <a:ea typeface="Osaka"/>
                <a:cs typeface="Osaka"/>
              </a:defRPr>
            </a:lvl5pPr>
            <a:lvl6pPr marL="2514600" indent="-228600" eaLnBrk="0" fontAlgn="base" hangingPunct="0">
              <a:spcBef>
                <a:spcPct val="20000"/>
              </a:spcBef>
              <a:spcAft>
                <a:spcPct val="0"/>
              </a:spcAft>
              <a:buClr>
                <a:srgbClr val="5A5A5A"/>
              </a:buClr>
              <a:buSzPct val="50000"/>
              <a:buFont typeface="Wingdings" panose="05000000000000000000" pitchFamily="2" charset="2"/>
              <a:buChar char="§"/>
              <a:defRPr sz="1300" b="1">
                <a:solidFill>
                  <a:srgbClr val="58585A"/>
                </a:solidFill>
                <a:latin typeface="Arial" panose="020B0604020202020204" pitchFamily="34" charset="0"/>
                <a:ea typeface="Osaka"/>
                <a:cs typeface="Osaka"/>
              </a:defRPr>
            </a:lvl6pPr>
            <a:lvl7pPr marL="2971800" indent="-228600" eaLnBrk="0" fontAlgn="base" hangingPunct="0">
              <a:spcBef>
                <a:spcPct val="20000"/>
              </a:spcBef>
              <a:spcAft>
                <a:spcPct val="0"/>
              </a:spcAft>
              <a:buClr>
                <a:srgbClr val="5A5A5A"/>
              </a:buClr>
              <a:buSzPct val="50000"/>
              <a:buFont typeface="Wingdings" panose="05000000000000000000" pitchFamily="2" charset="2"/>
              <a:buChar char="§"/>
              <a:defRPr sz="1300" b="1">
                <a:solidFill>
                  <a:srgbClr val="58585A"/>
                </a:solidFill>
                <a:latin typeface="Arial" panose="020B0604020202020204" pitchFamily="34" charset="0"/>
                <a:ea typeface="Osaka"/>
                <a:cs typeface="Osaka"/>
              </a:defRPr>
            </a:lvl7pPr>
            <a:lvl8pPr marL="3429000" indent="-228600" eaLnBrk="0" fontAlgn="base" hangingPunct="0">
              <a:spcBef>
                <a:spcPct val="20000"/>
              </a:spcBef>
              <a:spcAft>
                <a:spcPct val="0"/>
              </a:spcAft>
              <a:buClr>
                <a:srgbClr val="5A5A5A"/>
              </a:buClr>
              <a:buSzPct val="50000"/>
              <a:buFont typeface="Wingdings" panose="05000000000000000000" pitchFamily="2" charset="2"/>
              <a:buChar char="§"/>
              <a:defRPr sz="1300" b="1">
                <a:solidFill>
                  <a:srgbClr val="58585A"/>
                </a:solidFill>
                <a:latin typeface="Arial" panose="020B0604020202020204" pitchFamily="34" charset="0"/>
                <a:ea typeface="Osaka"/>
                <a:cs typeface="Osaka"/>
              </a:defRPr>
            </a:lvl8pPr>
            <a:lvl9pPr marL="3886200" indent="-228600" eaLnBrk="0" fontAlgn="base" hangingPunct="0">
              <a:spcBef>
                <a:spcPct val="20000"/>
              </a:spcBef>
              <a:spcAft>
                <a:spcPct val="0"/>
              </a:spcAft>
              <a:buClr>
                <a:srgbClr val="5A5A5A"/>
              </a:buClr>
              <a:buSzPct val="50000"/>
              <a:buFont typeface="Wingdings" panose="05000000000000000000" pitchFamily="2" charset="2"/>
              <a:buChar char="§"/>
              <a:defRPr sz="1300" b="1">
                <a:solidFill>
                  <a:srgbClr val="58585A"/>
                </a:solidFill>
                <a:latin typeface="Arial" panose="020B0604020202020204" pitchFamily="34" charset="0"/>
                <a:ea typeface="Osaka"/>
                <a:cs typeface="Osaka"/>
              </a:defRPr>
            </a:lvl9pPr>
          </a:lstStyle>
          <a:p>
            <a:pPr algn="ctr" fontAlgn="base">
              <a:spcBef>
                <a:spcPct val="0"/>
              </a:spcBef>
              <a:buClrTx/>
              <a:buSzTx/>
              <a:buFontTx/>
              <a:buNone/>
            </a:pPr>
            <a:r>
              <a:rPr lang="en-AU" altLang="en-US" sz="1050" dirty="0"/>
              <a:t>Mobile Broadband</a:t>
            </a:r>
          </a:p>
          <a:p>
            <a:pPr algn="ctr" fontAlgn="base">
              <a:spcBef>
                <a:spcPct val="0"/>
              </a:spcBef>
              <a:buClrTx/>
              <a:buSzTx/>
              <a:buFontTx/>
              <a:buNone/>
            </a:pPr>
            <a:r>
              <a:rPr lang="en-AU" altLang="en-US" sz="1050" dirty="0"/>
              <a:t>Enhanced Video</a:t>
            </a:r>
          </a:p>
        </p:txBody>
      </p:sp>
      <p:sp>
        <p:nvSpPr>
          <p:cNvPr id="11" name="TextBox 13"/>
          <p:cNvSpPr txBox="1">
            <a:spLocks noChangeArrowheads="1"/>
          </p:cNvSpPr>
          <p:nvPr/>
        </p:nvSpPr>
        <p:spPr bwMode="auto">
          <a:xfrm>
            <a:off x="5773003" y="4651197"/>
            <a:ext cx="2827437" cy="122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fontAlgn="ctr">
              <a:spcBef>
                <a:spcPct val="50000"/>
              </a:spcBef>
              <a:buClr>
                <a:srgbClr val="58585A"/>
              </a:buClr>
              <a:buSzPct val="150000"/>
              <a:buFont typeface="Wingdings" panose="05000000000000000000" pitchFamily="2" charset="2"/>
              <a:buChar char="§"/>
              <a:defRPr sz="2800" b="1">
                <a:solidFill>
                  <a:srgbClr val="58585A"/>
                </a:solidFill>
                <a:latin typeface="Arial" panose="020B0604020202020204" pitchFamily="34" charset="0"/>
                <a:ea typeface="Osaka"/>
                <a:cs typeface="Osaka"/>
              </a:defRPr>
            </a:lvl1pPr>
            <a:lvl2pPr marL="742950" indent="-285750" fontAlgn="ctr">
              <a:spcBef>
                <a:spcPct val="50000"/>
              </a:spcBef>
              <a:buClr>
                <a:srgbClr val="58585A"/>
              </a:buClr>
              <a:buSzPct val="150000"/>
              <a:buFont typeface="Wingdings" panose="05000000000000000000" pitchFamily="2" charset="2"/>
              <a:buChar char="§"/>
              <a:defRPr sz="2400" b="1">
                <a:solidFill>
                  <a:srgbClr val="58585A"/>
                </a:solidFill>
                <a:latin typeface="Arial" panose="020B0604020202020204" pitchFamily="34" charset="0"/>
                <a:ea typeface="Osaka"/>
                <a:cs typeface="Osaka"/>
              </a:defRPr>
            </a:lvl2pPr>
            <a:lvl3pPr marL="1143000" indent="-228600" fontAlgn="ctr">
              <a:spcBef>
                <a:spcPct val="50000"/>
              </a:spcBef>
              <a:buClr>
                <a:srgbClr val="58585A"/>
              </a:buClr>
              <a:buSzPct val="150000"/>
              <a:buFont typeface="Wingdings" panose="05000000000000000000" pitchFamily="2" charset="2"/>
              <a:buChar char="§"/>
              <a:defRPr sz="2000" b="1">
                <a:solidFill>
                  <a:srgbClr val="58585A"/>
                </a:solidFill>
                <a:latin typeface="Arial" panose="020B0604020202020204" pitchFamily="34" charset="0"/>
                <a:ea typeface="Osaka"/>
                <a:cs typeface="Osaka"/>
              </a:defRPr>
            </a:lvl3pPr>
            <a:lvl4pPr marL="1600200" indent="-228600">
              <a:spcBef>
                <a:spcPct val="20000"/>
              </a:spcBef>
              <a:buClr>
                <a:srgbClr val="5A5A5A"/>
              </a:buClr>
              <a:buSzPct val="75000"/>
              <a:buFont typeface="Wingdings" panose="05000000000000000000" pitchFamily="2" charset="2"/>
              <a:buChar char="§"/>
              <a:defRPr sz="1500" b="1">
                <a:solidFill>
                  <a:srgbClr val="58585A"/>
                </a:solidFill>
                <a:latin typeface="Arial" panose="020B0604020202020204" pitchFamily="34" charset="0"/>
                <a:ea typeface="Osaka"/>
                <a:cs typeface="Osaka"/>
              </a:defRPr>
            </a:lvl4pPr>
            <a:lvl5pPr marL="2057400" indent="-228600">
              <a:spcBef>
                <a:spcPct val="20000"/>
              </a:spcBef>
              <a:buClr>
                <a:srgbClr val="5A5A5A"/>
              </a:buClr>
              <a:buSzPct val="50000"/>
              <a:buFont typeface="Wingdings" panose="05000000000000000000" pitchFamily="2" charset="2"/>
              <a:buChar char="§"/>
              <a:defRPr sz="1300" b="1">
                <a:solidFill>
                  <a:srgbClr val="58585A"/>
                </a:solidFill>
                <a:latin typeface="Arial" panose="020B0604020202020204" pitchFamily="34" charset="0"/>
                <a:ea typeface="Osaka"/>
                <a:cs typeface="Osaka"/>
              </a:defRPr>
            </a:lvl5pPr>
            <a:lvl6pPr marL="2514600" indent="-228600" eaLnBrk="0" fontAlgn="base" hangingPunct="0">
              <a:spcBef>
                <a:spcPct val="20000"/>
              </a:spcBef>
              <a:spcAft>
                <a:spcPct val="0"/>
              </a:spcAft>
              <a:buClr>
                <a:srgbClr val="5A5A5A"/>
              </a:buClr>
              <a:buSzPct val="50000"/>
              <a:buFont typeface="Wingdings" panose="05000000000000000000" pitchFamily="2" charset="2"/>
              <a:buChar char="§"/>
              <a:defRPr sz="1300" b="1">
                <a:solidFill>
                  <a:srgbClr val="58585A"/>
                </a:solidFill>
                <a:latin typeface="Arial" panose="020B0604020202020204" pitchFamily="34" charset="0"/>
                <a:ea typeface="Osaka"/>
                <a:cs typeface="Osaka"/>
              </a:defRPr>
            </a:lvl6pPr>
            <a:lvl7pPr marL="2971800" indent="-228600" eaLnBrk="0" fontAlgn="base" hangingPunct="0">
              <a:spcBef>
                <a:spcPct val="20000"/>
              </a:spcBef>
              <a:spcAft>
                <a:spcPct val="0"/>
              </a:spcAft>
              <a:buClr>
                <a:srgbClr val="5A5A5A"/>
              </a:buClr>
              <a:buSzPct val="50000"/>
              <a:buFont typeface="Wingdings" panose="05000000000000000000" pitchFamily="2" charset="2"/>
              <a:buChar char="§"/>
              <a:defRPr sz="1300" b="1">
                <a:solidFill>
                  <a:srgbClr val="58585A"/>
                </a:solidFill>
                <a:latin typeface="Arial" panose="020B0604020202020204" pitchFamily="34" charset="0"/>
                <a:ea typeface="Osaka"/>
                <a:cs typeface="Osaka"/>
              </a:defRPr>
            </a:lvl7pPr>
            <a:lvl8pPr marL="3429000" indent="-228600" eaLnBrk="0" fontAlgn="base" hangingPunct="0">
              <a:spcBef>
                <a:spcPct val="20000"/>
              </a:spcBef>
              <a:spcAft>
                <a:spcPct val="0"/>
              </a:spcAft>
              <a:buClr>
                <a:srgbClr val="5A5A5A"/>
              </a:buClr>
              <a:buSzPct val="50000"/>
              <a:buFont typeface="Wingdings" panose="05000000000000000000" pitchFamily="2" charset="2"/>
              <a:buChar char="§"/>
              <a:defRPr sz="1300" b="1">
                <a:solidFill>
                  <a:srgbClr val="58585A"/>
                </a:solidFill>
                <a:latin typeface="Arial" panose="020B0604020202020204" pitchFamily="34" charset="0"/>
                <a:ea typeface="Osaka"/>
                <a:cs typeface="Osaka"/>
              </a:defRPr>
            </a:lvl8pPr>
            <a:lvl9pPr marL="3886200" indent="-228600" eaLnBrk="0" fontAlgn="base" hangingPunct="0">
              <a:spcBef>
                <a:spcPct val="20000"/>
              </a:spcBef>
              <a:spcAft>
                <a:spcPct val="0"/>
              </a:spcAft>
              <a:buClr>
                <a:srgbClr val="5A5A5A"/>
              </a:buClr>
              <a:buSzPct val="50000"/>
              <a:buFont typeface="Wingdings" panose="05000000000000000000" pitchFamily="2" charset="2"/>
              <a:buChar char="§"/>
              <a:defRPr sz="1300" b="1">
                <a:solidFill>
                  <a:srgbClr val="58585A"/>
                </a:solidFill>
                <a:latin typeface="Arial" panose="020B0604020202020204" pitchFamily="34" charset="0"/>
                <a:ea typeface="Osaka"/>
                <a:cs typeface="Osaka"/>
              </a:defRPr>
            </a:lvl9pPr>
          </a:lstStyle>
          <a:p>
            <a:pPr algn="ctr" fontAlgn="base">
              <a:spcBef>
                <a:spcPct val="0"/>
              </a:spcBef>
              <a:buClrTx/>
              <a:buSzTx/>
              <a:buNone/>
            </a:pPr>
            <a:r>
              <a:rPr lang="en-AU" altLang="en-US" sz="1050" dirty="0"/>
              <a:t>Mobile Connected World</a:t>
            </a:r>
          </a:p>
          <a:p>
            <a:pPr algn="ctr" fontAlgn="base">
              <a:spcBef>
                <a:spcPct val="0"/>
              </a:spcBef>
              <a:buClrTx/>
              <a:buSzTx/>
              <a:buNone/>
            </a:pPr>
            <a:r>
              <a:rPr lang="en-AU" altLang="en-US" sz="1050" dirty="0"/>
              <a:t>Enhanced Mobile Broadband</a:t>
            </a:r>
            <a:br>
              <a:rPr lang="en-AU" altLang="en-US" sz="1050" dirty="0"/>
            </a:br>
            <a:endParaRPr lang="en-AU" altLang="en-US" sz="1050" dirty="0"/>
          </a:p>
          <a:p>
            <a:pPr algn="ctr" fontAlgn="base">
              <a:spcBef>
                <a:spcPct val="0"/>
              </a:spcBef>
              <a:buClrTx/>
              <a:buSzTx/>
              <a:buNone/>
            </a:pPr>
            <a:r>
              <a:rPr lang="en-AU" altLang="en-US" sz="1050" dirty="0"/>
              <a:t>Low latency applications</a:t>
            </a:r>
          </a:p>
          <a:p>
            <a:pPr algn="ctr" fontAlgn="base">
              <a:spcBef>
                <a:spcPct val="0"/>
              </a:spcBef>
              <a:buClrTx/>
              <a:buSzTx/>
              <a:buFontTx/>
              <a:buNone/>
            </a:pPr>
            <a:r>
              <a:rPr lang="en-AU" altLang="en-US" sz="1050" dirty="0"/>
              <a:t>Internet of Things</a:t>
            </a:r>
          </a:p>
          <a:p>
            <a:pPr algn="ctr" fontAlgn="base">
              <a:spcBef>
                <a:spcPct val="0"/>
              </a:spcBef>
              <a:buClrTx/>
              <a:buSzTx/>
              <a:buFontTx/>
              <a:buNone/>
            </a:pPr>
            <a:r>
              <a:rPr lang="en-AU" altLang="en-US" sz="1050" dirty="0"/>
              <a:t>Augmented and Virtual Reality (AR &amp; VR)</a:t>
            </a:r>
          </a:p>
          <a:p>
            <a:pPr algn="ctr" fontAlgn="base">
              <a:spcBef>
                <a:spcPct val="0"/>
              </a:spcBef>
              <a:buClrTx/>
              <a:buSzTx/>
              <a:buFontTx/>
              <a:buNone/>
            </a:pPr>
            <a:endParaRPr lang="en-AU" altLang="en-US" sz="1050" dirty="0"/>
          </a:p>
        </p:txBody>
      </p:sp>
      <p:sp>
        <p:nvSpPr>
          <p:cNvPr id="12" name="TextBox 8"/>
          <p:cNvSpPr txBox="1">
            <a:spLocks noChangeArrowheads="1"/>
          </p:cNvSpPr>
          <p:nvPr/>
        </p:nvSpPr>
        <p:spPr bwMode="auto">
          <a:xfrm>
            <a:off x="6245203" y="2944414"/>
            <a:ext cx="2277344"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fontAlgn="ctr">
              <a:spcBef>
                <a:spcPct val="50000"/>
              </a:spcBef>
              <a:buClr>
                <a:srgbClr val="58585A"/>
              </a:buClr>
              <a:buSzPct val="150000"/>
              <a:buFont typeface="Wingdings" panose="05000000000000000000" pitchFamily="2" charset="2"/>
              <a:buChar char="§"/>
              <a:defRPr sz="2800" b="1">
                <a:solidFill>
                  <a:srgbClr val="58585A"/>
                </a:solidFill>
                <a:latin typeface="Arial" panose="020B0604020202020204" pitchFamily="34" charset="0"/>
                <a:ea typeface="Osaka"/>
                <a:cs typeface="Osaka"/>
              </a:defRPr>
            </a:lvl1pPr>
            <a:lvl2pPr marL="742950" indent="-285750" fontAlgn="ctr">
              <a:spcBef>
                <a:spcPct val="50000"/>
              </a:spcBef>
              <a:buClr>
                <a:srgbClr val="58585A"/>
              </a:buClr>
              <a:buSzPct val="150000"/>
              <a:buFont typeface="Wingdings" panose="05000000000000000000" pitchFamily="2" charset="2"/>
              <a:buChar char="§"/>
              <a:defRPr sz="2400" b="1">
                <a:solidFill>
                  <a:srgbClr val="58585A"/>
                </a:solidFill>
                <a:latin typeface="Arial" panose="020B0604020202020204" pitchFamily="34" charset="0"/>
                <a:ea typeface="Osaka"/>
                <a:cs typeface="Osaka"/>
              </a:defRPr>
            </a:lvl2pPr>
            <a:lvl3pPr marL="1143000" indent="-228600" fontAlgn="ctr">
              <a:spcBef>
                <a:spcPct val="50000"/>
              </a:spcBef>
              <a:buClr>
                <a:srgbClr val="58585A"/>
              </a:buClr>
              <a:buSzPct val="150000"/>
              <a:buFont typeface="Wingdings" panose="05000000000000000000" pitchFamily="2" charset="2"/>
              <a:buChar char="§"/>
              <a:defRPr sz="2000" b="1">
                <a:solidFill>
                  <a:srgbClr val="58585A"/>
                </a:solidFill>
                <a:latin typeface="Arial" panose="020B0604020202020204" pitchFamily="34" charset="0"/>
                <a:ea typeface="Osaka"/>
                <a:cs typeface="Osaka"/>
              </a:defRPr>
            </a:lvl3pPr>
            <a:lvl4pPr marL="1600200" indent="-228600">
              <a:spcBef>
                <a:spcPct val="20000"/>
              </a:spcBef>
              <a:buClr>
                <a:srgbClr val="5A5A5A"/>
              </a:buClr>
              <a:buSzPct val="75000"/>
              <a:buFont typeface="Wingdings" panose="05000000000000000000" pitchFamily="2" charset="2"/>
              <a:buChar char="§"/>
              <a:defRPr sz="1500" b="1">
                <a:solidFill>
                  <a:srgbClr val="58585A"/>
                </a:solidFill>
                <a:latin typeface="Arial" panose="020B0604020202020204" pitchFamily="34" charset="0"/>
                <a:ea typeface="Osaka"/>
                <a:cs typeface="Osaka"/>
              </a:defRPr>
            </a:lvl4pPr>
            <a:lvl5pPr marL="2057400" indent="-228600">
              <a:spcBef>
                <a:spcPct val="20000"/>
              </a:spcBef>
              <a:buClr>
                <a:srgbClr val="5A5A5A"/>
              </a:buClr>
              <a:buSzPct val="50000"/>
              <a:buFont typeface="Wingdings" panose="05000000000000000000" pitchFamily="2" charset="2"/>
              <a:buChar char="§"/>
              <a:defRPr sz="1300" b="1">
                <a:solidFill>
                  <a:srgbClr val="58585A"/>
                </a:solidFill>
                <a:latin typeface="Arial" panose="020B0604020202020204" pitchFamily="34" charset="0"/>
                <a:ea typeface="Osaka"/>
                <a:cs typeface="Osaka"/>
              </a:defRPr>
            </a:lvl5pPr>
            <a:lvl6pPr marL="2514600" indent="-228600" eaLnBrk="0" fontAlgn="base" hangingPunct="0">
              <a:spcBef>
                <a:spcPct val="20000"/>
              </a:spcBef>
              <a:spcAft>
                <a:spcPct val="0"/>
              </a:spcAft>
              <a:buClr>
                <a:srgbClr val="5A5A5A"/>
              </a:buClr>
              <a:buSzPct val="50000"/>
              <a:buFont typeface="Wingdings" panose="05000000000000000000" pitchFamily="2" charset="2"/>
              <a:buChar char="§"/>
              <a:defRPr sz="1300" b="1">
                <a:solidFill>
                  <a:srgbClr val="58585A"/>
                </a:solidFill>
                <a:latin typeface="Arial" panose="020B0604020202020204" pitchFamily="34" charset="0"/>
                <a:ea typeface="Osaka"/>
                <a:cs typeface="Osaka"/>
              </a:defRPr>
            </a:lvl6pPr>
            <a:lvl7pPr marL="2971800" indent="-228600" eaLnBrk="0" fontAlgn="base" hangingPunct="0">
              <a:spcBef>
                <a:spcPct val="20000"/>
              </a:spcBef>
              <a:spcAft>
                <a:spcPct val="0"/>
              </a:spcAft>
              <a:buClr>
                <a:srgbClr val="5A5A5A"/>
              </a:buClr>
              <a:buSzPct val="50000"/>
              <a:buFont typeface="Wingdings" panose="05000000000000000000" pitchFamily="2" charset="2"/>
              <a:buChar char="§"/>
              <a:defRPr sz="1300" b="1">
                <a:solidFill>
                  <a:srgbClr val="58585A"/>
                </a:solidFill>
                <a:latin typeface="Arial" panose="020B0604020202020204" pitchFamily="34" charset="0"/>
                <a:ea typeface="Osaka"/>
                <a:cs typeface="Osaka"/>
              </a:defRPr>
            </a:lvl7pPr>
            <a:lvl8pPr marL="3429000" indent="-228600" eaLnBrk="0" fontAlgn="base" hangingPunct="0">
              <a:spcBef>
                <a:spcPct val="20000"/>
              </a:spcBef>
              <a:spcAft>
                <a:spcPct val="0"/>
              </a:spcAft>
              <a:buClr>
                <a:srgbClr val="5A5A5A"/>
              </a:buClr>
              <a:buSzPct val="50000"/>
              <a:buFont typeface="Wingdings" panose="05000000000000000000" pitchFamily="2" charset="2"/>
              <a:buChar char="§"/>
              <a:defRPr sz="1300" b="1">
                <a:solidFill>
                  <a:srgbClr val="58585A"/>
                </a:solidFill>
                <a:latin typeface="Arial" panose="020B0604020202020204" pitchFamily="34" charset="0"/>
                <a:ea typeface="Osaka"/>
                <a:cs typeface="Osaka"/>
              </a:defRPr>
            </a:lvl8pPr>
            <a:lvl9pPr marL="3886200" indent="-228600" eaLnBrk="0" fontAlgn="base" hangingPunct="0">
              <a:spcBef>
                <a:spcPct val="20000"/>
              </a:spcBef>
              <a:spcAft>
                <a:spcPct val="0"/>
              </a:spcAft>
              <a:buClr>
                <a:srgbClr val="5A5A5A"/>
              </a:buClr>
              <a:buSzPct val="50000"/>
              <a:buFont typeface="Wingdings" panose="05000000000000000000" pitchFamily="2" charset="2"/>
              <a:buChar char="§"/>
              <a:defRPr sz="1300" b="1">
                <a:solidFill>
                  <a:srgbClr val="58585A"/>
                </a:solidFill>
                <a:latin typeface="Arial" panose="020B0604020202020204" pitchFamily="34" charset="0"/>
                <a:ea typeface="Osaka"/>
                <a:cs typeface="Osaka"/>
              </a:defRPr>
            </a:lvl9pPr>
          </a:lstStyle>
          <a:p>
            <a:pPr fontAlgn="base">
              <a:spcBef>
                <a:spcPct val="0"/>
              </a:spcBef>
              <a:buClrTx/>
              <a:buSzTx/>
              <a:buFontTx/>
              <a:buNone/>
            </a:pPr>
            <a:r>
              <a:rPr lang="en-AU" altLang="en-US" sz="1500" b="0" dirty="0">
                <a:solidFill>
                  <a:schemeClr val="tx1"/>
                </a:solidFill>
              </a:rPr>
              <a:t>Extreme speeds - Gbps</a:t>
            </a:r>
          </a:p>
          <a:p>
            <a:pPr fontAlgn="base">
              <a:spcBef>
                <a:spcPct val="0"/>
              </a:spcBef>
              <a:buClrTx/>
              <a:buSzTx/>
              <a:buFontTx/>
              <a:buNone/>
            </a:pPr>
            <a:r>
              <a:rPr lang="en-AU" altLang="en-US" sz="1500" b="0" dirty="0">
                <a:solidFill>
                  <a:schemeClr val="tx1"/>
                </a:solidFill>
              </a:rPr>
              <a:t>High Capacity – 10x</a:t>
            </a:r>
          </a:p>
          <a:p>
            <a:pPr fontAlgn="base">
              <a:spcBef>
                <a:spcPct val="0"/>
              </a:spcBef>
              <a:buClrTx/>
              <a:buSzTx/>
              <a:buFontTx/>
              <a:buNone/>
            </a:pPr>
            <a:r>
              <a:rPr lang="en-AU" altLang="en-US" sz="1500" b="0" dirty="0">
                <a:solidFill>
                  <a:schemeClr val="tx1"/>
                </a:solidFill>
              </a:rPr>
              <a:t>Low Latency – 1ms</a:t>
            </a:r>
          </a:p>
        </p:txBody>
      </p:sp>
      <p:sp>
        <p:nvSpPr>
          <p:cNvPr id="14" name="Left-Right Arrow 13"/>
          <p:cNvSpPr/>
          <p:nvPr/>
        </p:nvSpPr>
        <p:spPr>
          <a:xfrm>
            <a:off x="375047" y="4423173"/>
            <a:ext cx="5397956" cy="211096"/>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350" dirty="0"/>
          </a:p>
        </p:txBody>
      </p:sp>
      <p:sp>
        <p:nvSpPr>
          <p:cNvPr id="15" name="Left-Right Arrow 14"/>
          <p:cNvSpPr/>
          <p:nvPr/>
        </p:nvSpPr>
        <p:spPr>
          <a:xfrm>
            <a:off x="6012308" y="4418483"/>
            <a:ext cx="2226291" cy="211096"/>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350" dirty="0"/>
          </a:p>
        </p:txBody>
      </p:sp>
      <p:sp>
        <p:nvSpPr>
          <p:cNvPr id="18" name="TextBox 17"/>
          <p:cNvSpPr txBox="1"/>
          <p:nvPr/>
        </p:nvSpPr>
        <p:spPr>
          <a:xfrm>
            <a:off x="8172450" y="5657850"/>
            <a:ext cx="726164" cy="300082"/>
          </a:xfrm>
          <a:prstGeom prst="rect">
            <a:avLst/>
          </a:prstGeom>
          <a:noFill/>
        </p:spPr>
        <p:txBody>
          <a:bodyPr wrap="square" rtlCol="0">
            <a:spAutoFit/>
          </a:bodyPr>
          <a:lstStyle>
            <a:defPPr>
              <a:defRPr lang="en-US"/>
            </a:defPPr>
            <a:lvl1pPr algn="ctr">
              <a:defRPr>
                <a:solidFill>
                  <a:schemeClr val="bg1">
                    <a:lumMod val="50000"/>
                  </a:schemeClr>
                </a:solidFill>
              </a:defRPr>
            </a:lvl1pPr>
          </a:lstStyle>
          <a:p>
            <a:fld id="{88626FD4-E63F-4836-930E-120C4B24D408}" type="slidenum">
              <a:rPr lang="en-AU" sz="1350"/>
              <a:pPr/>
              <a:t>10</a:t>
            </a:fld>
            <a:endParaRPr lang="en-AU" sz="1350" dirty="0"/>
          </a:p>
        </p:txBody>
      </p:sp>
    </p:spTree>
    <p:extLst>
      <p:ext uri="{BB962C8B-B14F-4D97-AF65-F5344CB8AC3E}">
        <p14:creationId xmlns:p14="http://schemas.microsoft.com/office/powerpoint/2010/main" val="1476759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667000"/>
            <a:ext cx="6172200" cy="1066800"/>
          </a:xfrm>
          <a:solidFill>
            <a:srgbClr val="FFFF00"/>
          </a:solidFill>
        </p:spPr>
        <p:txBody>
          <a:bodyPr>
            <a:noAutofit/>
          </a:bodyPr>
          <a:lstStyle/>
          <a:p>
            <a:pPr marL="1143000" indent="-1143000"/>
            <a:r>
              <a:rPr lang="en-GB" b="1" dirty="0">
                <a:solidFill>
                  <a:srgbClr val="FF0000"/>
                </a:solidFill>
                <a:latin typeface="Times New Roman" pitchFamily="18" charset="0"/>
                <a:cs typeface="Times New Roman" pitchFamily="18" charset="0"/>
              </a:rPr>
              <a:t>3. EU project METIS</a:t>
            </a:r>
            <a:endParaRPr lang="en-GB" b="1" dirty="0">
              <a:solidFill>
                <a:srgbClr val="FF0000"/>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a:p>
        </p:txBody>
      </p:sp>
      <p:sp>
        <p:nvSpPr>
          <p:cNvPr id="42" name="TextBox 41"/>
          <p:cNvSpPr txBox="1"/>
          <p:nvPr/>
        </p:nvSpPr>
        <p:spPr>
          <a:xfrm>
            <a:off x="152400" y="997648"/>
            <a:ext cx="5454301" cy="3170099"/>
          </a:xfrm>
          <a:prstGeom prst="rect">
            <a:avLst/>
          </a:prstGeom>
          <a:solidFill>
            <a:srgbClr val="CCECFF"/>
          </a:solidFill>
        </p:spPr>
        <p:txBody>
          <a:bodyPr wrap="square" rtlCol="0">
            <a:spAutoFit/>
          </a:bodyPr>
          <a:lstStyle/>
          <a:p>
            <a:pPr algn="just">
              <a:buFont typeface="Wingdings" pitchFamily="2" charset="2"/>
              <a:buChar char="v"/>
            </a:pPr>
            <a:r>
              <a:rPr lang="en-GB" sz="2000" dirty="0">
                <a:latin typeface="Times New Roman" pitchFamily="18" charset="0"/>
                <a:cs typeface="Times New Roman" pitchFamily="18" charset="0"/>
              </a:rPr>
              <a:t>The EU project </a:t>
            </a:r>
            <a:r>
              <a:rPr lang="en-GB" sz="2000" b="1" dirty="0">
                <a:solidFill>
                  <a:srgbClr val="FF0000"/>
                </a:solidFill>
                <a:latin typeface="Times New Roman" pitchFamily="18" charset="0"/>
                <a:cs typeface="Times New Roman" pitchFamily="18" charset="0"/>
              </a:rPr>
              <a:t>METIS</a:t>
            </a:r>
            <a:r>
              <a:rPr lang="en-GB" sz="2000" dirty="0">
                <a:latin typeface="Times New Roman" pitchFamily="18" charset="0"/>
                <a:cs typeface="Times New Roman" pitchFamily="18" charset="0"/>
              </a:rPr>
              <a:t> which stands for </a:t>
            </a:r>
            <a:r>
              <a:rPr lang="en-GB" sz="2000" dirty="0">
                <a:solidFill>
                  <a:srgbClr val="FF0000"/>
                </a:solidFill>
                <a:latin typeface="Times New Roman" pitchFamily="18" charset="0"/>
                <a:cs typeface="Times New Roman" pitchFamily="18" charset="0"/>
              </a:rPr>
              <a:t>Mobile and wireless communications Enablers for the Twenty-twenty Information Society</a:t>
            </a:r>
            <a:r>
              <a:rPr lang="en-GB" sz="2000" i="1" dirty="0">
                <a:latin typeface="Times New Roman" pitchFamily="18" charset="0"/>
                <a:cs typeface="Times New Roman" pitchFamily="18" charset="0"/>
              </a:rPr>
              <a:t>.</a:t>
            </a:r>
          </a:p>
          <a:p>
            <a:pPr algn="just">
              <a:buFont typeface="Wingdings" pitchFamily="2" charset="2"/>
              <a:buChar char="v"/>
            </a:pPr>
            <a:endParaRPr lang="en-GB" sz="2000" i="1" dirty="0">
              <a:latin typeface="Times New Roman" pitchFamily="18" charset="0"/>
              <a:cs typeface="Times New Roman" pitchFamily="18" charset="0"/>
            </a:endParaRPr>
          </a:p>
          <a:p>
            <a:pPr algn="just">
              <a:buFont typeface="Wingdings" pitchFamily="2" charset="2"/>
              <a:buChar char="v"/>
            </a:pPr>
            <a:r>
              <a:rPr lang="en-GB" sz="2000" dirty="0">
                <a:latin typeface="Times New Roman" pitchFamily="18" charset="0"/>
                <a:cs typeface="Times New Roman" pitchFamily="18" charset="0"/>
              </a:rPr>
              <a:t>The main objective of the project is to lay the foundation of </a:t>
            </a:r>
            <a:r>
              <a:rPr lang="en-GB" sz="2000" b="1" dirty="0">
                <a:latin typeface="Times New Roman" pitchFamily="18" charset="0"/>
                <a:cs typeface="Times New Roman" pitchFamily="18" charset="0"/>
              </a:rPr>
              <a:t>5G </a:t>
            </a:r>
            <a:r>
              <a:rPr lang="en-GB" sz="2000" dirty="0">
                <a:latin typeface="Times New Roman" pitchFamily="18" charset="0"/>
                <a:cs typeface="Times New Roman" pitchFamily="18" charset="0"/>
              </a:rPr>
              <a:t>as the next generation mobile and wireless communications system. The project consortium consists of 25 partners representing vendors, operators, academic institutions, and the automotive industry.</a:t>
            </a:r>
          </a:p>
        </p:txBody>
      </p:sp>
      <p:pic>
        <p:nvPicPr>
          <p:cNvPr id="2050" name="Picture 2"/>
          <p:cNvPicPr>
            <a:picLocks noChangeAspect="1" noChangeArrowheads="1"/>
          </p:cNvPicPr>
          <p:nvPr/>
        </p:nvPicPr>
        <p:blipFill>
          <a:blip r:embed="rId2"/>
          <a:srcRect/>
          <a:stretch>
            <a:fillRect/>
          </a:stretch>
        </p:blipFill>
        <p:spPr bwMode="auto">
          <a:xfrm>
            <a:off x="5547823" y="938188"/>
            <a:ext cx="3481099" cy="2995854"/>
          </a:xfrm>
          <a:prstGeom prst="rect">
            <a:avLst/>
          </a:prstGeom>
          <a:noFill/>
          <a:ln w="9525">
            <a:noFill/>
            <a:miter lim="800000"/>
            <a:headEnd/>
            <a:tailEnd/>
          </a:ln>
          <a:effectLst/>
        </p:spPr>
      </p:pic>
      <p:pic>
        <p:nvPicPr>
          <p:cNvPr id="52226" name="Picture 2" descr="METIS 20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661158" cy="6858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304800" y="4507587"/>
            <a:ext cx="8610600" cy="2246769"/>
          </a:xfrm>
          <a:prstGeom prst="rect">
            <a:avLst/>
          </a:prstGeom>
          <a:solidFill>
            <a:srgbClr val="FFCCFF"/>
          </a:solidFill>
        </p:spPr>
        <p:txBody>
          <a:bodyPr wrap="square" rtlCol="0">
            <a:spAutoFit/>
          </a:bodyPr>
          <a:lstStyle/>
          <a:p>
            <a:r>
              <a:rPr lang="en-US" sz="2000" b="1" dirty="0">
                <a:solidFill>
                  <a:srgbClr val="0000CC"/>
                </a:solidFill>
                <a:latin typeface="Times New Roman" panose="02020603050405020304" pitchFamily="18" charset="0"/>
                <a:cs typeface="Times New Roman" panose="02020603050405020304" pitchFamily="18" charset="0"/>
              </a:rPr>
              <a:t>Vendors:</a:t>
            </a:r>
            <a:r>
              <a:rPr lang="en-US" sz="2000" dirty="0">
                <a:latin typeface="Times New Roman" panose="02020603050405020304" pitchFamily="18" charset="0"/>
                <a:cs typeface="Times New Roman" panose="02020603050405020304" pitchFamily="18" charset="0"/>
              </a:rPr>
              <a:t> Alcatel-Lucent, Ericsson, Huawei, Nokia, NSN</a:t>
            </a:r>
          </a:p>
          <a:p>
            <a:r>
              <a:rPr lang="en-US" sz="2000" b="1" dirty="0">
                <a:solidFill>
                  <a:srgbClr val="0000CC"/>
                </a:solidFill>
                <a:latin typeface="Times New Roman" panose="02020603050405020304" pitchFamily="18" charset="0"/>
                <a:cs typeface="Times New Roman" panose="02020603050405020304" pitchFamily="18" charset="0"/>
              </a:rPr>
              <a:t>Operators:</a:t>
            </a:r>
            <a:r>
              <a:rPr lang="en-US" sz="2000" dirty="0">
                <a:latin typeface="Times New Roman" panose="02020603050405020304" pitchFamily="18" charset="0"/>
                <a:cs typeface="Times New Roman" panose="02020603050405020304" pitchFamily="18" charset="0"/>
              </a:rPr>
              <a:t> Deutsche Telekom, DOCOMO, Orange, Telecom Italia, </a:t>
            </a:r>
            <a:r>
              <a:rPr lang="en-US" sz="2000" dirty="0" err="1">
                <a:latin typeface="Times New Roman" panose="02020603050405020304" pitchFamily="18" charset="0"/>
                <a:cs typeface="Times New Roman" panose="02020603050405020304" pitchFamily="18" charset="0"/>
              </a:rPr>
              <a:t>Telefonica</a:t>
            </a:r>
            <a:endParaRPr lang="en-US" sz="2000" dirty="0">
              <a:latin typeface="Times New Roman" panose="02020603050405020304" pitchFamily="18" charset="0"/>
              <a:cs typeface="Times New Roman" panose="02020603050405020304" pitchFamily="18" charset="0"/>
            </a:endParaRPr>
          </a:p>
          <a:p>
            <a:r>
              <a:rPr lang="en-US" sz="2000" b="1" dirty="0">
                <a:solidFill>
                  <a:srgbClr val="0000CC"/>
                </a:solidFill>
                <a:latin typeface="Times New Roman" panose="02020603050405020304" pitchFamily="18" charset="0"/>
                <a:cs typeface="Times New Roman" panose="02020603050405020304" pitchFamily="18" charset="0"/>
              </a:rPr>
              <a:t>Automobile industry: </a:t>
            </a:r>
            <a:r>
              <a:rPr lang="en-US" sz="2000" dirty="0">
                <a:latin typeface="Times New Roman" panose="02020603050405020304" pitchFamily="18" charset="0"/>
                <a:cs typeface="Times New Roman" panose="02020603050405020304" pitchFamily="18" charset="0"/>
              </a:rPr>
              <a:t>BMW</a:t>
            </a:r>
          </a:p>
          <a:p>
            <a:r>
              <a:rPr lang="en-US" sz="2000" b="1" dirty="0">
                <a:solidFill>
                  <a:srgbClr val="0000CC"/>
                </a:solidFill>
                <a:latin typeface="Times New Roman" panose="02020603050405020304" pitchFamily="18" charset="0"/>
                <a:cs typeface="Times New Roman" panose="02020603050405020304" pitchFamily="18" charset="0"/>
              </a:rPr>
              <a:t>Academic organization: </a:t>
            </a:r>
            <a:r>
              <a:rPr lang="en-US" sz="2000" dirty="0">
                <a:latin typeface="Times New Roman" panose="02020603050405020304" pitchFamily="18" charset="0"/>
                <a:cs typeface="Times New Roman" panose="02020603050405020304" pitchFamily="18" charset="0"/>
              </a:rPr>
              <a:t>AAU, Aalto, CTH, HHI, TB, ….</a:t>
            </a:r>
          </a:p>
          <a:p>
            <a:r>
              <a:rPr lang="en-US" sz="2000" b="1" dirty="0">
                <a:solidFill>
                  <a:srgbClr val="0000CC"/>
                </a:solidFill>
                <a:latin typeface="Times New Roman" panose="02020603050405020304" pitchFamily="18" charset="0"/>
                <a:cs typeface="Times New Roman" panose="02020603050405020304" pitchFamily="18" charset="0"/>
              </a:rPr>
              <a:t>Test and measurement vendors: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Anite</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hlinkClick r:id="rId4"/>
              </a:rPr>
              <a:t>https://metis2020.com/about-metis/partners/index.html</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13</a:t>
            </a:fld>
            <a:endParaRPr lang="en-US" dirty="0"/>
          </a:p>
        </p:txBody>
      </p:sp>
      <p:grpSp>
        <p:nvGrpSpPr>
          <p:cNvPr id="2" name="Group 4"/>
          <p:cNvGrpSpPr/>
          <p:nvPr/>
        </p:nvGrpSpPr>
        <p:grpSpPr>
          <a:xfrm>
            <a:off x="-76200" y="3429000"/>
            <a:ext cx="9372600" cy="2270125"/>
            <a:chOff x="-50800" y="3992563"/>
            <a:chExt cx="9418638" cy="2270125"/>
          </a:xfrm>
        </p:grpSpPr>
        <p:sp>
          <p:nvSpPr>
            <p:cNvPr id="6" name="Freeform 5"/>
            <p:cNvSpPr>
              <a:spLocks noChangeAspect="1"/>
            </p:cNvSpPr>
            <p:nvPr/>
          </p:nvSpPr>
          <p:spPr bwMode="auto">
            <a:xfrm>
              <a:off x="279400" y="5476875"/>
              <a:ext cx="8158163" cy="376238"/>
            </a:xfrm>
            <a:custGeom>
              <a:avLst/>
              <a:gdLst>
                <a:gd name="T0" fmla="*/ 2147483647 w 2017"/>
                <a:gd name="T1" fmla="*/ 2147483647 h 105"/>
                <a:gd name="T2" fmla="*/ 2147483647 w 2017"/>
                <a:gd name="T3" fmla="*/ 2147483647 h 105"/>
                <a:gd name="T4" fmla="*/ 2147483647 w 2017"/>
                <a:gd name="T5" fmla="*/ 0 h 105"/>
                <a:gd name="T6" fmla="*/ 2147483647 w 2017"/>
                <a:gd name="T7" fmla="*/ 0 h 105"/>
                <a:gd name="T8" fmla="*/ 0 w 2017"/>
                <a:gd name="T9" fmla="*/ 2147483647 h 105"/>
                <a:gd name="T10" fmla="*/ 0 w 2017"/>
                <a:gd name="T11" fmla="*/ 2147483647 h 105"/>
                <a:gd name="T12" fmla="*/ 2147483647 w 2017"/>
                <a:gd name="T13" fmla="*/ 2147483647 h 105"/>
                <a:gd name="T14" fmla="*/ 2147483647 w 2017"/>
                <a:gd name="T15" fmla="*/ 2147483647 h 105"/>
                <a:gd name="T16" fmla="*/ 2147483647 w 2017"/>
                <a:gd name="T17" fmla="*/ 2147483647 h 105"/>
                <a:gd name="T18" fmla="*/ 2147483647 w 2017"/>
                <a:gd name="T19" fmla="*/ 2147483647 h 105"/>
                <a:gd name="T20" fmla="*/ 2147483647 w 2017"/>
                <a:gd name="T21" fmla="*/ 2147483647 h 10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17"/>
                <a:gd name="T34" fmla="*/ 0 h 105"/>
                <a:gd name="T35" fmla="*/ 2017 w 2017"/>
                <a:gd name="T36" fmla="*/ 105 h 10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17" h="105">
                  <a:moveTo>
                    <a:pt x="2012" y="47"/>
                  </a:moveTo>
                  <a:cubicBezTo>
                    <a:pt x="1969" y="5"/>
                    <a:pt x="1969" y="5"/>
                    <a:pt x="1969" y="5"/>
                  </a:cubicBezTo>
                  <a:cubicBezTo>
                    <a:pt x="1969" y="5"/>
                    <a:pt x="1965" y="0"/>
                    <a:pt x="1956" y="0"/>
                  </a:cubicBezTo>
                  <a:cubicBezTo>
                    <a:pt x="1953" y="0"/>
                    <a:pt x="21" y="0"/>
                    <a:pt x="21" y="0"/>
                  </a:cubicBezTo>
                  <a:cubicBezTo>
                    <a:pt x="9" y="0"/>
                    <a:pt x="0" y="10"/>
                    <a:pt x="0" y="21"/>
                  </a:cubicBezTo>
                  <a:cubicBezTo>
                    <a:pt x="0" y="84"/>
                    <a:pt x="0" y="84"/>
                    <a:pt x="0" y="84"/>
                  </a:cubicBezTo>
                  <a:cubicBezTo>
                    <a:pt x="0" y="96"/>
                    <a:pt x="9" y="105"/>
                    <a:pt x="21" y="105"/>
                  </a:cubicBezTo>
                  <a:cubicBezTo>
                    <a:pt x="21" y="105"/>
                    <a:pt x="1953" y="105"/>
                    <a:pt x="1956" y="105"/>
                  </a:cubicBezTo>
                  <a:cubicBezTo>
                    <a:pt x="1964" y="105"/>
                    <a:pt x="1969" y="100"/>
                    <a:pt x="1969" y="100"/>
                  </a:cubicBezTo>
                  <a:cubicBezTo>
                    <a:pt x="1969" y="100"/>
                    <a:pt x="2006" y="64"/>
                    <a:pt x="2012" y="58"/>
                  </a:cubicBezTo>
                  <a:cubicBezTo>
                    <a:pt x="2017" y="52"/>
                    <a:pt x="2012" y="47"/>
                    <a:pt x="2012" y="47"/>
                  </a:cubicBezTo>
                  <a:close/>
                </a:path>
              </a:pathLst>
            </a:custGeom>
            <a:solidFill>
              <a:srgbClr val="A5C753"/>
            </a:solidFill>
            <a:ln w="9525">
              <a:noFill/>
              <a:round/>
              <a:headEnd/>
              <a:tailEnd/>
            </a:ln>
          </p:spPr>
          <p:txBody>
            <a:bodyPr anchor="ctr"/>
            <a:lstStyle/>
            <a:p>
              <a:endParaRPr lang="en-GB" sz="1400">
                <a:latin typeface="Times New Roman" pitchFamily="18" charset="0"/>
                <a:cs typeface="Times New Roman" pitchFamily="18" charset="0"/>
              </a:endParaRPr>
            </a:p>
          </p:txBody>
        </p:sp>
        <p:grpSp>
          <p:nvGrpSpPr>
            <p:cNvPr id="3" name="Group 2"/>
            <p:cNvGrpSpPr>
              <a:grpSpLocks/>
            </p:cNvGrpSpPr>
            <p:nvPr/>
          </p:nvGrpSpPr>
          <p:grpSpPr bwMode="auto">
            <a:xfrm>
              <a:off x="569913" y="5546701"/>
              <a:ext cx="6966798" cy="309980"/>
              <a:chOff x="952614" y="3804920"/>
              <a:chExt cx="8190360" cy="415703"/>
            </a:xfrm>
          </p:grpSpPr>
          <p:sp>
            <p:nvSpPr>
              <p:cNvPr id="33" name="Text Box 4"/>
              <p:cNvSpPr txBox="1">
                <a:spLocks noChangeArrowheads="1"/>
              </p:cNvSpPr>
              <p:nvPr/>
            </p:nvSpPr>
            <p:spPr bwMode="auto">
              <a:xfrm>
                <a:off x="952614" y="3804920"/>
                <a:ext cx="593079" cy="415670"/>
              </a:xfrm>
              <a:prstGeom prst="rect">
                <a:avLst/>
              </a:prstGeom>
              <a:noFill/>
              <a:ln w="9525">
                <a:noFill/>
                <a:round/>
                <a:headEnd/>
                <a:tailEnd/>
              </a:ln>
            </p:spPr>
            <p:txBody>
              <a:bodyPr wrap="none" lIns="72000" tIns="46800" rIns="72000" bIns="46800">
                <a:spAutoFit/>
              </a:bodyPr>
              <a:lstStyle/>
              <a:p>
                <a:pPr algn="ctr" defTabSz="457200">
                  <a:spcBef>
                    <a:spcPts val="1000"/>
                  </a:spcBef>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a:solidFill>
                      <a:srgbClr val="FFFFFF"/>
                    </a:solidFill>
                    <a:latin typeface="Times New Roman" pitchFamily="18" charset="0"/>
                    <a:cs typeface="Times New Roman" pitchFamily="18" charset="0"/>
                  </a:rPr>
                  <a:t>2012</a:t>
                </a:r>
              </a:p>
            </p:txBody>
          </p:sp>
          <p:sp>
            <p:nvSpPr>
              <p:cNvPr id="34" name="Text Box 6"/>
              <p:cNvSpPr txBox="1">
                <a:spLocks noChangeArrowheads="1"/>
              </p:cNvSpPr>
              <p:nvPr/>
            </p:nvSpPr>
            <p:spPr bwMode="auto">
              <a:xfrm>
                <a:off x="1902741" y="3804923"/>
                <a:ext cx="593079" cy="415670"/>
              </a:xfrm>
              <a:prstGeom prst="rect">
                <a:avLst/>
              </a:prstGeom>
              <a:noFill/>
              <a:ln w="9525">
                <a:noFill/>
                <a:round/>
                <a:headEnd/>
                <a:tailEnd/>
              </a:ln>
            </p:spPr>
            <p:txBody>
              <a:bodyPr wrap="none" lIns="72000" tIns="46800" rIns="72000" bIns="46800">
                <a:spAutoFit/>
              </a:bodyPr>
              <a:lstStyle/>
              <a:p>
                <a:pPr algn="ctr" defTabSz="457200">
                  <a:spcBef>
                    <a:spcPts val="1000"/>
                  </a:spcBef>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a:solidFill>
                      <a:srgbClr val="FFFFFF"/>
                    </a:solidFill>
                    <a:latin typeface="Times New Roman" pitchFamily="18" charset="0"/>
                    <a:cs typeface="Times New Roman" pitchFamily="18" charset="0"/>
                  </a:rPr>
                  <a:t>2013</a:t>
                </a:r>
              </a:p>
            </p:txBody>
          </p:sp>
          <p:sp>
            <p:nvSpPr>
              <p:cNvPr id="35" name="Text Box 12"/>
              <p:cNvSpPr txBox="1">
                <a:spLocks noChangeArrowheads="1"/>
              </p:cNvSpPr>
              <p:nvPr/>
            </p:nvSpPr>
            <p:spPr bwMode="auto">
              <a:xfrm>
                <a:off x="2851001" y="3804925"/>
                <a:ext cx="593079" cy="415670"/>
              </a:xfrm>
              <a:prstGeom prst="rect">
                <a:avLst/>
              </a:prstGeom>
              <a:noFill/>
              <a:ln w="9525">
                <a:noFill/>
                <a:round/>
                <a:headEnd/>
                <a:tailEnd/>
              </a:ln>
            </p:spPr>
            <p:txBody>
              <a:bodyPr wrap="none" lIns="72000" tIns="46800" rIns="72000" bIns="46800">
                <a:spAutoFit/>
              </a:bodyPr>
              <a:lstStyle/>
              <a:p>
                <a:pPr algn="ctr" defTabSz="457200">
                  <a:spcBef>
                    <a:spcPts val="1000"/>
                  </a:spcBef>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a:solidFill>
                      <a:srgbClr val="FFFFFF"/>
                    </a:solidFill>
                    <a:latin typeface="Times New Roman" pitchFamily="18" charset="0"/>
                    <a:cs typeface="Times New Roman" pitchFamily="18" charset="0"/>
                  </a:rPr>
                  <a:t>2014</a:t>
                </a:r>
              </a:p>
            </p:txBody>
          </p:sp>
          <p:sp>
            <p:nvSpPr>
              <p:cNvPr id="36" name="Text Box 14"/>
              <p:cNvSpPr txBox="1">
                <a:spLocks noChangeArrowheads="1"/>
              </p:cNvSpPr>
              <p:nvPr/>
            </p:nvSpPr>
            <p:spPr bwMode="auto">
              <a:xfrm>
                <a:off x="3801128" y="3804931"/>
                <a:ext cx="593079" cy="415671"/>
              </a:xfrm>
              <a:prstGeom prst="rect">
                <a:avLst/>
              </a:prstGeom>
              <a:noFill/>
              <a:ln w="9525">
                <a:noFill/>
                <a:round/>
                <a:headEnd/>
                <a:tailEnd/>
              </a:ln>
            </p:spPr>
            <p:txBody>
              <a:bodyPr wrap="none" lIns="72000" tIns="46800" rIns="72000" bIns="46800">
                <a:spAutoFit/>
              </a:bodyPr>
              <a:lstStyle/>
              <a:p>
                <a:pPr algn="ctr" defTabSz="457200">
                  <a:spcBef>
                    <a:spcPts val="1000"/>
                  </a:spcBef>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a:solidFill>
                      <a:srgbClr val="FFFFFF"/>
                    </a:solidFill>
                    <a:latin typeface="Times New Roman" pitchFamily="18" charset="0"/>
                    <a:cs typeface="Times New Roman" pitchFamily="18" charset="0"/>
                  </a:rPr>
                  <a:t>2015</a:t>
                </a:r>
              </a:p>
            </p:txBody>
          </p:sp>
          <p:sp>
            <p:nvSpPr>
              <p:cNvPr id="37" name="Text Box 16"/>
              <p:cNvSpPr txBox="1">
                <a:spLocks noChangeArrowheads="1"/>
              </p:cNvSpPr>
              <p:nvPr/>
            </p:nvSpPr>
            <p:spPr bwMode="auto">
              <a:xfrm>
                <a:off x="4753121" y="3804933"/>
                <a:ext cx="593079" cy="415671"/>
              </a:xfrm>
              <a:prstGeom prst="rect">
                <a:avLst/>
              </a:prstGeom>
              <a:noFill/>
              <a:ln w="9525">
                <a:noFill/>
                <a:round/>
                <a:headEnd/>
                <a:tailEnd/>
              </a:ln>
            </p:spPr>
            <p:txBody>
              <a:bodyPr wrap="none" lIns="72000" tIns="46800" rIns="72000" bIns="46800">
                <a:spAutoFit/>
              </a:bodyPr>
              <a:lstStyle/>
              <a:p>
                <a:pPr algn="ctr" defTabSz="457200">
                  <a:spcBef>
                    <a:spcPts val="1000"/>
                  </a:spcBef>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a:solidFill>
                      <a:srgbClr val="FFFFFF"/>
                    </a:solidFill>
                    <a:latin typeface="Times New Roman" pitchFamily="18" charset="0"/>
                    <a:cs typeface="Times New Roman" pitchFamily="18" charset="0"/>
                  </a:rPr>
                  <a:t>2016</a:t>
                </a:r>
              </a:p>
            </p:txBody>
          </p:sp>
          <p:sp>
            <p:nvSpPr>
              <p:cNvPr id="38" name="Text Box 18"/>
              <p:cNvSpPr txBox="1">
                <a:spLocks noChangeArrowheads="1"/>
              </p:cNvSpPr>
              <p:nvPr/>
            </p:nvSpPr>
            <p:spPr bwMode="auto">
              <a:xfrm>
                <a:off x="5701381" y="3804939"/>
                <a:ext cx="593079" cy="415672"/>
              </a:xfrm>
              <a:prstGeom prst="rect">
                <a:avLst/>
              </a:prstGeom>
              <a:noFill/>
              <a:ln w="9525">
                <a:noFill/>
                <a:round/>
                <a:headEnd/>
                <a:tailEnd/>
              </a:ln>
            </p:spPr>
            <p:txBody>
              <a:bodyPr wrap="none" lIns="72000" tIns="46800" rIns="72000" bIns="46800">
                <a:spAutoFit/>
              </a:bodyPr>
              <a:lstStyle/>
              <a:p>
                <a:pPr algn="ctr" defTabSz="457200">
                  <a:spcBef>
                    <a:spcPts val="1000"/>
                  </a:spcBef>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a:solidFill>
                      <a:srgbClr val="FFFFFF"/>
                    </a:solidFill>
                    <a:latin typeface="Times New Roman" pitchFamily="18" charset="0"/>
                    <a:cs typeface="Times New Roman" pitchFamily="18" charset="0"/>
                  </a:rPr>
                  <a:t>2017</a:t>
                </a:r>
              </a:p>
            </p:txBody>
          </p:sp>
          <p:sp>
            <p:nvSpPr>
              <p:cNvPr id="39" name="Text Box 20"/>
              <p:cNvSpPr txBox="1">
                <a:spLocks noChangeArrowheads="1"/>
              </p:cNvSpPr>
              <p:nvPr/>
            </p:nvSpPr>
            <p:spPr bwMode="auto">
              <a:xfrm>
                <a:off x="6649641" y="3804941"/>
                <a:ext cx="593079" cy="415672"/>
              </a:xfrm>
              <a:prstGeom prst="rect">
                <a:avLst/>
              </a:prstGeom>
              <a:noFill/>
              <a:ln w="9525">
                <a:noFill/>
                <a:round/>
                <a:headEnd/>
                <a:tailEnd/>
              </a:ln>
            </p:spPr>
            <p:txBody>
              <a:bodyPr wrap="none" lIns="72000" tIns="46800" rIns="72000" bIns="46800">
                <a:spAutoFit/>
              </a:bodyPr>
              <a:lstStyle/>
              <a:p>
                <a:pPr algn="ctr" defTabSz="457200">
                  <a:spcBef>
                    <a:spcPts val="1000"/>
                  </a:spcBef>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a:solidFill>
                      <a:srgbClr val="FFFFFF"/>
                    </a:solidFill>
                    <a:latin typeface="Times New Roman" pitchFamily="18" charset="0"/>
                    <a:cs typeface="Times New Roman" pitchFamily="18" charset="0"/>
                  </a:rPr>
                  <a:t>2018</a:t>
                </a:r>
              </a:p>
            </p:txBody>
          </p:sp>
          <p:sp>
            <p:nvSpPr>
              <p:cNvPr id="40" name="Text Box 22"/>
              <p:cNvSpPr txBox="1">
                <a:spLocks noChangeArrowheads="1"/>
              </p:cNvSpPr>
              <p:nvPr/>
            </p:nvSpPr>
            <p:spPr bwMode="auto">
              <a:xfrm>
                <a:off x="7601636" y="3804947"/>
                <a:ext cx="593079" cy="415673"/>
              </a:xfrm>
              <a:prstGeom prst="rect">
                <a:avLst/>
              </a:prstGeom>
              <a:noFill/>
              <a:ln w="9525">
                <a:noFill/>
                <a:round/>
                <a:headEnd/>
                <a:tailEnd/>
              </a:ln>
            </p:spPr>
            <p:txBody>
              <a:bodyPr wrap="none" lIns="72000" tIns="46800" rIns="72000" bIns="46800">
                <a:spAutoFit/>
              </a:bodyPr>
              <a:lstStyle/>
              <a:p>
                <a:pPr algn="ctr" defTabSz="457200">
                  <a:spcBef>
                    <a:spcPts val="1000"/>
                  </a:spcBef>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a:solidFill>
                      <a:srgbClr val="FFFFFF"/>
                    </a:solidFill>
                    <a:latin typeface="Times New Roman" pitchFamily="18" charset="0"/>
                    <a:cs typeface="Times New Roman" pitchFamily="18" charset="0"/>
                  </a:rPr>
                  <a:t>2019</a:t>
                </a:r>
              </a:p>
            </p:txBody>
          </p:sp>
          <p:sp>
            <p:nvSpPr>
              <p:cNvPr id="41" name="Text Box 24"/>
              <p:cNvSpPr txBox="1">
                <a:spLocks noChangeArrowheads="1"/>
              </p:cNvSpPr>
              <p:nvPr/>
            </p:nvSpPr>
            <p:spPr bwMode="auto">
              <a:xfrm>
                <a:off x="8549895" y="3804950"/>
                <a:ext cx="593079" cy="415673"/>
              </a:xfrm>
              <a:prstGeom prst="rect">
                <a:avLst/>
              </a:prstGeom>
              <a:noFill/>
              <a:ln w="9525">
                <a:noFill/>
                <a:round/>
                <a:headEnd/>
                <a:tailEnd/>
              </a:ln>
            </p:spPr>
            <p:txBody>
              <a:bodyPr wrap="none" lIns="72000" tIns="46800" rIns="72000" bIns="46800">
                <a:spAutoFit/>
              </a:bodyPr>
              <a:lstStyle/>
              <a:p>
                <a:pPr algn="ctr" defTabSz="457200">
                  <a:spcBef>
                    <a:spcPts val="1000"/>
                  </a:spcBef>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a:solidFill>
                      <a:srgbClr val="FFFFFF"/>
                    </a:solidFill>
                    <a:latin typeface="Times New Roman" pitchFamily="18" charset="0"/>
                    <a:cs typeface="Times New Roman" pitchFamily="18" charset="0"/>
                  </a:rPr>
                  <a:t>2020</a:t>
                </a:r>
              </a:p>
            </p:txBody>
          </p:sp>
        </p:grpSp>
        <p:grpSp>
          <p:nvGrpSpPr>
            <p:cNvPr id="5" name="Group 1"/>
            <p:cNvGrpSpPr>
              <a:grpSpLocks/>
            </p:cNvGrpSpPr>
            <p:nvPr/>
          </p:nvGrpSpPr>
          <p:grpSpPr bwMode="auto">
            <a:xfrm>
              <a:off x="431766" y="5480050"/>
              <a:ext cx="7275150" cy="371475"/>
              <a:chOff x="788988" y="4241800"/>
              <a:chExt cx="8555037" cy="493713"/>
            </a:xfrm>
          </p:grpSpPr>
          <p:sp>
            <p:nvSpPr>
              <p:cNvPr id="23" name="Line 9"/>
              <p:cNvSpPr>
                <a:spLocks noChangeShapeType="1"/>
              </p:cNvSpPr>
              <p:nvPr/>
            </p:nvSpPr>
            <p:spPr bwMode="auto">
              <a:xfrm>
                <a:off x="9337675" y="4241800"/>
                <a:ext cx="6350" cy="493713"/>
              </a:xfrm>
              <a:prstGeom prst="line">
                <a:avLst/>
              </a:prstGeom>
              <a:noFill/>
              <a:ln w="12600" algn="ctr">
                <a:solidFill>
                  <a:srgbClr val="BED682"/>
                </a:solidFill>
                <a:miter lim="800000"/>
                <a:headEnd/>
                <a:tailEnd/>
              </a:ln>
            </p:spPr>
            <p:txBody>
              <a:bodyPr/>
              <a:lstStyle/>
              <a:p>
                <a:endParaRPr lang="en-GB" sz="1400">
                  <a:latin typeface="Times New Roman" pitchFamily="18" charset="0"/>
                  <a:cs typeface="Times New Roman" pitchFamily="18" charset="0"/>
                </a:endParaRPr>
              </a:p>
            </p:txBody>
          </p:sp>
          <p:sp>
            <p:nvSpPr>
              <p:cNvPr id="24" name="Line 10"/>
              <p:cNvSpPr>
                <a:spLocks noChangeShapeType="1"/>
              </p:cNvSpPr>
              <p:nvPr/>
            </p:nvSpPr>
            <p:spPr bwMode="auto">
              <a:xfrm>
                <a:off x="788988" y="4241800"/>
                <a:ext cx="6350" cy="493713"/>
              </a:xfrm>
              <a:prstGeom prst="line">
                <a:avLst/>
              </a:prstGeom>
              <a:noFill/>
              <a:ln w="12600" algn="ctr">
                <a:solidFill>
                  <a:srgbClr val="BED682"/>
                </a:solidFill>
                <a:miter lim="800000"/>
                <a:headEnd/>
                <a:tailEnd/>
              </a:ln>
            </p:spPr>
            <p:txBody>
              <a:bodyPr/>
              <a:lstStyle/>
              <a:p>
                <a:endParaRPr lang="en-GB" sz="1400">
                  <a:latin typeface="Times New Roman" pitchFamily="18" charset="0"/>
                  <a:cs typeface="Times New Roman" pitchFamily="18" charset="0"/>
                </a:endParaRPr>
              </a:p>
            </p:txBody>
          </p:sp>
          <p:sp>
            <p:nvSpPr>
              <p:cNvPr id="25" name="Line 11"/>
              <p:cNvSpPr>
                <a:spLocks noChangeShapeType="1"/>
              </p:cNvSpPr>
              <p:nvPr/>
            </p:nvSpPr>
            <p:spPr bwMode="auto">
              <a:xfrm>
                <a:off x="1739371" y="4241800"/>
                <a:ext cx="6350" cy="493713"/>
              </a:xfrm>
              <a:prstGeom prst="line">
                <a:avLst/>
              </a:prstGeom>
              <a:noFill/>
              <a:ln w="12600" algn="ctr">
                <a:solidFill>
                  <a:srgbClr val="BED682"/>
                </a:solidFill>
                <a:miter lim="800000"/>
                <a:headEnd/>
                <a:tailEnd/>
              </a:ln>
            </p:spPr>
            <p:txBody>
              <a:bodyPr/>
              <a:lstStyle/>
              <a:p>
                <a:endParaRPr lang="en-GB" sz="1400">
                  <a:latin typeface="Times New Roman" pitchFamily="18" charset="0"/>
                  <a:cs typeface="Times New Roman" pitchFamily="18" charset="0"/>
                </a:endParaRPr>
              </a:p>
            </p:txBody>
          </p:sp>
          <p:sp>
            <p:nvSpPr>
              <p:cNvPr id="26" name="Line 13"/>
              <p:cNvSpPr>
                <a:spLocks noChangeShapeType="1"/>
              </p:cNvSpPr>
              <p:nvPr/>
            </p:nvSpPr>
            <p:spPr bwMode="auto">
              <a:xfrm>
                <a:off x="2689754" y="4241800"/>
                <a:ext cx="4763" cy="493713"/>
              </a:xfrm>
              <a:prstGeom prst="line">
                <a:avLst/>
              </a:prstGeom>
              <a:noFill/>
              <a:ln w="12600" algn="ctr">
                <a:solidFill>
                  <a:srgbClr val="BED682"/>
                </a:solidFill>
                <a:miter lim="800000"/>
                <a:headEnd/>
                <a:tailEnd/>
              </a:ln>
            </p:spPr>
            <p:txBody>
              <a:bodyPr/>
              <a:lstStyle/>
              <a:p>
                <a:endParaRPr lang="en-GB" sz="1400">
                  <a:latin typeface="Times New Roman" pitchFamily="18" charset="0"/>
                  <a:cs typeface="Times New Roman" pitchFamily="18" charset="0"/>
                </a:endParaRPr>
              </a:p>
            </p:txBody>
          </p:sp>
          <p:sp>
            <p:nvSpPr>
              <p:cNvPr id="27" name="Line 15"/>
              <p:cNvSpPr>
                <a:spLocks noChangeShapeType="1"/>
              </p:cNvSpPr>
              <p:nvPr/>
            </p:nvSpPr>
            <p:spPr bwMode="auto">
              <a:xfrm>
                <a:off x="3638550" y="4241800"/>
                <a:ext cx="6350" cy="493713"/>
              </a:xfrm>
              <a:prstGeom prst="line">
                <a:avLst/>
              </a:prstGeom>
              <a:noFill/>
              <a:ln w="12600" algn="ctr">
                <a:solidFill>
                  <a:srgbClr val="BED682"/>
                </a:solidFill>
                <a:miter lim="800000"/>
                <a:headEnd/>
                <a:tailEnd/>
              </a:ln>
            </p:spPr>
            <p:txBody>
              <a:bodyPr/>
              <a:lstStyle/>
              <a:p>
                <a:endParaRPr lang="en-GB" sz="1400">
                  <a:latin typeface="Times New Roman" pitchFamily="18" charset="0"/>
                  <a:cs typeface="Times New Roman" pitchFamily="18" charset="0"/>
                </a:endParaRPr>
              </a:p>
            </p:txBody>
          </p:sp>
          <p:sp>
            <p:nvSpPr>
              <p:cNvPr id="28" name="Line 17"/>
              <p:cNvSpPr>
                <a:spLocks noChangeShapeType="1"/>
              </p:cNvSpPr>
              <p:nvPr/>
            </p:nvSpPr>
            <p:spPr bwMode="auto">
              <a:xfrm>
                <a:off x="4588933" y="4241800"/>
                <a:ext cx="6350" cy="493713"/>
              </a:xfrm>
              <a:prstGeom prst="line">
                <a:avLst/>
              </a:prstGeom>
              <a:noFill/>
              <a:ln w="12600" algn="ctr">
                <a:solidFill>
                  <a:srgbClr val="BED682"/>
                </a:solidFill>
                <a:miter lim="800000"/>
                <a:headEnd/>
                <a:tailEnd/>
              </a:ln>
            </p:spPr>
            <p:txBody>
              <a:bodyPr/>
              <a:lstStyle/>
              <a:p>
                <a:endParaRPr lang="en-GB" sz="1400">
                  <a:latin typeface="Times New Roman" pitchFamily="18" charset="0"/>
                  <a:cs typeface="Times New Roman" pitchFamily="18" charset="0"/>
                </a:endParaRPr>
              </a:p>
            </p:txBody>
          </p:sp>
          <p:sp>
            <p:nvSpPr>
              <p:cNvPr id="29" name="Line 19"/>
              <p:cNvSpPr>
                <a:spLocks noChangeShapeType="1"/>
              </p:cNvSpPr>
              <p:nvPr/>
            </p:nvSpPr>
            <p:spPr bwMode="auto">
              <a:xfrm>
                <a:off x="5539316" y="4241800"/>
                <a:ext cx="4762" cy="493713"/>
              </a:xfrm>
              <a:prstGeom prst="line">
                <a:avLst/>
              </a:prstGeom>
              <a:noFill/>
              <a:ln w="12600" algn="ctr">
                <a:solidFill>
                  <a:srgbClr val="BED682"/>
                </a:solidFill>
                <a:miter lim="800000"/>
                <a:headEnd/>
                <a:tailEnd/>
              </a:ln>
            </p:spPr>
            <p:txBody>
              <a:bodyPr/>
              <a:lstStyle/>
              <a:p>
                <a:endParaRPr lang="en-GB" sz="1400">
                  <a:latin typeface="Times New Roman" pitchFamily="18" charset="0"/>
                  <a:cs typeface="Times New Roman" pitchFamily="18" charset="0"/>
                </a:endParaRPr>
              </a:p>
            </p:txBody>
          </p:sp>
          <p:sp>
            <p:nvSpPr>
              <p:cNvPr id="30" name="Line 21"/>
              <p:cNvSpPr>
                <a:spLocks noChangeShapeType="1"/>
              </p:cNvSpPr>
              <p:nvPr/>
            </p:nvSpPr>
            <p:spPr bwMode="auto">
              <a:xfrm>
                <a:off x="6488111" y="4241800"/>
                <a:ext cx="6350" cy="493713"/>
              </a:xfrm>
              <a:prstGeom prst="line">
                <a:avLst/>
              </a:prstGeom>
              <a:noFill/>
              <a:ln w="12600" algn="ctr">
                <a:solidFill>
                  <a:srgbClr val="BED682"/>
                </a:solidFill>
                <a:miter lim="800000"/>
                <a:headEnd/>
                <a:tailEnd/>
              </a:ln>
            </p:spPr>
            <p:txBody>
              <a:bodyPr/>
              <a:lstStyle/>
              <a:p>
                <a:endParaRPr lang="en-GB" sz="1400">
                  <a:latin typeface="Times New Roman" pitchFamily="18" charset="0"/>
                  <a:cs typeface="Times New Roman" pitchFamily="18" charset="0"/>
                </a:endParaRPr>
              </a:p>
            </p:txBody>
          </p:sp>
          <p:sp>
            <p:nvSpPr>
              <p:cNvPr id="31" name="Line 23"/>
              <p:cNvSpPr>
                <a:spLocks noChangeShapeType="1"/>
              </p:cNvSpPr>
              <p:nvPr/>
            </p:nvSpPr>
            <p:spPr bwMode="auto">
              <a:xfrm>
                <a:off x="7438494" y="4241800"/>
                <a:ext cx="6350" cy="493713"/>
              </a:xfrm>
              <a:prstGeom prst="line">
                <a:avLst/>
              </a:prstGeom>
              <a:noFill/>
              <a:ln w="12600" algn="ctr">
                <a:solidFill>
                  <a:srgbClr val="BED682"/>
                </a:solidFill>
                <a:miter lim="800000"/>
                <a:headEnd/>
                <a:tailEnd/>
              </a:ln>
            </p:spPr>
            <p:txBody>
              <a:bodyPr/>
              <a:lstStyle/>
              <a:p>
                <a:endParaRPr lang="en-GB" sz="1400">
                  <a:latin typeface="Times New Roman" pitchFamily="18" charset="0"/>
                  <a:cs typeface="Times New Roman" pitchFamily="18" charset="0"/>
                </a:endParaRPr>
              </a:p>
            </p:txBody>
          </p:sp>
          <p:sp>
            <p:nvSpPr>
              <p:cNvPr id="32" name="Line 25"/>
              <p:cNvSpPr>
                <a:spLocks noChangeShapeType="1"/>
              </p:cNvSpPr>
              <p:nvPr/>
            </p:nvSpPr>
            <p:spPr bwMode="auto">
              <a:xfrm>
                <a:off x="8388877" y="4241800"/>
                <a:ext cx="4763" cy="493713"/>
              </a:xfrm>
              <a:prstGeom prst="line">
                <a:avLst/>
              </a:prstGeom>
              <a:noFill/>
              <a:ln w="12600" algn="ctr">
                <a:solidFill>
                  <a:srgbClr val="BED682"/>
                </a:solidFill>
                <a:miter lim="800000"/>
                <a:headEnd/>
                <a:tailEnd/>
              </a:ln>
            </p:spPr>
            <p:txBody>
              <a:bodyPr/>
              <a:lstStyle/>
              <a:p>
                <a:endParaRPr lang="en-GB" sz="1400">
                  <a:latin typeface="Times New Roman" pitchFamily="18" charset="0"/>
                  <a:cs typeface="Times New Roman" pitchFamily="18" charset="0"/>
                </a:endParaRPr>
              </a:p>
            </p:txBody>
          </p:sp>
        </p:grpSp>
        <p:sp>
          <p:nvSpPr>
            <p:cNvPr id="9" name="Freeform 7"/>
            <p:cNvSpPr>
              <a:spLocks noChangeAspect="1"/>
            </p:cNvSpPr>
            <p:nvPr/>
          </p:nvSpPr>
          <p:spPr bwMode="auto">
            <a:xfrm>
              <a:off x="392113" y="5915025"/>
              <a:ext cx="900112" cy="331788"/>
            </a:xfrm>
            <a:custGeom>
              <a:avLst/>
              <a:gdLst>
                <a:gd name="T0" fmla="*/ 2147483647 w 545"/>
                <a:gd name="T1" fmla="*/ 2147483647 h 227"/>
                <a:gd name="T2" fmla="*/ 0 w 545"/>
                <a:gd name="T3" fmla="*/ 2147483647 h 227"/>
                <a:gd name="T4" fmla="*/ 0 w 545"/>
                <a:gd name="T5" fmla="*/ 2147483647 h 227"/>
                <a:gd name="T6" fmla="*/ 0 w 545"/>
                <a:gd name="T7" fmla="*/ 2147483647 h 227"/>
                <a:gd name="T8" fmla="*/ 2147483647 w 545"/>
                <a:gd name="T9" fmla="*/ 0 h 227"/>
                <a:gd name="T10" fmla="*/ 2147483647 w 545"/>
                <a:gd name="T11" fmla="*/ 0 h 227"/>
                <a:gd name="T12" fmla="*/ 2147483647 w 545"/>
                <a:gd name="T13" fmla="*/ 0 h 227"/>
                <a:gd name="T14" fmla="*/ 2147483647 w 545"/>
                <a:gd name="T15" fmla="*/ 2147483647 h 227"/>
                <a:gd name="T16" fmla="*/ 2147483647 w 545"/>
                <a:gd name="T17" fmla="*/ 2147483647 h 227"/>
                <a:gd name="T18" fmla="*/ 2147483647 w 545"/>
                <a:gd name="T19" fmla="*/ 2147483647 h 227"/>
                <a:gd name="T20" fmla="*/ 2147483647 w 545"/>
                <a:gd name="T21" fmla="*/ 2147483647 h 227"/>
                <a:gd name="T22" fmla="*/ 2147483647 w 545"/>
                <a:gd name="T23" fmla="*/ 2147483647 h 227"/>
                <a:gd name="T24" fmla="*/ 2147483647 w 545"/>
                <a:gd name="T25" fmla="*/ 2147483647 h 227"/>
                <a:gd name="T26" fmla="*/ 2147483647 w 545"/>
                <a:gd name="T27" fmla="*/ 2147483647 h 227"/>
                <a:gd name="T28" fmla="*/ 2147483647 w 545"/>
                <a:gd name="T29" fmla="*/ 2147483647 h 227"/>
                <a:gd name="T30" fmla="*/ 2147483647 w 545"/>
                <a:gd name="T31" fmla="*/ 2147483647 h 227"/>
                <a:gd name="T32" fmla="*/ 2147483647 w 545"/>
                <a:gd name="T33" fmla="*/ 2147483647 h 227"/>
                <a:gd name="T34" fmla="*/ 2147483647 w 545"/>
                <a:gd name="T35" fmla="*/ 2147483647 h 227"/>
                <a:gd name="T36" fmla="*/ 2147483647 w 545"/>
                <a:gd name="T37" fmla="*/ 2147483647 h 227"/>
                <a:gd name="T38" fmla="*/ 2147483647 w 545"/>
                <a:gd name="T39" fmla="*/ 2147483647 h 227"/>
                <a:gd name="T40" fmla="*/ 2147483647 w 545"/>
                <a:gd name="T41" fmla="*/ 2147483647 h 227"/>
                <a:gd name="T42" fmla="*/ 2147483647 w 545"/>
                <a:gd name="T43" fmla="*/ 2147483647 h 227"/>
                <a:gd name="T44" fmla="*/ 2147483647 w 545"/>
                <a:gd name="T45" fmla="*/ 2147483647 h 227"/>
                <a:gd name="T46" fmla="*/ 2147483647 w 545"/>
                <a:gd name="T47" fmla="*/ 2147483647 h 227"/>
                <a:gd name="T48" fmla="*/ 2147483647 w 545"/>
                <a:gd name="T49" fmla="*/ 2147483647 h 227"/>
                <a:gd name="T50" fmla="*/ 2147483647 w 545"/>
                <a:gd name="T51" fmla="*/ 2147483647 h 227"/>
                <a:gd name="T52" fmla="*/ 2147483647 w 545"/>
                <a:gd name="T53" fmla="*/ 2147483647 h 227"/>
                <a:gd name="T54" fmla="*/ 2147483647 w 545"/>
                <a:gd name="T55" fmla="*/ 2147483647 h 227"/>
                <a:gd name="T56" fmla="*/ 2147483647 w 545"/>
                <a:gd name="T57" fmla="*/ 2147483647 h 227"/>
                <a:gd name="T58" fmla="*/ 2147483647 w 545"/>
                <a:gd name="T59" fmla="*/ 2147483647 h 227"/>
                <a:gd name="T60" fmla="*/ 2147483647 w 545"/>
                <a:gd name="T61" fmla="*/ 2147483647 h 227"/>
                <a:gd name="T62" fmla="*/ 2147483647 w 545"/>
                <a:gd name="T63" fmla="*/ 2147483647 h 227"/>
                <a:gd name="T64" fmla="*/ 2147483647 w 545"/>
                <a:gd name="T65" fmla="*/ 2147483647 h 227"/>
                <a:gd name="T66" fmla="*/ 2147483647 w 545"/>
                <a:gd name="T67" fmla="*/ 2147483647 h 227"/>
                <a:gd name="T68" fmla="*/ 2147483647 w 545"/>
                <a:gd name="T69" fmla="*/ 2147483647 h 22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545"/>
                <a:gd name="T106" fmla="*/ 0 h 227"/>
                <a:gd name="T107" fmla="*/ 545 w 545"/>
                <a:gd name="T108" fmla="*/ 227 h 22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545" h="227">
                  <a:moveTo>
                    <a:pt x="31" y="227"/>
                  </a:moveTo>
                  <a:cubicBezTo>
                    <a:pt x="14" y="227"/>
                    <a:pt x="0" y="213"/>
                    <a:pt x="0" y="196"/>
                  </a:cubicBezTo>
                  <a:cubicBezTo>
                    <a:pt x="0" y="196"/>
                    <a:pt x="0" y="196"/>
                    <a:pt x="0" y="196"/>
                  </a:cubicBezTo>
                  <a:cubicBezTo>
                    <a:pt x="0" y="30"/>
                    <a:pt x="0" y="30"/>
                    <a:pt x="0" y="30"/>
                  </a:cubicBezTo>
                  <a:cubicBezTo>
                    <a:pt x="0" y="13"/>
                    <a:pt x="14" y="0"/>
                    <a:pt x="31" y="0"/>
                  </a:cubicBezTo>
                  <a:cubicBezTo>
                    <a:pt x="31" y="0"/>
                    <a:pt x="31" y="0"/>
                    <a:pt x="31" y="0"/>
                  </a:cubicBezTo>
                  <a:cubicBezTo>
                    <a:pt x="514" y="0"/>
                    <a:pt x="514" y="0"/>
                    <a:pt x="514" y="0"/>
                  </a:cubicBezTo>
                  <a:cubicBezTo>
                    <a:pt x="531" y="0"/>
                    <a:pt x="545" y="13"/>
                    <a:pt x="545" y="30"/>
                  </a:cubicBezTo>
                  <a:cubicBezTo>
                    <a:pt x="545" y="30"/>
                    <a:pt x="545" y="30"/>
                    <a:pt x="545" y="30"/>
                  </a:cubicBezTo>
                  <a:cubicBezTo>
                    <a:pt x="545" y="52"/>
                    <a:pt x="545" y="52"/>
                    <a:pt x="545" y="52"/>
                  </a:cubicBezTo>
                  <a:cubicBezTo>
                    <a:pt x="545" y="57"/>
                    <a:pt x="542" y="60"/>
                    <a:pt x="537" y="60"/>
                  </a:cubicBezTo>
                  <a:cubicBezTo>
                    <a:pt x="537" y="60"/>
                    <a:pt x="537" y="60"/>
                    <a:pt x="537" y="60"/>
                  </a:cubicBezTo>
                  <a:cubicBezTo>
                    <a:pt x="533" y="60"/>
                    <a:pt x="529" y="57"/>
                    <a:pt x="529" y="52"/>
                  </a:cubicBezTo>
                  <a:cubicBezTo>
                    <a:pt x="529" y="52"/>
                    <a:pt x="529" y="52"/>
                    <a:pt x="529" y="52"/>
                  </a:cubicBezTo>
                  <a:cubicBezTo>
                    <a:pt x="529" y="30"/>
                    <a:pt x="529" y="30"/>
                    <a:pt x="529" y="30"/>
                  </a:cubicBezTo>
                  <a:cubicBezTo>
                    <a:pt x="529" y="22"/>
                    <a:pt x="523" y="16"/>
                    <a:pt x="514" y="16"/>
                  </a:cubicBezTo>
                  <a:cubicBezTo>
                    <a:pt x="514" y="16"/>
                    <a:pt x="514" y="16"/>
                    <a:pt x="514" y="16"/>
                  </a:cubicBezTo>
                  <a:cubicBezTo>
                    <a:pt x="31" y="16"/>
                    <a:pt x="31" y="16"/>
                    <a:pt x="31" y="16"/>
                  </a:cubicBezTo>
                  <a:cubicBezTo>
                    <a:pt x="23" y="16"/>
                    <a:pt x="16" y="22"/>
                    <a:pt x="16" y="30"/>
                  </a:cubicBezTo>
                  <a:cubicBezTo>
                    <a:pt x="16" y="30"/>
                    <a:pt x="16" y="30"/>
                    <a:pt x="16" y="30"/>
                  </a:cubicBezTo>
                  <a:cubicBezTo>
                    <a:pt x="16" y="196"/>
                    <a:pt x="16" y="196"/>
                    <a:pt x="16" y="196"/>
                  </a:cubicBezTo>
                  <a:cubicBezTo>
                    <a:pt x="16" y="204"/>
                    <a:pt x="23" y="211"/>
                    <a:pt x="31" y="211"/>
                  </a:cubicBezTo>
                  <a:cubicBezTo>
                    <a:pt x="31" y="211"/>
                    <a:pt x="31" y="211"/>
                    <a:pt x="31" y="211"/>
                  </a:cubicBezTo>
                  <a:cubicBezTo>
                    <a:pt x="514" y="211"/>
                    <a:pt x="514" y="211"/>
                    <a:pt x="514" y="211"/>
                  </a:cubicBezTo>
                  <a:cubicBezTo>
                    <a:pt x="523" y="211"/>
                    <a:pt x="529" y="204"/>
                    <a:pt x="529" y="196"/>
                  </a:cubicBezTo>
                  <a:cubicBezTo>
                    <a:pt x="529" y="196"/>
                    <a:pt x="529" y="196"/>
                    <a:pt x="529" y="196"/>
                  </a:cubicBezTo>
                  <a:cubicBezTo>
                    <a:pt x="529" y="82"/>
                    <a:pt x="529" y="82"/>
                    <a:pt x="529" y="82"/>
                  </a:cubicBezTo>
                  <a:cubicBezTo>
                    <a:pt x="529" y="78"/>
                    <a:pt x="533" y="74"/>
                    <a:pt x="537" y="74"/>
                  </a:cubicBezTo>
                  <a:cubicBezTo>
                    <a:pt x="537" y="74"/>
                    <a:pt x="537" y="74"/>
                    <a:pt x="537" y="74"/>
                  </a:cubicBezTo>
                  <a:cubicBezTo>
                    <a:pt x="542" y="74"/>
                    <a:pt x="545" y="78"/>
                    <a:pt x="545" y="82"/>
                  </a:cubicBezTo>
                  <a:cubicBezTo>
                    <a:pt x="545" y="82"/>
                    <a:pt x="545" y="82"/>
                    <a:pt x="545" y="82"/>
                  </a:cubicBezTo>
                  <a:cubicBezTo>
                    <a:pt x="545" y="196"/>
                    <a:pt x="545" y="196"/>
                    <a:pt x="545" y="196"/>
                  </a:cubicBezTo>
                  <a:cubicBezTo>
                    <a:pt x="545" y="213"/>
                    <a:pt x="531" y="227"/>
                    <a:pt x="514" y="227"/>
                  </a:cubicBezTo>
                  <a:cubicBezTo>
                    <a:pt x="514" y="227"/>
                    <a:pt x="514" y="227"/>
                    <a:pt x="514" y="227"/>
                  </a:cubicBezTo>
                  <a:cubicBezTo>
                    <a:pt x="31" y="227"/>
                    <a:pt x="31" y="227"/>
                    <a:pt x="31" y="227"/>
                  </a:cubicBezTo>
                  <a:close/>
                </a:path>
              </a:pathLst>
            </a:custGeom>
            <a:solidFill>
              <a:srgbClr val="89BA17"/>
            </a:solidFill>
            <a:ln w="9525" algn="ctr">
              <a:noFill/>
              <a:round/>
              <a:headEnd/>
              <a:tailEnd/>
            </a:ln>
          </p:spPr>
          <p:txBody>
            <a:bodyPr lIns="126000" tIns="0" rIns="126000" bIns="0" anchor="ctr"/>
            <a:lstStyle/>
            <a:p>
              <a:pPr algn="ctr">
                <a:spcBef>
                  <a:spcPct val="50000"/>
                </a:spcBef>
              </a:pPr>
              <a:r>
                <a:rPr lang="en-US" sz="1400">
                  <a:latin typeface="Times New Roman" pitchFamily="18" charset="0"/>
                  <a:cs typeface="Times New Roman" pitchFamily="18" charset="0"/>
                </a:rPr>
                <a:t>WRC’12</a:t>
              </a:r>
              <a:endParaRPr lang="en-US" sz="1400" baseline="30000">
                <a:latin typeface="Times New Roman" pitchFamily="18" charset="0"/>
                <a:cs typeface="Times New Roman" pitchFamily="18" charset="0"/>
              </a:endParaRPr>
            </a:p>
          </p:txBody>
        </p:sp>
        <p:sp>
          <p:nvSpPr>
            <p:cNvPr id="10" name="Freeform 7"/>
            <p:cNvSpPr>
              <a:spLocks noChangeAspect="1"/>
            </p:cNvSpPr>
            <p:nvPr/>
          </p:nvSpPr>
          <p:spPr bwMode="auto">
            <a:xfrm>
              <a:off x="2941638" y="5915025"/>
              <a:ext cx="900112" cy="331788"/>
            </a:xfrm>
            <a:custGeom>
              <a:avLst/>
              <a:gdLst>
                <a:gd name="T0" fmla="*/ 2147483647 w 545"/>
                <a:gd name="T1" fmla="*/ 2147483647 h 227"/>
                <a:gd name="T2" fmla="*/ 0 w 545"/>
                <a:gd name="T3" fmla="*/ 2147483647 h 227"/>
                <a:gd name="T4" fmla="*/ 0 w 545"/>
                <a:gd name="T5" fmla="*/ 2147483647 h 227"/>
                <a:gd name="T6" fmla="*/ 0 w 545"/>
                <a:gd name="T7" fmla="*/ 2147483647 h 227"/>
                <a:gd name="T8" fmla="*/ 2147483647 w 545"/>
                <a:gd name="T9" fmla="*/ 0 h 227"/>
                <a:gd name="T10" fmla="*/ 2147483647 w 545"/>
                <a:gd name="T11" fmla="*/ 0 h 227"/>
                <a:gd name="T12" fmla="*/ 2147483647 w 545"/>
                <a:gd name="T13" fmla="*/ 0 h 227"/>
                <a:gd name="T14" fmla="*/ 2147483647 w 545"/>
                <a:gd name="T15" fmla="*/ 2147483647 h 227"/>
                <a:gd name="T16" fmla="*/ 2147483647 w 545"/>
                <a:gd name="T17" fmla="*/ 2147483647 h 227"/>
                <a:gd name="T18" fmla="*/ 2147483647 w 545"/>
                <a:gd name="T19" fmla="*/ 2147483647 h 227"/>
                <a:gd name="T20" fmla="*/ 2147483647 w 545"/>
                <a:gd name="T21" fmla="*/ 2147483647 h 227"/>
                <a:gd name="T22" fmla="*/ 2147483647 w 545"/>
                <a:gd name="T23" fmla="*/ 2147483647 h 227"/>
                <a:gd name="T24" fmla="*/ 2147483647 w 545"/>
                <a:gd name="T25" fmla="*/ 2147483647 h 227"/>
                <a:gd name="T26" fmla="*/ 2147483647 w 545"/>
                <a:gd name="T27" fmla="*/ 2147483647 h 227"/>
                <a:gd name="T28" fmla="*/ 2147483647 w 545"/>
                <a:gd name="T29" fmla="*/ 2147483647 h 227"/>
                <a:gd name="T30" fmla="*/ 2147483647 w 545"/>
                <a:gd name="T31" fmla="*/ 2147483647 h 227"/>
                <a:gd name="T32" fmla="*/ 2147483647 w 545"/>
                <a:gd name="T33" fmla="*/ 2147483647 h 227"/>
                <a:gd name="T34" fmla="*/ 2147483647 w 545"/>
                <a:gd name="T35" fmla="*/ 2147483647 h 227"/>
                <a:gd name="T36" fmla="*/ 2147483647 w 545"/>
                <a:gd name="T37" fmla="*/ 2147483647 h 227"/>
                <a:gd name="T38" fmla="*/ 2147483647 w 545"/>
                <a:gd name="T39" fmla="*/ 2147483647 h 227"/>
                <a:gd name="T40" fmla="*/ 2147483647 w 545"/>
                <a:gd name="T41" fmla="*/ 2147483647 h 227"/>
                <a:gd name="T42" fmla="*/ 2147483647 w 545"/>
                <a:gd name="T43" fmla="*/ 2147483647 h 227"/>
                <a:gd name="T44" fmla="*/ 2147483647 w 545"/>
                <a:gd name="T45" fmla="*/ 2147483647 h 227"/>
                <a:gd name="T46" fmla="*/ 2147483647 w 545"/>
                <a:gd name="T47" fmla="*/ 2147483647 h 227"/>
                <a:gd name="T48" fmla="*/ 2147483647 w 545"/>
                <a:gd name="T49" fmla="*/ 2147483647 h 227"/>
                <a:gd name="T50" fmla="*/ 2147483647 w 545"/>
                <a:gd name="T51" fmla="*/ 2147483647 h 227"/>
                <a:gd name="T52" fmla="*/ 2147483647 w 545"/>
                <a:gd name="T53" fmla="*/ 2147483647 h 227"/>
                <a:gd name="T54" fmla="*/ 2147483647 w 545"/>
                <a:gd name="T55" fmla="*/ 2147483647 h 227"/>
                <a:gd name="T56" fmla="*/ 2147483647 w 545"/>
                <a:gd name="T57" fmla="*/ 2147483647 h 227"/>
                <a:gd name="T58" fmla="*/ 2147483647 w 545"/>
                <a:gd name="T59" fmla="*/ 2147483647 h 227"/>
                <a:gd name="T60" fmla="*/ 2147483647 w 545"/>
                <a:gd name="T61" fmla="*/ 2147483647 h 227"/>
                <a:gd name="T62" fmla="*/ 2147483647 w 545"/>
                <a:gd name="T63" fmla="*/ 2147483647 h 227"/>
                <a:gd name="T64" fmla="*/ 2147483647 w 545"/>
                <a:gd name="T65" fmla="*/ 2147483647 h 227"/>
                <a:gd name="T66" fmla="*/ 2147483647 w 545"/>
                <a:gd name="T67" fmla="*/ 2147483647 h 227"/>
                <a:gd name="T68" fmla="*/ 2147483647 w 545"/>
                <a:gd name="T69" fmla="*/ 2147483647 h 22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545"/>
                <a:gd name="T106" fmla="*/ 0 h 227"/>
                <a:gd name="T107" fmla="*/ 545 w 545"/>
                <a:gd name="T108" fmla="*/ 227 h 22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545" h="227">
                  <a:moveTo>
                    <a:pt x="31" y="227"/>
                  </a:moveTo>
                  <a:cubicBezTo>
                    <a:pt x="14" y="227"/>
                    <a:pt x="0" y="213"/>
                    <a:pt x="0" y="196"/>
                  </a:cubicBezTo>
                  <a:cubicBezTo>
                    <a:pt x="0" y="196"/>
                    <a:pt x="0" y="196"/>
                    <a:pt x="0" y="196"/>
                  </a:cubicBezTo>
                  <a:cubicBezTo>
                    <a:pt x="0" y="30"/>
                    <a:pt x="0" y="30"/>
                    <a:pt x="0" y="30"/>
                  </a:cubicBezTo>
                  <a:cubicBezTo>
                    <a:pt x="0" y="13"/>
                    <a:pt x="14" y="0"/>
                    <a:pt x="31" y="0"/>
                  </a:cubicBezTo>
                  <a:cubicBezTo>
                    <a:pt x="31" y="0"/>
                    <a:pt x="31" y="0"/>
                    <a:pt x="31" y="0"/>
                  </a:cubicBezTo>
                  <a:cubicBezTo>
                    <a:pt x="514" y="0"/>
                    <a:pt x="514" y="0"/>
                    <a:pt x="514" y="0"/>
                  </a:cubicBezTo>
                  <a:cubicBezTo>
                    <a:pt x="531" y="0"/>
                    <a:pt x="545" y="13"/>
                    <a:pt x="545" y="30"/>
                  </a:cubicBezTo>
                  <a:cubicBezTo>
                    <a:pt x="545" y="30"/>
                    <a:pt x="545" y="30"/>
                    <a:pt x="545" y="30"/>
                  </a:cubicBezTo>
                  <a:cubicBezTo>
                    <a:pt x="545" y="52"/>
                    <a:pt x="545" y="52"/>
                    <a:pt x="545" y="52"/>
                  </a:cubicBezTo>
                  <a:cubicBezTo>
                    <a:pt x="545" y="57"/>
                    <a:pt x="542" y="60"/>
                    <a:pt x="537" y="60"/>
                  </a:cubicBezTo>
                  <a:cubicBezTo>
                    <a:pt x="537" y="60"/>
                    <a:pt x="537" y="60"/>
                    <a:pt x="537" y="60"/>
                  </a:cubicBezTo>
                  <a:cubicBezTo>
                    <a:pt x="533" y="60"/>
                    <a:pt x="529" y="57"/>
                    <a:pt x="529" y="52"/>
                  </a:cubicBezTo>
                  <a:cubicBezTo>
                    <a:pt x="529" y="52"/>
                    <a:pt x="529" y="52"/>
                    <a:pt x="529" y="52"/>
                  </a:cubicBezTo>
                  <a:cubicBezTo>
                    <a:pt x="529" y="30"/>
                    <a:pt x="529" y="30"/>
                    <a:pt x="529" y="30"/>
                  </a:cubicBezTo>
                  <a:cubicBezTo>
                    <a:pt x="529" y="22"/>
                    <a:pt x="523" y="16"/>
                    <a:pt x="514" y="16"/>
                  </a:cubicBezTo>
                  <a:cubicBezTo>
                    <a:pt x="514" y="16"/>
                    <a:pt x="514" y="16"/>
                    <a:pt x="514" y="16"/>
                  </a:cubicBezTo>
                  <a:cubicBezTo>
                    <a:pt x="31" y="16"/>
                    <a:pt x="31" y="16"/>
                    <a:pt x="31" y="16"/>
                  </a:cubicBezTo>
                  <a:cubicBezTo>
                    <a:pt x="23" y="16"/>
                    <a:pt x="16" y="22"/>
                    <a:pt x="16" y="30"/>
                  </a:cubicBezTo>
                  <a:cubicBezTo>
                    <a:pt x="16" y="30"/>
                    <a:pt x="16" y="30"/>
                    <a:pt x="16" y="30"/>
                  </a:cubicBezTo>
                  <a:cubicBezTo>
                    <a:pt x="16" y="196"/>
                    <a:pt x="16" y="196"/>
                    <a:pt x="16" y="196"/>
                  </a:cubicBezTo>
                  <a:cubicBezTo>
                    <a:pt x="16" y="204"/>
                    <a:pt x="23" y="211"/>
                    <a:pt x="31" y="211"/>
                  </a:cubicBezTo>
                  <a:cubicBezTo>
                    <a:pt x="31" y="211"/>
                    <a:pt x="31" y="211"/>
                    <a:pt x="31" y="211"/>
                  </a:cubicBezTo>
                  <a:cubicBezTo>
                    <a:pt x="514" y="211"/>
                    <a:pt x="514" y="211"/>
                    <a:pt x="514" y="211"/>
                  </a:cubicBezTo>
                  <a:cubicBezTo>
                    <a:pt x="523" y="211"/>
                    <a:pt x="529" y="204"/>
                    <a:pt x="529" y="196"/>
                  </a:cubicBezTo>
                  <a:cubicBezTo>
                    <a:pt x="529" y="196"/>
                    <a:pt x="529" y="196"/>
                    <a:pt x="529" y="196"/>
                  </a:cubicBezTo>
                  <a:cubicBezTo>
                    <a:pt x="529" y="82"/>
                    <a:pt x="529" y="82"/>
                    <a:pt x="529" y="82"/>
                  </a:cubicBezTo>
                  <a:cubicBezTo>
                    <a:pt x="529" y="78"/>
                    <a:pt x="533" y="74"/>
                    <a:pt x="537" y="74"/>
                  </a:cubicBezTo>
                  <a:cubicBezTo>
                    <a:pt x="537" y="74"/>
                    <a:pt x="537" y="74"/>
                    <a:pt x="537" y="74"/>
                  </a:cubicBezTo>
                  <a:cubicBezTo>
                    <a:pt x="542" y="74"/>
                    <a:pt x="545" y="78"/>
                    <a:pt x="545" y="82"/>
                  </a:cubicBezTo>
                  <a:cubicBezTo>
                    <a:pt x="545" y="82"/>
                    <a:pt x="545" y="82"/>
                    <a:pt x="545" y="82"/>
                  </a:cubicBezTo>
                  <a:cubicBezTo>
                    <a:pt x="545" y="196"/>
                    <a:pt x="545" y="196"/>
                    <a:pt x="545" y="196"/>
                  </a:cubicBezTo>
                  <a:cubicBezTo>
                    <a:pt x="545" y="213"/>
                    <a:pt x="531" y="227"/>
                    <a:pt x="514" y="227"/>
                  </a:cubicBezTo>
                  <a:cubicBezTo>
                    <a:pt x="514" y="227"/>
                    <a:pt x="514" y="227"/>
                    <a:pt x="514" y="227"/>
                  </a:cubicBezTo>
                  <a:cubicBezTo>
                    <a:pt x="31" y="227"/>
                    <a:pt x="31" y="227"/>
                    <a:pt x="31" y="227"/>
                  </a:cubicBezTo>
                  <a:close/>
                </a:path>
              </a:pathLst>
            </a:custGeom>
            <a:solidFill>
              <a:srgbClr val="89BA17"/>
            </a:solidFill>
            <a:ln w="9525" algn="ctr">
              <a:noFill/>
              <a:round/>
              <a:headEnd/>
              <a:tailEnd/>
            </a:ln>
          </p:spPr>
          <p:txBody>
            <a:bodyPr lIns="126000" tIns="0" rIns="126000" bIns="0" anchor="ctr"/>
            <a:lstStyle/>
            <a:p>
              <a:pPr algn="ctr">
                <a:spcBef>
                  <a:spcPct val="50000"/>
                </a:spcBef>
              </a:pPr>
              <a:r>
                <a:rPr lang="en-US" sz="1400">
                  <a:latin typeface="Times New Roman" pitchFamily="18" charset="0"/>
                  <a:cs typeface="Times New Roman" pitchFamily="18" charset="0"/>
                </a:rPr>
                <a:t>WRC’15</a:t>
              </a:r>
              <a:endParaRPr lang="en-US" sz="1400" baseline="30000">
                <a:latin typeface="Times New Roman" pitchFamily="18" charset="0"/>
                <a:cs typeface="Times New Roman" pitchFamily="18" charset="0"/>
              </a:endParaRPr>
            </a:p>
          </p:txBody>
        </p:sp>
        <p:sp>
          <p:nvSpPr>
            <p:cNvPr id="11" name="Freeform 7"/>
            <p:cNvSpPr>
              <a:spLocks noChangeAspect="1"/>
            </p:cNvSpPr>
            <p:nvPr/>
          </p:nvSpPr>
          <p:spPr bwMode="auto">
            <a:xfrm>
              <a:off x="5629275" y="5915025"/>
              <a:ext cx="1214438" cy="331788"/>
            </a:xfrm>
            <a:custGeom>
              <a:avLst/>
              <a:gdLst>
                <a:gd name="T0" fmla="*/ 2147483647 w 733"/>
                <a:gd name="T1" fmla="*/ 2147483647 h 227"/>
                <a:gd name="T2" fmla="*/ 0 w 733"/>
                <a:gd name="T3" fmla="*/ 2147483647 h 227"/>
                <a:gd name="T4" fmla="*/ 0 w 733"/>
                <a:gd name="T5" fmla="*/ 2147483647 h 227"/>
                <a:gd name="T6" fmla="*/ 0 w 733"/>
                <a:gd name="T7" fmla="*/ 2147483647 h 227"/>
                <a:gd name="T8" fmla="*/ 2147483647 w 733"/>
                <a:gd name="T9" fmla="*/ 0 h 227"/>
                <a:gd name="T10" fmla="*/ 2147483647 w 733"/>
                <a:gd name="T11" fmla="*/ 0 h 227"/>
                <a:gd name="T12" fmla="*/ 2147483647 w 733"/>
                <a:gd name="T13" fmla="*/ 0 h 227"/>
                <a:gd name="T14" fmla="*/ 2147483647 w 733"/>
                <a:gd name="T15" fmla="*/ 2147483647 h 227"/>
                <a:gd name="T16" fmla="*/ 2147483647 w 733"/>
                <a:gd name="T17" fmla="*/ 2147483647 h 227"/>
                <a:gd name="T18" fmla="*/ 2147483647 w 733"/>
                <a:gd name="T19" fmla="*/ 2147483647 h 227"/>
                <a:gd name="T20" fmla="*/ 2147483647 w 733"/>
                <a:gd name="T21" fmla="*/ 2147483647 h 227"/>
                <a:gd name="T22" fmla="*/ 2147483647 w 733"/>
                <a:gd name="T23" fmla="*/ 2147483647 h 227"/>
                <a:gd name="T24" fmla="*/ 2147483647 w 733"/>
                <a:gd name="T25" fmla="*/ 2147483647 h 227"/>
                <a:gd name="T26" fmla="*/ 2147483647 w 733"/>
                <a:gd name="T27" fmla="*/ 2147483647 h 227"/>
                <a:gd name="T28" fmla="*/ 2147483647 w 733"/>
                <a:gd name="T29" fmla="*/ 2147483647 h 227"/>
                <a:gd name="T30" fmla="*/ 2147483647 w 733"/>
                <a:gd name="T31" fmla="*/ 2147483647 h 227"/>
                <a:gd name="T32" fmla="*/ 2147483647 w 733"/>
                <a:gd name="T33" fmla="*/ 2147483647 h 227"/>
                <a:gd name="T34" fmla="*/ 2147483647 w 733"/>
                <a:gd name="T35" fmla="*/ 2147483647 h 227"/>
                <a:gd name="T36" fmla="*/ 2147483647 w 733"/>
                <a:gd name="T37" fmla="*/ 2147483647 h 227"/>
                <a:gd name="T38" fmla="*/ 2147483647 w 733"/>
                <a:gd name="T39" fmla="*/ 2147483647 h 227"/>
                <a:gd name="T40" fmla="*/ 2147483647 w 733"/>
                <a:gd name="T41" fmla="*/ 2147483647 h 227"/>
                <a:gd name="T42" fmla="*/ 2147483647 w 733"/>
                <a:gd name="T43" fmla="*/ 2147483647 h 227"/>
                <a:gd name="T44" fmla="*/ 2147483647 w 733"/>
                <a:gd name="T45" fmla="*/ 2147483647 h 227"/>
                <a:gd name="T46" fmla="*/ 2147483647 w 733"/>
                <a:gd name="T47" fmla="*/ 2147483647 h 227"/>
                <a:gd name="T48" fmla="*/ 2147483647 w 733"/>
                <a:gd name="T49" fmla="*/ 2147483647 h 227"/>
                <a:gd name="T50" fmla="*/ 2147483647 w 733"/>
                <a:gd name="T51" fmla="*/ 2147483647 h 227"/>
                <a:gd name="T52" fmla="*/ 2147483647 w 733"/>
                <a:gd name="T53" fmla="*/ 2147483647 h 227"/>
                <a:gd name="T54" fmla="*/ 2147483647 w 733"/>
                <a:gd name="T55" fmla="*/ 2147483647 h 227"/>
                <a:gd name="T56" fmla="*/ 2147483647 w 733"/>
                <a:gd name="T57" fmla="*/ 2147483647 h 227"/>
                <a:gd name="T58" fmla="*/ 2147483647 w 733"/>
                <a:gd name="T59" fmla="*/ 2147483647 h 227"/>
                <a:gd name="T60" fmla="*/ 2147483647 w 733"/>
                <a:gd name="T61" fmla="*/ 2147483647 h 227"/>
                <a:gd name="T62" fmla="*/ 2147483647 w 733"/>
                <a:gd name="T63" fmla="*/ 2147483647 h 227"/>
                <a:gd name="T64" fmla="*/ 2147483647 w 733"/>
                <a:gd name="T65" fmla="*/ 2147483647 h 227"/>
                <a:gd name="T66" fmla="*/ 2147483647 w 733"/>
                <a:gd name="T67" fmla="*/ 2147483647 h 227"/>
                <a:gd name="T68" fmla="*/ 2147483647 w 733"/>
                <a:gd name="T69" fmla="*/ 2147483647 h 22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33"/>
                <a:gd name="T106" fmla="*/ 0 h 227"/>
                <a:gd name="T107" fmla="*/ 733 w 733"/>
                <a:gd name="T108" fmla="*/ 227 h 22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33" h="227">
                  <a:moveTo>
                    <a:pt x="31" y="227"/>
                  </a:moveTo>
                  <a:cubicBezTo>
                    <a:pt x="14" y="227"/>
                    <a:pt x="0" y="213"/>
                    <a:pt x="0" y="196"/>
                  </a:cubicBezTo>
                  <a:cubicBezTo>
                    <a:pt x="0" y="196"/>
                    <a:pt x="0" y="196"/>
                    <a:pt x="0" y="196"/>
                  </a:cubicBezTo>
                  <a:cubicBezTo>
                    <a:pt x="0" y="30"/>
                    <a:pt x="0" y="30"/>
                    <a:pt x="0" y="30"/>
                  </a:cubicBezTo>
                  <a:cubicBezTo>
                    <a:pt x="0" y="13"/>
                    <a:pt x="14" y="0"/>
                    <a:pt x="31" y="0"/>
                  </a:cubicBezTo>
                  <a:cubicBezTo>
                    <a:pt x="31" y="0"/>
                    <a:pt x="31" y="0"/>
                    <a:pt x="31" y="0"/>
                  </a:cubicBezTo>
                  <a:cubicBezTo>
                    <a:pt x="702" y="0"/>
                    <a:pt x="702" y="0"/>
                    <a:pt x="702" y="0"/>
                  </a:cubicBezTo>
                  <a:cubicBezTo>
                    <a:pt x="719" y="0"/>
                    <a:pt x="733" y="13"/>
                    <a:pt x="733" y="30"/>
                  </a:cubicBezTo>
                  <a:cubicBezTo>
                    <a:pt x="733" y="30"/>
                    <a:pt x="733" y="30"/>
                    <a:pt x="733" y="30"/>
                  </a:cubicBezTo>
                  <a:cubicBezTo>
                    <a:pt x="733" y="52"/>
                    <a:pt x="733" y="52"/>
                    <a:pt x="733" y="52"/>
                  </a:cubicBezTo>
                  <a:cubicBezTo>
                    <a:pt x="733" y="57"/>
                    <a:pt x="729" y="60"/>
                    <a:pt x="725" y="60"/>
                  </a:cubicBezTo>
                  <a:cubicBezTo>
                    <a:pt x="725" y="60"/>
                    <a:pt x="725" y="60"/>
                    <a:pt x="725" y="60"/>
                  </a:cubicBezTo>
                  <a:cubicBezTo>
                    <a:pt x="720" y="60"/>
                    <a:pt x="717" y="57"/>
                    <a:pt x="717" y="52"/>
                  </a:cubicBezTo>
                  <a:cubicBezTo>
                    <a:pt x="717" y="52"/>
                    <a:pt x="717" y="52"/>
                    <a:pt x="717" y="52"/>
                  </a:cubicBezTo>
                  <a:cubicBezTo>
                    <a:pt x="717" y="30"/>
                    <a:pt x="717" y="30"/>
                    <a:pt x="717" y="30"/>
                  </a:cubicBezTo>
                  <a:cubicBezTo>
                    <a:pt x="717" y="22"/>
                    <a:pt x="710" y="16"/>
                    <a:pt x="702" y="16"/>
                  </a:cubicBezTo>
                  <a:cubicBezTo>
                    <a:pt x="702" y="16"/>
                    <a:pt x="702" y="16"/>
                    <a:pt x="702" y="16"/>
                  </a:cubicBezTo>
                  <a:cubicBezTo>
                    <a:pt x="31" y="16"/>
                    <a:pt x="31" y="16"/>
                    <a:pt x="31" y="16"/>
                  </a:cubicBezTo>
                  <a:cubicBezTo>
                    <a:pt x="23" y="16"/>
                    <a:pt x="16" y="22"/>
                    <a:pt x="16" y="30"/>
                  </a:cubicBezTo>
                  <a:cubicBezTo>
                    <a:pt x="16" y="30"/>
                    <a:pt x="16" y="30"/>
                    <a:pt x="16" y="30"/>
                  </a:cubicBezTo>
                  <a:cubicBezTo>
                    <a:pt x="16" y="196"/>
                    <a:pt x="16" y="196"/>
                    <a:pt x="16" y="196"/>
                  </a:cubicBezTo>
                  <a:cubicBezTo>
                    <a:pt x="16" y="204"/>
                    <a:pt x="23" y="211"/>
                    <a:pt x="31" y="211"/>
                  </a:cubicBezTo>
                  <a:cubicBezTo>
                    <a:pt x="31" y="211"/>
                    <a:pt x="31" y="211"/>
                    <a:pt x="31" y="211"/>
                  </a:cubicBezTo>
                  <a:cubicBezTo>
                    <a:pt x="702" y="211"/>
                    <a:pt x="702" y="211"/>
                    <a:pt x="702" y="211"/>
                  </a:cubicBezTo>
                  <a:cubicBezTo>
                    <a:pt x="710" y="211"/>
                    <a:pt x="717" y="204"/>
                    <a:pt x="717" y="196"/>
                  </a:cubicBezTo>
                  <a:cubicBezTo>
                    <a:pt x="717" y="196"/>
                    <a:pt x="717" y="196"/>
                    <a:pt x="717" y="196"/>
                  </a:cubicBezTo>
                  <a:cubicBezTo>
                    <a:pt x="717" y="82"/>
                    <a:pt x="717" y="82"/>
                    <a:pt x="717" y="82"/>
                  </a:cubicBezTo>
                  <a:cubicBezTo>
                    <a:pt x="717" y="78"/>
                    <a:pt x="720" y="74"/>
                    <a:pt x="725" y="74"/>
                  </a:cubicBezTo>
                  <a:cubicBezTo>
                    <a:pt x="725" y="74"/>
                    <a:pt x="725" y="74"/>
                    <a:pt x="725" y="74"/>
                  </a:cubicBezTo>
                  <a:cubicBezTo>
                    <a:pt x="729" y="74"/>
                    <a:pt x="733" y="78"/>
                    <a:pt x="733" y="82"/>
                  </a:cubicBezTo>
                  <a:cubicBezTo>
                    <a:pt x="733" y="82"/>
                    <a:pt x="733" y="82"/>
                    <a:pt x="733" y="82"/>
                  </a:cubicBezTo>
                  <a:cubicBezTo>
                    <a:pt x="733" y="196"/>
                    <a:pt x="733" y="196"/>
                    <a:pt x="733" y="196"/>
                  </a:cubicBezTo>
                  <a:cubicBezTo>
                    <a:pt x="733" y="213"/>
                    <a:pt x="719" y="227"/>
                    <a:pt x="702" y="227"/>
                  </a:cubicBezTo>
                  <a:cubicBezTo>
                    <a:pt x="702" y="227"/>
                    <a:pt x="702" y="227"/>
                    <a:pt x="702" y="227"/>
                  </a:cubicBezTo>
                  <a:cubicBezTo>
                    <a:pt x="31" y="227"/>
                    <a:pt x="31" y="227"/>
                    <a:pt x="31" y="227"/>
                  </a:cubicBezTo>
                  <a:close/>
                </a:path>
              </a:pathLst>
            </a:custGeom>
            <a:solidFill>
              <a:srgbClr val="89BA17"/>
            </a:solidFill>
            <a:ln w="9525">
              <a:noFill/>
              <a:round/>
              <a:headEnd/>
              <a:tailEnd/>
            </a:ln>
          </p:spPr>
          <p:txBody>
            <a:bodyPr lIns="36000" tIns="0" rIns="36000" bIns="0" anchor="ctr"/>
            <a:lstStyle/>
            <a:p>
              <a:pPr algn="ctr">
                <a:spcBef>
                  <a:spcPct val="50000"/>
                </a:spcBef>
              </a:pPr>
              <a:r>
                <a:rPr lang="sv-SE" sz="1400">
                  <a:latin typeface="Times New Roman" pitchFamily="18" charset="0"/>
                  <a:ea typeface="MS PGothic" pitchFamily="34" charset="-128"/>
                  <a:cs typeface="Times New Roman" pitchFamily="18" charset="0"/>
                </a:rPr>
                <a:t>WRC’18/19</a:t>
              </a:r>
            </a:p>
          </p:txBody>
        </p:sp>
        <p:sp>
          <p:nvSpPr>
            <p:cNvPr id="12" name="Freeform 6"/>
            <p:cNvSpPr>
              <a:spLocks noChangeAspect="1"/>
            </p:cNvSpPr>
            <p:nvPr/>
          </p:nvSpPr>
          <p:spPr bwMode="auto">
            <a:xfrm>
              <a:off x="6724650" y="4478338"/>
              <a:ext cx="2457450" cy="868362"/>
            </a:xfrm>
            <a:custGeom>
              <a:avLst/>
              <a:gdLst>
                <a:gd name="T0" fmla="*/ 2147483647 w 1098"/>
                <a:gd name="T1" fmla="*/ 2147483647 h 439"/>
                <a:gd name="T2" fmla="*/ 2147483647 w 1098"/>
                <a:gd name="T3" fmla="*/ 2147483647 h 439"/>
                <a:gd name="T4" fmla="*/ 2147483647 w 1098"/>
                <a:gd name="T5" fmla="*/ 0 h 439"/>
                <a:gd name="T6" fmla="*/ 2147483647 w 1098"/>
                <a:gd name="T7" fmla="*/ 0 h 439"/>
                <a:gd name="T8" fmla="*/ 0 w 1098"/>
                <a:gd name="T9" fmla="*/ 2147483647 h 439"/>
                <a:gd name="T10" fmla="*/ 0 w 1098"/>
                <a:gd name="T11" fmla="*/ 2147483647 h 439"/>
                <a:gd name="T12" fmla="*/ 2147483647 w 1098"/>
                <a:gd name="T13" fmla="*/ 2147483647 h 439"/>
                <a:gd name="T14" fmla="*/ 2147483647 w 1098"/>
                <a:gd name="T15" fmla="*/ 2147483647 h 439"/>
                <a:gd name="T16" fmla="*/ 2147483647 w 1098"/>
                <a:gd name="T17" fmla="*/ 2147483647 h 439"/>
                <a:gd name="T18" fmla="*/ 2147483647 w 1098"/>
                <a:gd name="T19" fmla="*/ 2147483647 h 439"/>
                <a:gd name="T20" fmla="*/ 2147483647 w 1098"/>
                <a:gd name="T21" fmla="*/ 2147483647 h 43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98"/>
                <a:gd name="T34" fmla="*/ 0 h 439"/>
                <a:gd name="T35" fmla="*/ 1098 w 1098"/>
                <a:gd name="T36" fmla="*/ 439 h 43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98" h="439">
                  <a:moveTo>
                    <a:pt x="1087" y="197"/>
                  </a:moveTo>
                  <a:cubicBezTo>
                    <a:pt x="1002" y="21"/>
                    <a:pt x="1002" y="21"/>
                    <a:pt x="1002" y="21"/>
                  </a:cubicBezTo>
                  <a:cubicBezTo>
                    <a:pt x="1002" y="21"/>
                    <a:pt x="992" y="0"/>
                    <a:pt x="976" y="0"/>
                  </a:cubicBezTo>
                  <a:cubicBezTo>
                    <a:pt x="971" y="0"/>
                    <a:pt x="21" y="0"/>
                    <a:pt x="21" y="0"/>
                  </a:cubicBezTo>
                  <a:cubicBezTo>
                    <a:pt x="9" y="0"/>
                    <a:pt x="0" y="9"/>
                    <a:pt x="0" y="21"/>
                  </a:cubicBezTo>
                  <a:cubicBezTo>
                    <a:pt x="0" y="418"/>
                    <a:pt x="0" y="418"/>
                    <a:pt x="0" y="418"/>
                  </a:cubicBezTo>
                  <a:cubicBezTo>
                    <a:pt x="0" y="430"/>
                    <a:pt x="9" y="439"/>
                    <a:pt x="21" y="439"/>
                  </a:cubicBezTo>
                  <a:cubicBezTo>
                    <a:pt x="21" y="439"/>
                    <a:pt x="971" y="439"/>
                    <a:pt x="976" y="439"/>
                  </a:cubicBezTo>
                  <a:cubicBezTo>
                    <a:pt x="991" y="439"/>
                    <a:pt x="1002" y="418"/>
                    <a:pt x="1002" y="418"/>
                  </a:cubicBezTo>
                  <a:cubicBezTo>
                    <a:pt x="1002" y="418"/>
                    <a:pt x="1075" y="266"/>
                    <a:pt x="1087" y="242"/>
                  </a:cubicBezTo>
                  <a:cubicBezTo>
                    <a:pt x="1098" y="218"/>
                    <a:pt x="1087" y="197"/>
                    <a:pt x="1087" y="197"/>
                  </a:cubicBezTo>
                  <a:close/>
                </a:path>
              </a:pathLst>
            </a:custGeom>
            <a:solidFill>
              <a:srgbClr val="00A9D4"/>
            </a:solidFill>
            <a:ln w="57150" algn="ctr">
              <a:solidFill>
                <a:srgbClr val="FFFFFF"/>
              </a:solidFill>
              <a:round/>
              <a:headEnd/>
              <a:tailEnd/>
            </a:ln>
          </p:spPr>
          <p:txBody>
            <a:bodyPr anchor="ctr"/>
            <a:lstStyle/>
            <a:p>
              <a:endParaRPr lang="en-GB" sz="1400">
                <a:latin typeface="Times New Roman" pitchFamily="18" charset="0"/>
                <a:cs typeface="Times New Roman" pitchFamily="18" charset="0"/>
              </a:endParaRPr>
            </a:p>
          </p:txBody>
        </p:sp>
        <p:sp>
          <p:nvSpPr>
            <p:cNvPr id="13" name="Freeform 6"/>
            <p:cNvSpPr>
              <a:spLocks noChangeAspect="1"/>
            </p:cNvSpPr>
            <p:nvPr/>
          </p:nvSpPr>
          <p:spPr bwMode="auto">
            <a:xfrm>
              <a:off x="4683125" y="4503738"/>
              <a:ext cx="2455863" cy="868362"/>
            </a:xfrm>
            <a:custGeom>
              <a:avLst/>
              <a:gdLst>
                <a:gd name="T0" fmla="*/ 2147483647 w 1098"/>
                <a:gd name="T1" fmla="*/ 2147483647 h 439"/>
                <a:gd name="T2" fmla="*/ 2147483647 w 1098"/>
                <a:gd name="T3" fmla="*/ 2147483647 h 439"/>
                <a:gd name="T4" fmla="*/ 2147483647 w 1098"/>
                <a:gd name="T5" fmla="*/ 0 h 439"/>
                <a:gd name="T6" fmla="*/ 2147483647 w 1098"/>
                <a:gd name="T7" fmla="*/ 0 h 439"/>
                <a:gd name="T8" fmla="*/ 0 w 1098"/>
                <a:gd name="T9" fmla="*/ 2147483647 h 439"/>
                <a:gd name="T10" fmla="*/ 0 w 1098"/>
                <a:gd name="T11" fmla="*/ 2147483647 h 439"/>
                <a:gd name="T12" fmla="*/ 2147483647 w 1098"/>
                <a:gd name="T13" fmla="*/ 2147483647 h 439"/>
                <a:gd name="T14" fmla="*/ 2147483647 w 1098"/>
                <a:gd name="T15" fmla="*/ 2147483647 h 439"/>
                <a:gd name="T16" fmla="*/ 2147483647 w 1098"/>
                <a:gd name="T17" fmla="*/ 2147483647 h 439"/>
                <a:gd name="T18" fmla="*/ 2147483647 w 1098"/>
                <a:gd name="T19" fmla="*/ 2147483647 h 439"/>
                <a:gd name="T20" fmla="*/ 2147483647 w 1098"/>
                <a:gd name="T21" fmla="*/ 2147483647 h 43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98"/>
                <a:gd name="T34" fmla="*/ 0 h 439"/>
                <a:gd name="T35" fmla="*/ 1098 w 1098"/>
                <a:gd name="T36" fmla="*/ 439 h 43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98" h="439">
                  <a:moveTo>
                    <a:pt x="1087" y="197"/>
                  </a:moveTo>
                  <a:cubicBezTo>
                    <a:pt x="1002" y="21"/>
                    <a:pt x="1002" y="21"/>
                    <a:pt x="1002" y="21"/>
                  </a:cubicBezTo>
                  <a:cubicBezTo>
                    <a:pt x="1002" y="21"/>
                    <a:pt x="992" y="0"/>
                    <a:pt x="976" y="0"/>
                  </a:cubicBezTo>
                  <a:cubicBezTo>
                    <a:pt x="971" y="0"/>
                    <a:pt x="21" y="0"/>
                    <a:pt x="21" y="0"/>
                  </a:cubicBezTo>
                  <a:cubicBezTo>
                    <a:pt x="9" y="0"/>
                    <a:pt x="0" y="9"/>
                    <a:pt x="0" y="21"/>
                  </a:cubicBezTo>
                  <a:cubicBezTo>
                    <a:pt x="0" y="418"/>
                    <a:pt x="0" y="418"/>
                    <a:pt x="0" y="418"/>
                  </a:cubicBezTo>
                  <a:cubicBezTo>
                    <a:pt x="0" y="430"/>
                    <a:pt x="9" y="439"/>
                    <a:pt x="21" y="439"/>
                  </a:cubicBezTo>
                  <a:cubicBezTo>
                    <a:pt x="21" y="439"/>
                    <a:pt x="971" y="439"/>
                    <a:pt x="976" y="439"/>
                  </a:cubicBezTo>
                  <a:cubicBezTo>
                    <a:pt x="991" y="439"/>
                    <a:pt x="1002" y="418"/>
                    <a:pt x="1002" y="418"/>
                  </a:cubicBezTo>
                  <a:cubicBezTo>
                    <a:pt x="1002" y="418"/>
                    <a:pt x="1075" y="266"/>
                    <a:pt x="1087" y="242"/>
                  </a:cubicBezTo>
                  <a:cubicBezTo>
                    <a:pt x="1098" y="218"/>
                    <a:pt x="1087" y="197"/>
                    <a:pt x="1087" y="197"/>
                  </a:cubicBezTo>
                  <a:close/>
                </a:path>
              </a:pathLst>
            </a:custGeom>
            <a:solidFill>
              <a:srgbClr val="97C3FF"/>
            </a:solidFill>
            <a:ln w="57150" algn="ctr">
              <a:solidFill>
                <a:srgbClr val="FFFFFF"/>
              </a:solidFill>
              <a:round/>
              <a:headEnd/>
              <a:tailEnd/>
            </a:ln>
          </p:spPr>
          <p:txBody>
            <a:bodyPr anchor="ctr"/>
            <a:lstStyle/>
            <a:p>
              <a:endParaRPr lang="en-GB" sz="1400">
                <a:latin typeface="Times New Roman" pitchFamily="18" charset="0"/>
                <a:cs typeface="Times New Roman" pitchFamily="18" charset="0"/>
              </a:endParaRPr>
            </a:p>
          </p:txBody>
        </p:sp>
        <p:sp>
          <p:nvSpPr>
            <p:cNvPr id="14" name="Freeform 6"/>
            <p:cNvSpPr>
              <a:spLocks noChangeAspect="1"/>
            </p:cNvSpPr>
            <p:nvPr/>
          </p:nvSpPr>
          <p:spPr bwMode="auto">
            <a:xfrm>
              <a:off x="2505075" y="4503738"/>
              <a:ext cx="2459038" cy="868362"/>
            </a:xfrm>
            <a:custGeom>
              <a:avLst/>
              <a:gdLst>
                <a:gd name="T0" fmla="*/ 2147483647 w 1098"/>
                <a:gd name="T1" fmla="*/ 2147483647 h 439"/>
                <a:gd name="T2" fmla="*/ 2147483647 w 1098"/>
                <a:gd name="T3" fmla="*/ 2147483647 h 439"/>
                <a:gd name="T4" fmla="*/ 2147483647 w 1098"/>
                <a:gd name="T5" fmla="*/ 0 h 439"/>
                <a:gd name="T6" fmla="*/ 2147483647 w 1098"/>
                <a:gd name="T7" fmla="*/ 0 h 439"/>
                <a:gd name="T8" fmla="*/ 0 w 1098"/>
                <a:gd name="T9" fmla="*/ 2147483647 h 439"/>
                <a:gd name="T10" fmla="*/ 0 w 1098"/>
                <a:gd name="T11" fmla="*/ 2147483647 h 439"/>
                <a:gd name="T12" fmla="*/ 2147483647 w 1098"/>
                <a:gd name="T13" fmla="*/ 2147483647 h 439"/>
                <a:gd name="T14" fmla="*/ 2147483647 w 1098"/>
                <a:gd name="T15" fmla="*/ 2147483647 h 439"/>
                <a:gd name="T16" fmla="*/ 2147483647 w 1098"/>
                <a:gd name="T17" fmla="*/ 2147483647 h 439"/>
                <a:gd name="T18" fmla="*/ 2147483647 w 1098"/>
                <a:gd name="T19" fmla="*/ 2147483647 h 439"/>
                <a:gd name="T20" fmla="*/ 2147483647 w 1098"/>
                <a:gd name="T21" fmla="*/ 2147483647 h 43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98"/>
                <a:gd name="T34" fmla="*/ 0 h 439"/>
                <a:gd name="T35" fmla="*/ 1098 w 1098"/>
                <a:gd name="T36" fmla="*/ 439 h 43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98" h="439">
                  <a:moveTo>
                    <a:pt x="1087" y="197"/>
                  </a:moveTo>
                  <a:cubicBezTo>
                    <a:pt x="1002" y="21"/>
                    <a:pt x="1002" y="21"/>
                    <a:pt x="1002" y="21"/>
                  </a:cubicBezTo>
                  <a:cubicBezTo>
                    <a:pt x="1002" y="21"/>
                    <a:pt x="992" y="0"/>
                    <a:pt x="976" y="0"/>
                  </a:cubicBezTo>
                  <a:cubicBezTo>
                    <a:pt x="971" y="0"/>
                    <a:pt x="21" y="0"/>
                    <a:pt x="21" y="0"/>
                  </a:cubicBezTo>
                  <a:cubicBezTo>
                    <a:pt x="9" y="0"/>
                    <a:pt x="0" y="9"/>
                    <a:pt x="0" y="21"/>
                  </a:cubicBezTo>
                  <a:cubicBezTo>
                    <a:pt x="0" y="418"/>
                    <a:pt x="0" y="418"/>
                    <a:pt x="0" y="418"/>
                  </a:cubicBezTo>
                  <a:cubicBezTo>
                    <a:pt x="0" y="430"/>
                    <a:pt x="9" y="439"/>
                    <a:pt x="21" y="439"/>
                  </a:cubicBezTo>
                  <a:cubicBezTo>
                    <a:pt x="21" y="439"/>
                    <a:pt x="971" y="439"/>
                    <a:pt x="976" y="439"/>
                  </a:cubicBezTo>
                  <a:cubicBezTo>
                    <a:pt x="991" y="439"/>
                    <a:pt x="1002" y="418"/>
                    <a:pt x="1002" y="418"/>
                  </a:cubicBezTo>
                  <a:cubicBezTo>
                    <a:pt x="1002" y="418"/>
                    <a:pt x="1075" y="266"/>
                    <a:pt x="1087" y="242"/>
                  </a:cubicBezTo>
                  <a:cubicBezTo>
                    <a:pt x="1098" y="218"/>
                    <a:pt x="1087" y="197"/>
                    <a:pt x="1087" y="197"/>
                  </a:cubicBezTo>
                  <a:close/>
                </a:path>
              </a:pathLst>
            </a:custGeom>
            <a:solidFill>
              <a:srgbClr val="DEEEF7"/>
            </a:solidFill>
            <a:ln w="57150" algn="ctr">
              <a:solidFill>
                <a:srgbClr val="FFFFFF"/>
              </a:solidFill>
              <a:round/>
              <a:headEnd/>
              <a:tailEnd/>
            </a:ln>
          </p:spPr>
          <p:txBody>
            <a:bodyPr anchor="ctr"/>
            <a:lstStyle/>
            <a:p>
              <a:endParaRPr lang="en-GB" sz="1400">
                <a:latin typeface="Times New Roman" pitchFamily="18" charset="0"/>
                <a:cs typeface="Times New Roman" pitchFamily="18" charset="0"/>
              </a:endParaRPr>
            </a:p>
          </p:txBody>
        </p:sp>
        <p:sp>
          <p:nvSpPr>
            <p:cNvPr id="15" name="Freeform 6"/>
            <p:cNvSpPr>
              <a:spLocks noChangeAspect="1"/>
            </p:cNvSpPr>
            <p:nvPr/>
          </p:nvSpPr>
          <p:spPr bwMode="auto">
            <a:xfrm>
              <a:off x="396875" y="4503738"/>
              <a:ext cx="2457450" cy="868362"/>
            </a:xfrm>
            <a:custGeom>
              <a:avLst/>
              <a:gdLst>
                <a:gd name="T0" fmla="*/ 2147483647 w 1098"/>
                <a:gd name="T1" fmla="*/ 2147483647 h 439"/>
                <a:gd name="T2" fmla="*/ 2147483647 w 1098"/>
                <a:gd name="T3" fmla="*/ 2147483647 h 439"/>
                <a:gd name="T4" fmla="*/ 2147483647 w 1098"/>
                <a:gd name="T5" fmla="*/ 0 h 439"/>
                <a:gd name="T6" fmla="*/ 2147483647 w 1098"/>
                <a:gd name="T7" fmla="*/ 0 h 439"/>
                <a:gd name="T8" fmla="*/ 0 w 1098"/>
                <a:gd name="T9" fmla="*/ 2147483647 h 439"/>
                <a:gd name="T10" fmla="*/ 0 w 1098"/>
                <a:gd name="T11" fmla="*/ 2147483647 h 439"/>
                <a:gd name="T12" fmla="*/ 2147483647 w 1098"/>
                <a:gd name="T13" fmla="*/ 2147483647 h 439"/>
                <a:gd name="T14" fmla="*/ 2147483647 w 1098"/>
                <a:gd name="T15" fmla="*/ 2147483647 h 439"/>
                <a:gd name="T16" fmla="*/ 2147483647 w 1098"/>
                <a:gd name="T17" fmla="*/ 2147483647 h 439"/>
                <a:gd name="T18" fmla="*/ 2147483647 w 1098"/>
                <a:gd name="T19" fmla="*/ 2147483647 h 439"/>
                <a:gd name="T20" fmla="*/ 2147483647 w 1098"/>
                <a:gd name="T21" fmla="*/ 2147483647 h 43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98"/>
                <a:gd name="T34" fmla="*/ 0 h 439"/>
                <a:gd name="T35" fmla="*/ 1098 w 1098"/>
                <a:gd name="T36" fmla="*/ 439 h 43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98" h="439">
                  <a:moveTo>
                    <a:pt x="1087" y="197"/>
                  </a:moveTo>
                  <a:cubicBezTo>
                    <a:pt x="1002" y="21"/>
                    <a:pt x="1002" y="21"/>
                    <a:pt x="1002" y="21"/>
                  </a:cubicBezTo>
                  <a:cubicBezTo>
                    <a:pt x="1002" y="21"/>
                    <a:pt x="992" y="0"/>
                    <a:pt x="976" y="0"/>
                  </a:cubicBezTo>
                  <a:cubicBezTo>
                    <a:pt x="971" y="0"/>
                    <a:pt x="21" y="0"/>
                    <a:pt x="21" y="0"/>
                  </a:cubicBezTo>
                  <a:cubicBezTo>
                    <a:pt x="9" y="0"/>
                    <a:pt x="0" y="9"/>
                    <a:pt x="0" y="21"/>
                  </a:cubicBezTo>
                  <a:cubicBezTo>
                    <a:pt x="0" y="418"/>
                    <a:pt x="0" y="418"/>
                    <a:pt x="0" y="418"/>
                  </a:cubicBezTo>
                  <a:cubicBezTo>
                    <a:pt x="0" y="430"/>
                    <a:pt x="9" y="439"/>
                    <a:pt x="21" y="439"/>
                  </a:cubicBezTo>
                  <a:cubicBezTo>
                    <a:pt x="21" y="439"/>
                    <a:pt x="971" y="439"/>
                    <a:pt x="976" y="439"/>
                  </a:cubicBezTo>
                  <a:cubicBezTo>
                    <a:pt x="991" y="439"/>
                    <a:pt x="1002" y="418"/>
                    <a:pt x="1002" y="418"/>
                  </a:cubicBezTo>
                  <a:cubicBezTo>
                    <a:pt x="1002" y="418"/>
                    <a:pt x="1075" y="266"/>
                    <a:pt x="1087" y="242"/>
                  </a:cubicBezTo>
                  <a:cubicBezTo>
                    <a:pt x="1098" y="218"/>
                    <a:pt x="1087" y="197"/>
                    <a:pt x="1087" y="197"/>
                  </a:cubicBezTo>
                  <a:close/>
                </a:path>
              </a:pathLst>
            </a:custGeom>
            <a:solidFill>
              <a:srgbClr val="FDC844"/>
            </a:solidFill>
            <a:ln w="57150" algn="ctr">
              <a:solidFill>
                <a:srgbClr val="FFFFFF"/>
              </a:solidFill>
              <a:round/>
              <a:headEnd/>
              <a:tailEnd/>
            </a:ln>
          </p:spPr>
          <p:txBody>
            <a:bodyPr anchor="ctr"/>
            <a:lstStyle/>
            <a:p>
              <a:endParaRPr lang="en-GB" sz="1400">
                <a:latin typeface="Times New Roman" pitchFamily="18" charset="0"/>
                <a:cs typeface="Times New Roman" pitchFamily="18" charset="0"/>
              </a:endParaRPr>
            </a:p>
          </p:txBody>
        </p:sp>
        <p:sp>
          <p:nvSpPr>
            <p:cNvPr id="16" name="Chevron 10"/>
            <p:cNvSpPr>
              <a:spLocks noChangeArrowheads="1"/>
            </p:cNvSpPr>
            <p:nvPr/>
          </p:nvSpPr>
          <p:spPr bwMode="auto">
            <a:xfrm>
              <a:off x="268288" y="4522788"/>
              <a:ext cx="2682875" cy="882650"/>
            </a:xfrm>
            <a:prstGeom prst="chevron">
              <a:avLst>
                <a:gd name="adj" fmla="val 37122"/>
              </a:avLst>
            </a:prstGeom>
            <a:noFill/>
            <a:ln w="9525">
              <a:noFill/>
              <a:miter lim="800000"/>
              <a:headEnd/>
              <a:tailEnd/>
            </a:ln>
          </p:spPr>
          <p:txBody>
            <a:bodyPr lIns="72000" rIns="72000" anchor="ctr"/>
            <a:lstStyle/>
            <a:p>
              <a:pPr marL="115888" indent="-115888" algn="ctr">
                <a:spcBef>
                  <a:spcPct val="50000"/>
                </a:spcBef>
              </a:pPr>
              <a:r>
                <a:rPr lang="en-US" sz="1400" b="1" dirty="0">
                  <a:latin typeface="Times New Roman" pitchFamily="18" charset="0"/>
                  <a:cs typeface="Times New Roman" pitchFamily="18" charset="0"/>
                </a:rPr>
                <a:t>    Exploratory research </a:t>
              </a:r>
            </a:p>
          </p:txBody>
        </p:sp>
        <p:sp>
          <p:nvSpPr>
            <p:cNvPr id="17" name="Chevron 10"/>
            <p:cNvSpPr>
              <a:spLocks noChangeArrowheads="1"/>
            </p:cNvSpPr>
            <p:nvPr/>
          </p:nvSpPr>
          <p:spPr bwMode="auto">
            <a:xfrm>
              <a:off x="2641600" y="4522788"/>
              <a:ext cx="2297113" cy="884237"/>
            </a:xfrm>
            <a:prstGeom prst="chevron">
              <a:avLst>
                <a:gd name="adj" fmla="val 37091"/>
              </a:avLst>
            </a:prstGeom>
            <a:noFill/>
            <a:ln w="9525">
              <a:noFill/>
              <a:miter lim="800000"/>
              <a:headEnd/>
              <a:tailEnd/>
            </a:ln>
          </p:spPr>
          <p:txBody>
            <a:bodyPr lIns="72000" rIns="72000" anchor="ctr"/>
            <a:lstStyle/>
            <a:p>
              <a:pPr marL="115888" indent="-115888" algn="ctr">
                <a:spcBef>
                  <a:spcPct val="50000"/>
                </a:spcBef>
              </a:pPr>
              <a:r>
                <a:rPr lang="en-GB" sz="1200" b="1" dirty="0">
                  <a:latin typeface="Times New Roman" pitchFamily="18" charset="0"/>
                  <a:cs typeface="Times New Roman" pitchFamily="18" charset="0"/>
                </a:rPr>
                <a:t>Pre-standardization </a:t>
              </a:r>
              <a:r>
                <a:rPr lang="en-GB" sz="1400" b="1" dirty="0">
                  <a:latin typeface="Times New Roman" pitchFamily="18" charset="0"/>
                  <a:cs typeface="Times New Roman" pitchFamily="18" charset="0"/>
                </a:rPr>
                <a:t>activities</a:t>
              </a:r>
            </a:p>
          </p:txBody>
        </p:sp>
        <p:sp>
          <p:nvSpPr>
            <p:cNvPr id="18" name="Chevron 12"/>
            <p:cNvSpPr>
              <a:spLocks noChangeArrowheads="1"/>
            </p:cNvSpPr>
            <p:nvPr/>
          </p:nvSpPr>
          <p:spPr bwMode="auto">
            <a:xfrm>
              <a:off x="6897688" y="4513263"/>
              <a:ext cx="2470150" cy="881062"/>
            </a:xfrm>
            <a:prstGeom prst="chevron">
              <a:avLst>
                <a:gd name="adj" fmla="val 38472"/>
              </a:avLst>
            </a:prstGeom>
            <a:noFill/>
            <a:ln w="9525">
              <a:noFill/>
              <a:miter lim="800000"/>
              <a:headEnd/>
              <a:tailEnd/>
            </a:ln>
          </p:spPr>
          <p:txBody>
            <a:bodyPr lIns="72000" rIns="72000" anchor="ctr"/>
            <a:lstStyle/>
            <a:p>
              <a:pPr algn="ctr">
                <a:spcBef>
                  <a:spcPct val="50000"/>
                </a:spcBef>
              </a:pPr>
              <a:r>
                <a:rPr lang="en-GB" sz="1400" b="1" dirty="0">
                  <a:solidFill>
                    <a:schemeClr val="bg1"/>
                  </a:solidFill>
                  <a:latin typeface="Times New Roman" pitchFamily="18" charset="0"/>
                  <a:cs typeface="Times New Roman" pitchFamily="18" charset="0"/>
                </a:rPr>
                <a:t>Commercialization</a:t>
              </a:r>
            </a:p>
          </p:txBody>
        </p:sp>
        <p:pic>
          <p:nvPicPr>
            <p:cNvPr id="19" name="Picture 62" descr="logo_itu"/>
            <p:cNvPicPr>
              <a:picLocks noChangeAspect="1" noChangeArrowheads="1"/>
            </p:cNvPicPr>
            <p:nvPr/>
          </p:nvPicPr>
          <p:blipFill>
            <a:blip r:embed="rId2"/>
            <a:srcRect/>
            <a:stretch>
              <a:fillRect/>
            </a:stretch>
          </p:blipFill>
          <p:spPr bwMode="auto">
            <a:xfrm>
              <a:off x="-50800" y="5853113"/>
              <a:ext cx="482600" cy="409575"/>
            </a:xfrm>
            <a:prstGeom prst="rect">
              <a:avLst/>
            </a:prstGeom>
            <a:noFill/>
            <a:ln w="9525">
              <a:noFill/>
              <a:miter lim="800000"/>
              <a:headEnd/>
              <a:tailEnd/>
            </a:ln>
          </p:spPr>
        </p:pic>
        <p:pic>
          <p:nvPicPr>
            <p:cNvPr id="20" name="Picture 43"/>
            <p:cNvPicPr>
              <a:picLocks noChangeAspect="1"/>
            </p:cNvPicPr>
            <p:nvPr/>
          </p:nvPicPr>
          <p:blipFill>
            <a:blip r:embed="rId3"/>
            <a:srcRect/>
            <a:stretch>
              <a:fillRect/>
            </a:stretch>
          </p:blipFill>
          <p:spPr bwMode="auto">
            <a:xfrm>
              <a:off x="1108075" y="3992563"/>
              <a:ext cx="847725" cy="769937"/>
            </a:xfrm>
            <a:prstGeom prst="rect">
              <a:avLst/>
            </a:prstGeom>
            <a:noFill/>
            <a:ln w="9525">
              <a:noFill/>
              <a:miter lim="800000"/>
              <a:headEnd/>
              <a:tailEnd/>
            </a:ln>
          </p:spPr>
        </p:pic>
        <p:sp>
          <p:nvSpPr>
            <p:cNvPr id="21" name="Chevron 10"/>
            <p:cNvSpPr>
              <a:spLocks noChangeArrowheads="1"/>
            </p:cNvSpPr>
            <p:nvPr/>
          </p:nvSpPr>
          <p:spPr bwMode="auto">
            <a:xfrm>
              <a:off x="5961063" y="5146675"/>
              <a:ext cx="2727325" cy="258763"/>
            </a:xfrm>
            <a:prstGeom prst="chevron">
              <a:avLst>
                <a:gd name="adj" fmla="val 37074"/>
              </a:avLst>
            </a:prstGeom>
            <a:solidFill>
              <a:schemeClr val="tx2">
                <a:lumMod val="25000"/>
                <a:lumOff val="75000"/>
              </a:schemeClr>
            </a:solidFill>
            <a:ln w="9525">
              <a:noFill/>
              <a:miter lim="800000"/>
              <a:headEnd/>
              <a:tailEnd/>
            </a:ln>
          </p:spPr>
          <p:txBody>
            <a:bodyPr lIns="0" rIns="0" anchor="ctr"/>
            <a:lstStyle/>
            <a:p>
              <a:pPr marL="115888" indent="-115888" algn="ctr">
                <a:spcBef>
                  <a:spcPct val="50000"/>
                </a:spcBef>
                <a:defRPr/>
              </a:pPr>
              <a:r>
                <a:rPr lang="en-GB" sz="1400" b="1" dirty="0">
                  <a:latin typeface="Times New Roman" pitchFamily="18" charset="0"/>
                  <a:cs typeface="Times New Roman" pitchFamily="18" charset="0"/>
                </a:rPr>
                <a:t>      </a:t>
              </a:r>
            </a:p>
          </p:txBody>
        </p:sp>
        <p:sp>
          <p:nvSpPr>
            <p:cNvPr id="22" name="Chevron 10"/>
            <p:cNvSpPr>
              <a:spLocks noChangeArrowheads="1"/>
            </p:cNvSpPr>
            <p:nvPr/>
          </p:nvSpPr>
          <p:spPr bwMode="auto">
            <a:xfrm>
              <a:off x="4697413" y="4522788"/>
              <a:ext cx="2400300" cy="884237"/>
            </a:xfrm>
            <a:prstGeom prst="chevron">
              <a:avLst>
                <a:gd name="adj" fmla="val 37074"/>
              </a:avLst>
            </a:prstGeom>
            <a:solidFill>
              <a:srgbClr val="97C3FF"/>
            </a:solidFill>
            <a:ln w="9525">
              <a:noFill/>
              <a:miter lim="800000"/>
              <a:headEnd/>
              <a:tailEnd/>
            </a:ln>
          </p:spPr>
          <p:txBody>
            <a:bodyPr lIns="0" rIns="0" anchor="ctr"/>
            <a:lstStyle/>
            <a:p>
              <a:pPr marL="115888" indent="-115888" algn="ctr">
                <a:spcBef>
                  <a:spcPct val="50000"/>
                </a:spcBef>
              </a:pPr>
              <a:r>
                <a:rPr lang="en-GB" sz="1400" b="1" dirty="0">
                  <a:latin typeface="Times New Roman" pitchFamily="18" charset="0"/>
                  <a:cs typeface="Times New Roman" pitchFamily="18" charset="0"/>
                </a:rPr>
                <a:t>      Standardization activities</a:t>
              </a:r>
            </a:p>
          </p:txBody>
        </p:sp>
      </p:grpSp>
      <p:sp>
        <p:nvSpPr>
          <p:cNvPr id="42" name="TextBox 41"/>
          <p:cNvSpPr txBox="1"/>
          <p:nvPr/>
        </p:nvSpPr>
        <p:spPr>
          <a:xfrm>
            <a:off x="914400" y="6096000"/>
            <a:ext cx="7162800" cy="461665"/>
          </a:xfrm>
          <a:prstGeom prst="rect">
            <a:avLst/>
          </a:prstGeom>
          <a:noFill/>
        </p:spPr>
        <p:txBody>
          <a:bodyPr wrap="square" rtlCol="0">
            <a:spAutoFit/>
          </a:bodyPr>
          <a:lstStyle/>
          <a:p>
            <a:r>
              <a:rPr lang="en-GB" sz="2400" dirty="0">
                <a:latin typeface="Times New Roman" pitchFamily="18" charset="0"/>
                <a:cs typeface="Times New Roman" pitchFamily="18" charset="0"/>
              </a:rPr>
              <a:t>World Radio Communication Conference (</a:t>
            </a:r>
            <a:r>
              <a:rPr lang="en-GB" sz="2400" i="1" dirty="0">
                <a:latin typeface="Times New Roman" pitchFamily="18" charset="0"/>
                <a:cs typeface="Times New Roman" pitchFamily="18" charset="0"/>
              </a:rPr>
              <a:t>WRC</a:t>
            </a:r>
            <a:r>
              <a:rPr lang="en-GB" sz="2400" dirty="0">
                <a:latin typeface="Times New Roman" pitchFamily="18" charset="0"/>
                <a:cs typeface="Times New Roman" pitchFamily="18" charset="0"/>
              </a:rPr>
              <a:t>) of 5G </a:t>
            </a:r>
          </a:p>
        </p:txBody>
      </p:sp>
      <p:pic>
        <p:nvPicPr>
          <p:cNvPr id="14338" name="Picture 2" descr="ITU"/>
          <p:cNvPicPr>
            <a:picLocks noChangeAspect="1" noChangeArrowheads="1"/>
          </p:cNvPicPr>
          <p:nvPr/>
        </p:nvPicPr>
        <p:blipFill>
          <a:blip r:embed="rId4"/>
          <a:srcRect/>
          <a:stretch>
            <a:fillRect/>
          </a:stretch>
        </p:blipFill>
        <p:spPr bwMode="auto">
          <a:xfrm>
            <a:off x="0" y="0"/>
            <a:ext cx="685800" cy="794442"/>
          </a:xfrm>
          <a:prstGeom prst="rect">
            <a:avLst/>
          </a:prstGeom>
          <a:noFill/>
        </p:spPr>
      </p:pic>
      <p:sp>
        <p:nvSpPr>
          <p:cNvPr id="43" name="TextBox 42"/>
          <p:cNvSpPr txBox="1"/>
          <p:nvPr/>
        </p:nvSpPr>
        <p:spPr>
          <a:xfrm>
            <a:off x="76200" y="914400"/>
            <a:ext cx="8915400" cy="1938992"/>
          </a:xfrm>
          <a:prstGeom prst="rect">
            <a:avLst/>
          </a:prstGeom>
          <a:noFill/>
        </p:spPr>
        <p:txBody>
          <a:bodyPr wrap="square" rtlCol="0">
            <a:spAutoFit/>
          </a:bodyPr>
          <a:lstStyle/>
          <a:p>
            <a:pPr algn="just"/>
            <a:r>
              <a:rPr lang="en-US" sz="2400" dirty="0">
                <a:solidFill>
                  <a:srgbClr val="FF0000"/>
                </a:solidFill>
                <a:latin typeface="Times New Roman" pitchFamily="18" charset="0"/>
                <a:cs typeface="Times New Roman" pitchFamily="18" charset="0"/>
              </a:rPr>
              <a:t>World Radio Communication Conferences (WRC)</a:t>
            </a:r>
            <a:r>
              <a:rPr lang="en-US" sz="2400" dirty="0">
                <a:latin typeface="Times New Roman" pitchFamily="18" charset="0"/>
                <a:cs typeface="Times New Roman" pitchFamily="18" charset="0"/>
              </a:rPr>
              <a:t> are held every three to four years. It is the job of WRC to review and revise of Radio Regulations. Revisions are made on the basis of an agenda determined by the </a:t>
            </a:r>
            <a:r>
              <a:rPr lang="en-US" sz="2400" dirty="0">
                <a:solidFill>
                  <a:srgbClr val="FF0000"/>
                </a:solidFill>
                <a:latin typeface="Times New Roman" pitchFamily="18" charset="0"/>
                <a:cs typeface="Times New Roman" pitchFamily="18" charset="0"/>
              </a:rPr>
              <a:t>ITU Council</a:t>
            </a:r>
            <a:r>
              <a:rPr lang="en-US" sz="2400" dirty="0">
                <a:latin typeface="Times New Roman" pitchFamily="18" charset="0"/>
                <a:cs typeface="Times New Roman" pitchFamily="18" charset="0"/>
              </a:rPr>
              <a:t>, which takes into account recommendations made by previous world </a:t>
            </a:r>
            <a:r>
              <a:rPr lang="en-US" sz="2400" dirty="0" err="1">
                <a:latin typeface="Times New Roman" pitchFamily="18" charset="0"/>
                <a:cs typeface="Times New Roman" pitchFamily="18" charset="0"/>
              </a:rPr>
              <a:t>radiocommunication</a:t>
            </a:r>
            <a:r>
              <a:rPr lang="en-US" sz="2400" dirty="0">
                <a:latin typeface="Times New Roman" pitchFamily="18" charset="0"/>
                <a:cs typeface="Times New Roman" pitchFamily="18" charset="0"/>
              </a:rPr>
              <a:t> conferences.</a:t>
            </a:r>
          </a:p>
        </p:txBody>
      </p:sp>
      <p:sp>
        <p:nvSpPr>
          <p:cNvPr id="44" name="Rectangle 43"/>
          <p:cNvSpPr/>
          <p:nvPr/>
        </p:nvSpPr>
        <p:spPr>
          <a:xfrm>
            <a:off x="762000" y="111495"/>
            <a:ext cx="8382000" cy="553998"/>
          </a:xfrm>
          <a:prstGeom prst="rect">
            <a:avLst/>
          </a:prstGeom>
          <a:solidFill>
            <a:srgbClr val="FFC000"/>
          </a:solidFill>
        </p:spPr>
        <p:txBody>
          <a:bodyPr wrap="square">
            <a:spAutoFit/>
          </a:bodyPr>
          <a:lstStyle/>
          <a:p>
            <a:r>
              <a:rPr lang="en-US" sz="3000" b="1" dirty="0">
                <a:solidFill>
                  <a:srgbClr val="0000CC"/>
                </a:solidFill>
                <a:latin typeface="Times New Roman" pitchFamily="18" charset="0"/>
                <a:cs typeface="Times New Roman" pitchFamily="18" charset="0"/>
              </a:rPr>
              <a:t>World </a:t>
            </a:r>
            <a:r>
              <a:rPr lang="en-US" sz="3000" b="1" dirty="0" err="1">
                <a:solidFill>
                  <a:srgbClr val="0000CC"/>
                </a:solidFill>
                <a:latin typeface="Times New Roman" pitchFamily="18" charset="0"/>
                <a:cs typeface="Times New Roman" pitchFamily="18" charset="0"/>
              </a:rPr>
              <a:t>Radiocommunication</a:t>
            </a:r>
            <a:r>
              <a:rPr lang="en-US" sz="3000" b="1" dirty="0">
                <a:solidFill>
                  <a:srgbClr val="0000CC"/>
                </a:solidFill>
                <a:latin typeface="Times New Roman" pitchFamily="18" charset="0"/>
                <a:cs typeface="Times New Roman" pitchFamily="18" charset="0"/>
              </a:rPr>
              <a:t> Conferences (WRC)</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a:p>
        </p:txBody>
      </p:sp>
      <p:sp>
        <p:nvSpPr>
          <p:cNvPr id="5" name="TextBox 4"/>
          <p:cNvSpPr txBox="1"/>
          <p:nvPr/>
        </p:nvSpPr>
        <p:spPr>
          <a:xfrm>
            <a:off x="304800" y="1752600"/>
            <a:ext cx="8458200" cy="3785652"/>
          </a:xfrm>
          <a:prstGeom prst="rect">
            <a:avLst/>
          </a:prstGeom>
          <a:solidFill>
            <a:srgbClr val="CCECFF"/>
          </a:solidFill>
        </p:spPr>
        <p:txBody>
          <a:bodyPr wrap="square" rtlCol="0">
            <a:spAutoFit/>
          </a:bodyPr>
          <a:lstStyle/>
          <a:p>
            <a:pPr marL="342900"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The </a:t>
            </a:r>
            <a:r>
              <a:rPr lang="en-US" sz="2400" b="1" dirty="0">
                <a:solidFill>
                  <a:srgbClr val="FF0000"/>
                </a:solidFill>
                <a:latin typeface="Times New Roman" panose="02020603050405020304" pitchFamily="18" charset="0"/>
                <a:cs typeface="Times New Roman" panose="02020603050405020304" pitchFamily="18" charset="0"/>
              </a:rPr>
              <a:t>METIS-II</a:t>
            </a:r>
            <a:r>
              <a:rPr lang="en-US" sz="2400" dirty="0">
                <a:latin typeface="Times New Roman" panose="02020603050405020304" pitchFamily="18" charset="0"/>
                <a:cs typeface="Times New Roman" panose="02020603050405020304" pitchFamily="18" charset="0"/>
              </a:rPr>
              <a:t> builds on the successful </a:t>
            </a:r>
            <a:r>
              <a:rPr lang="en-US" sz="2400" b="1" dirty="0">
                <a:solidFill>
                  <a:srgbClr val="FF0000"/>
                </a:solidFill>
                <a:latin typeface="Times New Roman" panose="02020603050405020304" pitchFamily="18" charset="0"/>
                <a:cs typeface="Times New Roman" panose="02020603050405020304" pitchFamily="18" charset="0"/>
              </a:rPr>
              <a:t>METIS</a:t>
            </a:r>
            <a:r>
              <a:rPr lang="en-US" sz="2400" dirty="0">
                <a:latin typeface="Times New Roman" panose="02020603050405020304" pitchFamily="18" charset="0"/>
                <a:cs typeface="Times New Roman" panose="02020603050405020304" pitchFamily="18" charset="0"/>
              </a:rPr>
              <a:t> project and will develop the overall 5G radio access network design.</a:t>
            </a:r>
          </a:p>
          <a:p>
            <a:pPr marL="342900" indent="-342900" algn="just">
              <a:buFont typeface="Wingdings" panose="05000000000000000000" pitchFamily="2" charset="2"/>
              <a:buChar char="ü"/>
            </a:pP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Key objectives of METIS-II are to develop the overall 5G radio access network design and to provide efficient integration and use of the various 5G technologies and components currently developed. </a:t>
            </a:r>
          </a:p>
          <a:p>
            <a:pPr algn="just"/>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It includes partners from all regions with strong 5G R&amp;D initiatives (EU, US, China, Japan, Korea). </a:t>
            </a:r>
          </a:p>
        </p:txBody>
      </p:sp>
      <p:pic>
        <p:nvPicPr>
          <p:cNvPr id="51202" name="Picture 2" descr="METIS-I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52400"/>
            <a:ext cx="1866900" cy="914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57749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reeform 6"/>
          <p:cNvSpPr>
            <a:spLocks noEditPoints="1"/>
          </p:cNvSpPr>
          <p:nvPr/>
        </p:nvSpPr>
        <p:spPr bwMode="auto">
          <a:xfrm>
            <a:off x="2333854" y="3517547"/>
            <a:ext cx="63500" cy="187325"/>
          </a:xfrm>
          <a:custGeom>
            <a:avLst/>
            <a:gdLst>
              <a:gd name="T0" fmla="*/ 2147483647 w 241"/>
              <a:gd name="T1" fmla="*/ 2147483647 h 383"/>
              <a:gd name="T2" fmla="*/ 2147483647 w 241"/>
              <a:gd name="T3" fmla="*/ 2147483647 h 383"/>
              <a:gd name="T4" fmla="*/ 2147483647 w 241"/>
              <a:gd name="T5" fmla="*/ 2147483647 h 383"/>
              <a:gd name="T6" fmla="*/ 2147483647 w 241"/>
              <a:gd name="T7" fmla="*/ 2147483647 h 383"/>
              <a:gd name="T8" fmla="*/ 2147483647 w 241"/>
              <a:gd name="T9" fmla="*/ 2147483647 h 383"/>
              <a:gd name="T10" fmla="*/ 2147483647 w 241"/>
              <a:gd name="T11" fmla="*/ 2147483647 h 383"/>
              <a:gd name="T12" fmla="*/ 2147483647 w 241"/>
              <a:gd name="T13" fmla="*/ 2147483647 h 383"/>
              <a:gd name="T14" fmla="*/ 2147483647 w 241"/>
              <a:gd name="T15" fmla="*/ 2147483647 h 383"/>
              <a:gd name="T16" fmla="*/ 2147483647 w 241"/>
              <a:gd name="T17" fmla="*/ 0 h 383"/>
              <a:gd name="T18" fmla="*/ 2147483647 w 241"/>
              <a:gd name="T19" fmla="*/ 0 h 383"/>
              <a:gd name="T20" fmla="*/ 0 w 241"/>
              <a:gd name="T21" fmla="*/ 2147483647 h 383"/>
              <a:gd name="T22" fmla="*/ 0 w 241"/>
              <a:gd name="T23" fmla="*/ 2147483647 h 383"/>
              <a:gd name="T24" fmla="*/ 2147483647 w 241"/>
              <a:gd name="T25" fmla="*/ 2147483647 h 383"/>
              <a:gd name="T26" fmla="*/ 2147483647 w 241"/>
              <a:gd name="T27" fmla="*/ 2147483647 h 383"/>
              <a:gd name="T28" fmla="*/ 2147483647 w 241"/>
              <a:gd name="T29" fmla="*/ 2147483647 h 383"/>
              <a:gd name="T30" fmla="*/ 2147483647 w 241"/>
              <a:gd name="T31" fmla="*/ 2147483647 h 383"/>
              <a:gd name="T32" fmla="*/ 2147483647 w 241"/>
              <a:gd name="T33" fmla="*/ 2147483647 h 383"/>
              <a:gd name="T34" fmla="*/ 2147483647 w 241"/>
              <a:gd name="T35" fmla="*/ 2147483647 h 383"/>
              <a:gd name="T36" fmla="*/ 2147483647 w 241"/>
              <a:gd name="T37" fmla="*/ 2147483647 h 383"/>
              <a:gd name="T38" fmla="*/ 2147483647 w 241"/>
              <a:gd name="T39" fmla="*/ 2147483647 h 383"/>
              <a:gd name="T40" fmla="*/ 2147483647 w 241"/>
              <a:gd name="T41" fmla="*/ 2147483647 h 383"/>
              <a:gd name="T42" fmla="*/ 2147483647 w 241"/>
              <a:gd name="T43" fmla="*/ 2147483647 h 383"/>
              <a:gd name="T44" fmla="*/ 2147483647 w 241"/>
              <a:gd name="T45" fmla="*/ 2147483647 h 383"/>
              <a:gd name="T46" fmla="*/ 2147483647 w 241"/>
              <a:gd name="T47" fmla="*/ 2147483647 h 383"/>
              <a:gd name="T48" fmla="*/ 2147483647 w 241"/>
              <a:gd name="T49" fmla="*/ 2147483647 h 383"/>
              <a:gd name="T50" fmla="*/ 2147483647 w 241"/>
              <a:gd name="T51" fmla="*/ 2147483647 h 383"/>
              <a:gd name="T52" fmla="*/ 2147483647 w 241"/>
              <a:gd name="T53" fmla="*/ 2147483647 h 383"/>
              <a:gd name="T54" fmla="*/ 2147483647 w 241"/>
              <a:gd name="T55" fmla="*/ 2147483647 h 383"/>
              <a:gd name="T56" fmla="*/ 2147483647 w 241"/>
              <a:gd name="T57" fmla="*/ 2147483647 h 383"/>
              <a:gd name="T58" fmla="*/ 2147483647 w 241"/>
              <a:gd name="T59" fmla="*/ 2147483647 h 383"/>
              <a:gd name="T60" fmla="*/ 2147483647 w 241"/>
              <a:gd name="T61" fmla="*/ 2147483647 h 383"/>
              <a:gd name="T62" fmla="*/ 2147483647 w 241"/>
              <a:gd name="T63" fmla="*/ 2147483647 h 383"/>
              <a:gd name="T64" fmla="*/ 2147483647 w 241"/>
              <a:gd name="T65" fmla="*/ 2147483647 h 383"/>
              <a:gd name="T66" fmla="*/ 2147483647 w 241"/>
              <a:gd name="T67" fmla="*/ 2147483647 h 383"/>
              <a:gd name="T68" fmla="*/ 2147483647 w 241"/>
              <a:gd name="T69" fmla="*/ 2147483647 h 383"/>
              <a:gd name="T70" fmla="*/ 2147483647 w 241"/>
              <a:gd name="T71" fmla="*/ 2147483647 h 383"/>
              <a:gd name="T72" fmla="*/ 2147483647 w 241"/>
              <a:gd name="T73" fmla="*/ 2147483647 h 383"/>
              <a:gd name="T74" fmla="*/ 2147483647 w 241"/>
              <a:gd name="T75" fmla="*/ 2147483647 h 383"/>
              <a:gd name="T76" fmla="*/ 2147483647 w 241"/>
              <a:gd name="T77" fmla="*/ 2147483647 h 383"/>
              <a:gd name="T78" fmla="*/ 2147483647 w 241"/>
              <a:gd name="T79" fmla="*/ 2147483647 h 383"/>
              <a:gd name="T80" fmla="*/ 2147483647 w 241"/>
              <a:gd name="T81" fmla="*/ 2147483647 h 383"/>
              <a:gd name="T82" fmla="*/ 2147483647 w 241"/>
              <a:gd name="T83" fmla="*/ 2147483647 h 383"/>
              <a:gd name="T84" fmla="*/ 2147483647 w 241"/>
              <a:gd name="T85" fmla="*/ 2147483647 h 383"/>
              <a:gd name="T86" fmla="*/ 2147483647 w 241"/>
              <a:gd name="T87" fmla="*/ 2147483647 h 383"/>
              <a:gd name="T88" fmla="*/ 2147483647 w 241"/>
              <a:gd name="T89" fmla="*/ 2147483647 h 383"/>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41"/>
              <a:gd name="T136" fmla="*/ 0 h 383"/>
              <a:gd name="T137" fmla="*/ 241 w 241"/>
              <a:gd name="T138" fmla="*/ 383 h 383"/>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41" h="383">
                <a:moveTo>
                  <a:pt x="117" y="356"/>
                </a:moveTo>
                <a:cubicBezTo>
                  <a:pt x="127" y="356"/>
                  <a:pt x="135" y="348"/>
                  <a:pt x="135" y="338"/>
                </a:cubicBezTo>
                <a:cubicBezTo>
                  <a:pt x="135" y="329"/>
                  <a:pt x="127" y="321"/>
                  <a:pt x="117" y="321"/>
                </a:cubicBezTo>
                <a:cubicBezTo>
                  <a:pt x="107" y="321"/>
                  <a:pt x="99" y="329"/>
                  <a:pt x="99" y="338"/>
                </a:cubicBezTo>
                <a:cubicBezTo>
                  <a:pt x="99" y="348"/>
                  <a:pt x="107" y="356"/>
                  <a:pt x="117" y="356"/>
                </a:cubicBezTo>
                <a:close/>
                <a:moveTo>
                  <a:pt x="233" y="90"/>
                </a:moveTo>
                <a:cubicBezTo>
                  <a:pt x="237" y="90"/>
                  <a:pt x="241" y="87"/>
                  <a:pt x="241" y="82"/>
                </a:cubicBezTo>
                <a:cubicBezTo>
                  <a:pt x="241" y="19"/>
                  <a:pt x="241" y="19"/>
                  <a:pt x="241" y="19"/>
                </a:cubicBezTo>
                <a:cubicBezTo>
                  <a:pt x="241" y="8"/>
                  <a:pt x="232" y="0"/>
                  <a:pt x="221" y="0"/>
                </a:cubicBezTo>
                <a:cubicBezTo>
                  <a:pt x="19" y="0"/>
                  <a:pt x="19" y="0"/>
                  <a:pt x="19" y="0"/>
                </a:cubicBezTo>
                <a:cubicBezTo>
                  <a:pt x="8" y="0"/>
                  <a:pt x="0" y="8"/>
                  <a:pt x="0" y="19"/>
                </a:cubicBezTo>
                <a:cubicBezTo>
                  <a:pt x="0" y="364"/>
                  <a:pt x="0" y="364"/>
                  <a:pt x="0" y="364"/>
                </a:cubicBezTo>
                <a:cubicBezTo>
                  <a:pt x="0" y="375"/>
                  <a:pt x="8" y="383"/>
                  <a:pt x="19" y="383"/>
                </a:cubicBezTo>
                <a:cubicBezTo>
                  <a:pt x="221" y="383"/>
                  <a:pt x="221" y="383"/>
                  <a:pt x="221" y="383"/>
                </a:cubicBezTo>
                <a:cubicBezTo>
                  <a:pt x="232" y="383"/>
                  <a:pt x="241" y="375"/>
                  <a:pt x="241" y="364"/>
                </a:cubicBezTo>
                <a:cubicBezTo>
                  <a:pt x="241" y="114"/>
                  <a:pt x="241" y="114"/>
                  <a:pt x="241" y="114"/>
                </a:cubicBezTo>
                <a:cubicBezTo>
                  <a:pt x="241" y="110"/>
                  <a:pt x="237" y="106"/>
                  <a:pt x="233" y="106"/>
                </a:cubicBezTo>
                <a:cubicBezTo>
                  <a:pt x="228" y="106"/>
                  <a:pt x="225" y="110"/>
                  <a:pt x="225" y="114"/>
                </a:cubicBezTo>
                <a:cubicBezTo>
                  <a:pt x="225" y="295"/>
                  <a:pt x="225" y="295"/>
                  <a:pt x="225" y="295"/>
                </a:cubicBezTo>
                <a:cubicBezTo>
                  <a:pt x="16" y="295"/>
                  <a:pt x="16" y="295"/>
                  <a:pt x="16" y="295"/>
                </a:cubicBezTo>
                <a:cubicBezTo>
                  <a:pt x="16" y="69"/>
                  <a:pt x="16" y="69"/>
                  <a:pt x="16" y="69"/>
                </a:cubicBezTo>
                <a:cubicBezTo>
                  <a:pt x="225" y="69"/>
                  <a:pt x="225" y="69"/>
                  <a:pt x="225" y="69"/>
                </a:cubicBezTo>
                <a:cubicBezTo>
                  <a:pt x="225" y="82"/>
                  <a:pt x="225" y="82"/>
                  <a:pt x="225" y="82"/>
                </a:cubicBezTo>
                <a:cubicBezTo>
                  <a:pt x="225" y="87"/>
                  <a:pt x="228" y="90"/>
                  <a:pt x="233" y="90"/>
                </a:cubicBezTo>
                <a:close/>
                <a:moveTo>
                  <a:pt x="225" y="311"/>
                </a:moveTo>
                <a:cubicBezTo>
                  <a:pt x="225" y="364"/>
                  <a:pt x="225" y="364"/>
                  <a:pt x="225" y="364"/>
                </a:cubicBezTo>
                <a:cubicBezTo>
                  <a:pt x="225" y="366"/>
                  <a:pt x="223" y="367"/>
                  <a:pt x="221" y="367"/>
                </a:cubicBezTo>
                <a:cubicBezTo>
                  <a:pt x="19" y="367"/>
                  <a:pt x="19" y="367"/>
                  <a:pt x="19" y="367"/>
                </a:cubicBezTo>
                <a:cubicBezTo>
                  <a:pt x="17" y="367"/>
                  <a:pt x="16" y="366"/>
                  <a:pt x="16" y="364"/>
                </a:cubicBezTo>
                <a:cubicBezTo>
                  <a:pt x="16" y="311"/>
                  <a:pt x="16" y="311"/>
                  <a:pt x="16" y="311"/>
                </a:cubicBezTo>
                <a:lnTo>
                  <a:pt x="225" y="311"/>
                </a:lnTo>
                <a:close/>
                <a:moveTo>
                  <a:pt x="16" y="53"/>
                </a:moveTo>
                <a:cubicBezTo>
                  <a:pt x="16" y="19"/>
                  <a:pt x="16" y="19"/>
                  <a:pt x="16" y="19"/>
                </a:cubicBezTo>
                <a:cubicBezTo>
                  <a:pt x="16" y="17"/>
                  <a:pt x="17" y="16"/>
                  <a:pt x="19" y="16"/>
                </a:cubicBezTo>
                <a:cubicBezTo>
                  <a:pt x="221" y="16"/>
                  <a:pt x="221" y="16"/>
                  <a:pt x="221" y="16"/>
                </a:cubicBezTo>
                <a:cubicBezTo>
                  <a:pt x="223" y="16"/>
                  <a:pt x="225" y="17"/>
                  <a:pt x="225" y="19"/>
                </a:cubicBezTo>
                <a:cubicBezTo>
                  <a:pt x="225" y="53"/>
                  <a:pt x="225" y="53"/>
                  <a:pt x="225" y="53"/>
                </a:cubicBezTo>
                <a:lnTo>
                  <a:pt x="16" y="53"/>
                </a:lnTo>
                <a:close/>
                <a:moveTo>
                  <a:pt x="135" y="26"/>
                </a:moveTo>
                <a:cubicBezTo>
                  <a:pt x="99" y="26"/>
                  <a:pt x="99" y="26"/>
                  <a:pt x="99" y="26"/>
                </a:cubicBezTo>
                <a:cubicBezTo>
                  <a:pt x="95" y="26"/>
                  <a:pt x="91" y="30"/>
                  <a:pt x="91" y="34"/>
                </a:cubicBezTo>
                <a:cubicBezTo>
                  <a:pt x="91" y="38"/>
                  <a:pt x="95" y="42"/>
                  <a:pt x="99" y="42"/>
                </a:cubicBezTo>
                <a:cubicBezTo>
                  <a:pt x="135" y="42"/>
                  <a:pt x="135" y="42"/>
                  <a:pt x="135" y="42"/>
                </a:cubicBezTo>
                <a:cubicBezTo>
                  <a:pt x="139" y="42"/>
                  <a:pt x="143" y="38"/>
                  <a:pt x="143" y="34"/>
                </a:cubicBezTo>
                <a:cubicBezTo>
                  <a:pt x="143" y="30"/>
                  <a:pt x="139" y="26"/>
                  <a:pt x="135" y="26"/>
                </a:cubicBezTo>
                <a:close/>
              </a:path>
            </a:pathLst>
          </a:custGeom>
          <a:solidFill>
            <a:srgbClr val="58585A"/>
          </a:solidFill>
          <a:ln w="9525" algn="ctr">
            <a:noFill/>
            <a:round/>
            <a:headEnd/>
            <a:tailEnd/>
          </a:ln>
        </p:spPr>
        <p:txBody>
          <a:bodyPr/>
          <a:lstStyle/>
          <a:p>
            <a:endParaRPr lang="en-GB">
              <a:latin typeface="Times New Roman" panose="02020603050405020304" pitchFamily="18" charset="0"/>
              <a:cs typeface="Times New Roman" panose="02020603050405020304" pitchFamily="18" charset="0"/>
            </a:endParaRPr>
          </a:p>
        </p:txBody>
      </p:sp>
      <p:sp>
        <p:nvSpPr>
          <p:cNvPr id="31747" name="Freeform 3"/>
          <p:cNvSpPr>
            <a:spLocks noChangeAspect="1" noEditPoints="1"/>
          </p:cNvSpPr>
          <p:nvPr/>
        </p:nvSpPr>
        <p:spPr bwMode="auto">
          <a:xfrm>
            <a:off x="820966" y="1656997"/>
            <a:ext cx="969963" cy="2049463"/>
          </a:xfrm>
          <a:custGeom>
            <a:avLst/>
            <a:gdLst>
              <a:gd name="T0" fmla="*/ 2147483647 w 296"/>
              <a:gd name="T1" fmla="*/ 2147483647 h 349"/>
              <a:gd name="T2" fmla="*/ 2147483647 w 296"/>
              <a:gd name="T3" fmla="*/ 2147483647 h 349"/>
              <a:gd name="T4" fmla="*/ 2147483647 w 296"/>
              <a:gd name="T5" fmla="*/ 2147483647 h 349"/>
              <a:gd name="T6" fmla="*/ 2147483647 w 296"/>
              <a:gd name="T7" fmla="*/ 0 h 349"/>
              <a:gd name="T8" fmla="*/ 0 w 296"/>
              <a:gd name="T9" fmla="*/ 2147483647 h 349"/>
              <a:gd name="T10" fmla="*/ 0 w 296"/>
              <a:gd name="T11" fmla="*/ 2147483647 h 349"/>
              <a:gd name="T12" fmla="*/ 0 w 296"/>
              <a:gd name="T13" fmla="*/ 2147483647 h 349"/>
              <a:gd name="T14" fmla="*/ 0 w 296"/>
              <a:gd name="T15" fmla="*/ 2147483647 h 349"/>
              <a:gd name="T16" fmla="*/ 2147483647 w 296"/>
              <a:gd name="T17" fmla="*/ 2147483647 h 349"/>
              <a:gd name="T18" fmla="*/ 2147483647 w 296"/>
              <a:gd name="T19" fmla="*/ 2147483647 h 349"/>
              <a:gd name="T20" fmla="*/ 2147483647 w 296"/>
              <a:gd name="T21" fmla="*/ 2147483647 h 349"/>
              <a:gd name="T22" fmla="*/ 2147483647 w 296"/>
              <a:gd name="T23" fmla="*/ 2147483647 h 349"/>
              <a:gd name="T24" fmla="*/ 2147483647 w 296"/>
              <a:gd name="T25" fmla="*/ 2147483647 h 349"/>
              <a:gd name="T26" fmla="*/ 2147483647 w 296"/>
              <a:gd name="T27" fmla="*/ 2147483647 h 349"/>
              <a:gd name="T28" fmla="*/ 2147483647 w 296"/>
              <a:gd name="T29" fmla="*/ 2147483647 h 349"/>
              <a:gd name="T30" fmla="*/ 2147483647 w 296"/>
              <a:gd name="T31" fmla="*/ 2147483647 h 349"/>
              <a:gd name="T32" fmla="*/ 2147483647 w 296"/>
              <a:gd name="T33" fmla="*/ 2147483647 h 349"/>
              <a:gd name="T34" fmla="*/ 2147483647 w 296"/>
              <a:gd name="T35" fmla="*/ 2147483647 h 349"/>
              <a:gd name="T36" fmla="*/ 2147483647 w 296"/>
              <a:gd name="T37" fmla="*/ 2147483647 h 349"/>
              <a:gd name="T38" fmla="*/ 2147483647 w 296"/>
              <a:gd name="T39" fmla="*/ 2147483647 h 349"/>
              <a:gd name="T40" fmla="*/ 2147483647 w 296"/>
              <a:gd name="T41" fmla="*/ 2147483647 h 349"/>
              <a:gd name="T42" fmla="*/ 2147483647 w 296"/>
              <a:gd name="T43" fmla="*/ 2147483647 h 349"/>
              <a:gd name="T44" fmla="*/ 2147483647 w 296"/>
              <a:gd name="T45" fmla="*/ 2147483647 h 349"/>
              <a:gd name="T46" fmla="*/ 2147483647 w 296"/>
              <a:gd name="T47" fmla="*/ 2147483647 h 349"/>
              <a:gd name="T48" fmla="*/ 2147483647 w 296"/>
              <a:gd name="T49" fmla="*/ 2147483647 h 349"/>
              <a:gd name="T50" fmla="*/ 2147483647 w 296"/>
              <a:gd name="T51" fmla="*/ 2147483647 h 34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96"/>
              <a:gd name="T79" fmla="*/ 0 h 349"/>
              <a:gd name="T80" fmla="*/ 296 w 296"/>
              <a:gd name="T81" fmla="*/ 349 h 34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96" h="349">
                <a:moveTo>
                  <a:pt x="288" y="106"/>
                </a:moveTo>
                <a:cubicBezTo>
                  <a:pt x="293" y="106"/>
                  <a:pt x="296" y="103"/>
                  <a:pt x="296" y="98"/>
                </a:cubicBezTo>
                <a:cubicBezTo>
                  <a:pt x="296" y="53"/>
                  <a:pt x="296" y="53"/>
                  <a:pt x="296" y="53"/>
                </a:cubicBezTo>
                <a:cubicBezTo>
                  <a:pt x="296" y="18"/>
                  <a:pt x="248" y="0"/>
                  <a:pt x="148" y="0"/>
                </a:cubicBezTo>
                <a:cubicBezTo>
                  <a:pt x="48" y="0"/>
                  <a:pt x="0" y="18"/>
                  <a:pt x="0" y="53"/>
                </a:cubicBezTo>
                <a:cubicBezTo>
                  <a:pt x="0" y="54"/>
                  <a:pt x="0" y="55"/>
                  <a:pt x="0" y="55"/>
                </a:cubicBezTo>
                <a:cubicBezTo>
                  <a:pt x="0" y="55"/>
                  <a:pt x="0" y="56"/>
                  <a:pt x="0" y="56"/>
                </a:cubicBezTo>
                <a:cubicBezTo>
                  <a:pt x="0" y="286"/>
                  <a:pt x="0" y="286"/>
                  <a:pt x="0" y="286"/>
                </a:cubicBezTo>
                <a:cubicBezTo>
                  <a:pt x="0" y="327"/>
                  <a:pt x="50" y="349"/>
                  <a:pt x="148" y="349"/>
                </a:cubicBezTo>
                <a:cubicBezTo>
                  <a:pt x="242" y="349"/>
                  <a:pt x="296" y="326"/>
                  <a:pt x="296" y="286"/>
                </a:cubicBezTo>
                <a:cubicBezTo>
                  <a:pt x="296" y="130"/>
                  <a:pt x="296" y="130"/>
                  <a:pt x="296" y="130"/>
                </a:cubicBezTo>
                <a:cubicBezTo>
                  <a:pt x="296" y="126"/>
                  <a:pt x="293" y="122"/>
                  <a:pt x="288" y="122"/>
                </a:cubicBezTo>
                <a:cubicBezTo>
                  <a:pt x="284" y="122"/>
                  <a:pt x="280" y="126"/>
                  <a:pt x="280" y="130"/>
                </a:cubicBezTo>
                <a:cubicBezTo>
                  <a:pt x="280" y="286"/>
                  <a:pt x="280" y="286"/>
                  <a:pt x="280" y="286"/>
                </a:cubicBezTo>
                <a:cubicBezTo>
                  <a:pt x="280" y="315"/>
                  <a:pt x="230" y="333"/>
                  <a:pt x="148" y="333"/>
                </a:cubicBezTo>
                <a:cubicBezTo>
                  <a:pt x="88" y="333"/>
                  <a:pt x="16" y="325"/>
                  <a:pt x="16" y="286"/>
                </a:cubicBezTo>
                <a:cubicBezTo>
                  <a:pt x="16" y="83"/>
                  <a:pt x="16" y="83"/>
                  <a:pt x="16" y="83"/>
                </a:cubicBezTo>
                <a:cubicBezTo>
                  <a:pt x="37" y="99"/>
                  <a:pt x="81" y="106"/>
                  <a:pt x="148" y="106"/>
                </a:cubicBezTo>
                <a:cubicBezTo>
                  <a:pt x="215" y="106"/>
                  <a:pt x="259" y="99"/>
                  <a:pt x="280" y="83"/>
                </a:cubicBezTo>
                <a:cubicBezTo>
                  <a:pt x="280" y="98"/>
                  <a:pt x="280" y="98"/>
                  <a:pt x="280" y="98"/>
                </a:cubicBezTo>
                <a:cubicBezTo>
                  <a:pt x="280" y="103"/>
                  <a:pt x="284" y="106"/>
                  <a:pt x="288" y="106"/>
                </a:cubicBezTo>
                <a:close/>
                <a:moveTo>
                  <a:pt x="148" y="90"/>
                </a:moveTo>
                <a:cubicBezTo>
                  <a:pt x="63" y="90"/>
                  <a:pt x="16" y="77"/>
                  <a:pt x="16" y="53"/>
                </a:cubicBezTo>
                <a:cubicBezTo>
                  <a:pt x="16" y="30"/>
                  <a:pt x="63" y="16"/>
                  <a:pt x="148" y="16"/>
                </a:cubicBezTo>
                <a:cubicBezTo>
                  <a:pt x="232" y="16"/>
                  <a:pt x="280" y="30"/>
                  <a:pt x="280" y="53"/>
                </a:cubicBezTo>
                <a:cubicBezTo>
                  <a:pt x="280" y="77"/>
                  <a:pt x="233" y="90"/>
                  <a:pt x="148" y="90"/>
                </a:cubicBezTo>
                <a:close/>
              </a:path>
            </a:pathLst>
          </a:custGeom>
          <a:blipFill dpi="0" rotWithShape="1">
            <a:blip r:embed="rId3"/>
            <a:srcRect/>
            <a:stretch>
              <a:fillRect/>
            </a:stretch>
          </a:blipFill>
          <a:ln w="9525">
            <a:noFill/>
            <a:round/>
            <a:headEnd/>
            <a:tailEnd/>
          </a:ln>
        </p:spPr>
        <p:txBody>
          <a:bodyPr/>
          <a:lstStyle/>
          <a:p>
            <a:endParaRPr lang="en-GB"/>
          </a:p>
        </p:txBody>
      </p:sp>
      <p:sp>
        <p:nvSpPr>
          <p:cNvPr id="31748" name="Freeform 3"/>
          <p:cNvSpPr>
            <a:spLocks noChangeAspect="1" noEditPoints="1"/>
          </p:cNvSpPr>
          <p:nvPr/>
        </p:nvSpPr>
        <p:spPr bwMode="auto">
          <a:xfrm>
            <a:off x="652691" y="3509610"/>
            <a:ext cx="96838" cy="204787"/>
          </a:xfrm>
          <a:custGeom>
            <a:avLst/>
            <a:gdLst>
              <a:gd name="T0" fmla="*/ 2147483647 w 296"/>
              <a:gd name="T1" fmla="*/ 2147483647 h 349"/>
              <a:gd name="T2" fmla="*/ 2147483647 w 296"/>
              <a:gd name="T3" fmla="*/ 2147483647 h 349"/>
              <a:gd name="T4" fmla="*/ 2147483647 w 296"/>
              <a:gd name="T5" fmla="*/ 2147483647 h 349"/>
              <a:gd name="T6" fmla="*/ 2147483647 w 296"/>
              <a:gd name="T7" fmla="*/ 0 h 349"/>
              <a:gd name="T8" fmla="*/ 0 w 296"/>
              <a:gd name="T9" fmla="*/ 2147483647 h 349"/>
              <a:gd name="T10" fmla="*/ 0 w 296"/>
              <a:gd name="T11" fmla="*/ 2147483647 h 349"/>
              <a:gd name="T12" fmla="*/ 0 w 296"/>
              <a:gd name="T13" fmla="*/ 2147483647 h 349"/>
              <a:gd name="T14" fmla="*/ 0 w 296"/>
              <a:gd name="T15" fmla="*/ 2147483647 h 349"/>
              <a:gd name="T16" fmla="*/ 2147483647 w 296"/>
              <a:gd name="T17" fmla="*/ 2147483647 h 349"/>
              <a:gd name="T18" fmla="*/ 2147483647 w 296"/>
              <a:gd name="T19" fmla="*/ 2147483647 h 349"/>
              <a:gd name="T20" fmla="*/ 2147483647 w 296"/>
              <a:gd name="T21" fmla="*/ 2147483647 h 349"/>
              <a:gd name="T22" fmla="*/ 2147483647 w 296"/>
              <a:gd name="T23" fmla="*/ 2147483647 h 349"/>
              <a:gd name="T24" fmla="*/ 2147483647 w 296"/>
              <a:gd name="T25" fmla="*/ 2147483647 h 349"/>
              <a:gd name="T26" fmla="*/ 2147483647 w 296"/>
              <a:gd name="T27" fmla="*/ 2147483647 h 349"/>
              <a:gd name="T28" fmla="*/ 2147483647 w 296"/>
              <a:gd name="T29" fmla="*/ 2147483647 h 349"/>
              <a:gd name="T30" fmla="*/ 2147483647 w 296"/>
              <a:gd name="T31" fmla="*/ 2147483647 h 349"/>
              <a:gd name="T32" fmla="*/ 2147483647 w 296"/>
              <a:gd name="T33" fmla="*/ 2147483647 h 349"/>
              <a:gd name="T34" fmla="*/ 2147483647 w 296"/>
              <a:gd name="T35" fmla="*/ 2147483647 h 349"/>
              <a:gd name="T36" fmla="*/ 2147483647 w 296"/>
              <a:gd name="T37" fmla="*/ 2147483647 h 349"/>
              <a:gd name="T38" fmla="*/ 2147483647 w 296"/>
              <a:gd name="T39" fmla="*/ 2147483647 h 349"/>
              <a:gd name="T40" fmla="*/ 2147483647 w 296"/>
              <a:gd name="T41" fmla="*/ 2147483647 h 349"/>
              <a:gd name="T42" fmla="*/ 2147483647 w 296"/>
              <a:gd name="T43" fmla="*/ 2147483647 h 349"/>
              <a:gd name="T44" fmla="*/ 2147483647 w 296"/>
              <a:gd name="T45" fmla="*/ 2147483647 h 349"/>
              <a:gd name="T46" fmla="*/ 2147483647 w 296"/>
              <a:gd name="T47" fmla="*/ 2147483647 h 349"/>
              <a:gd name="T48" fmla="*/ 2147483647 w 296"/>
              <a:gd name="T49" fmla="*/ 2147483647 h 349"/>
              <a:gd name="T50" fmla="*/ 2147483647 w 296"/>
              <a:gd name="T51" fmla="*/ 2147483647 h 34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96"/>
              <a:gd name="T79" fmla="*/ 0 h 349"/>
              <a:gd name="T80" fmla="*/ 296 w 296"/>
              <a:gd name="T81" fmla="*/ 349 h 34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96" h="349">
                <a:moveTo>
                  <a:pt x="288" y="106"/>
                </a:moveTo>
                <a:cubicBezTo>
                  <a:pt x="293" y="106"/>
                  <a:pt x="296" y="103"/>
                  <a:pt x="296" y="98"/>
                </a:cubicBezTo>
                <a:cubicBezTo>
                  <a:pt x="296" y="53"/>
                  <a:pt x="296" y="53"/>
                  <a:pt x="296" y="53"/>
                </a:cubicBezTo>
                <a:cubicBezTo>
                  <a:pt x="296" y="18"/>
                  <a:pt x="248" y="0"/>
                  <a:pt x="148" y="0"/>
                </a:cubicBezTo>
                <a:cubicBezTo>
                  <a:pt x="48" y="0"/>
                  <a:pt x="0" y="18"/>
                  <a:pt x="0" y="53"/>
                </a:cubicBezTo>
                <a:cubicBezTo>
                  <a:pt x="0" y="54"/>
                  <a:pt x="0" y="55"/>
                  <a:pt x="0" y="55"/>
                </a:cubicBezTo>
                <a:cubicBezTo>
                  <a:pt x="0" y="55"/>
                  <a:pt x="0" y="56"/>
                  <a:pt x="0" y="56"/>
                </a:cubicBezTo>
                <a:cubicBezTo>
                  <a:pt x="0" y="286"/>
                  <a:pt x="0" y="286"/>
                  <a:pt x="0" y="286"/>
                </a:cubicBezTo>
                <a:cubicBezTo>
                  <a:pt x="0" y="327"/>
                  <a:pt x="50" y="349"/>
                  <a:pt x="148" y="349"/>
                </a:cubicBezTo>
                <a:cubicBezTo>
                  <a:pt x="242" y="349"/>
                  <a:pt x="296" y="326"/>
                  <a:pt x="296" y="286"/>
                </a:cubicBezTo>
                <a:cubicBezTo>
                  <a:pt x="296" y="130"/>
                  <a:pt x="296" y="130"/>
                  <a:pt x="296" y="130"/>
                </a:cubicBezTo>
                <a:cubicBezTo>
                  <a:pt x="296" y="126"/>
                  <a:pt x="293" y="122"/>
                  <a:pt x="288" y="122"/>
                </a:cubicBezTo>
                <a:cubicBezTo>
                  <a:pt x="284" y="122"/>
                  <a:pt x="280" y="126"/>
                  <a:pt x="280" y="130"/>
                </a:cubicBezTo>
                <a:cubicBezTo>
                  <a:pt x="280" y="286"/>
                  <a:pt x="280" y="286"/>
                  <a:pt x="280" y="286"/>
                </a:cubicBezTo>
                <a:cubicBezTo>
                  <a:pt x="280" y="315"/>
                  <a:pt x="230" y="333"/>
                  <a:pt x="148" y="333"/>
                </a:cubicBezTo>
                <a:cubicBezTo>
                  <a:pt x="88" y="333"/>
                  <a:pt x="16" y="325"/>
                  <a:pt x="16" y="286"/>
                </a:cubicBezTo>
                <a:cubicBezTo>
                  <a:pt x="16" y="83"/>
                  <a:pt x="16" y="83"/>
                  <a:pt x="16" y="83"/>
                </a:cubicBezTo>
                <a:cubicBezTo>
                  <a:pt x="37" y="99"/>
                  <a:pt x="81" y="106"/>
                  <a:pt x="148" y="106"/>
                </a:cubicBezTo>
                <a:cubicBezTo>
                  <a:pt x="215" y="106"/>
                  <a:pt x="259" y="99"/>
                  <a:pt x="280" y="83"/>
                </a:cubicBezTo>
                <a:cubicBezTo>
                  <a:pt x="280" y="98"/>
                  <a:pt x="280" y="98"/>
                  <a:pt x="280" y="98"/>
                </a:cubicBezTo>
                <a:cubicBezTo>
                  <a:pt x="280" y="103"/>
                  <a:pt x="284" y="106"/>
                  <a:pt x="288" y="106"/>
                </a:cubicBezTo>
                <a:close/>
                <a:moveTo>
                  <a:pt x="148" y="90"/>
                </a:moveTo>
                <a:cubicBezTo>
                  <a:pt x="63" y="90"/>
                  <a:pt x="16" y="77"/>
                  <a:pt x="16" y="53"/>
                </a:cubicBezTo>
                <a:cubicBezTo>
                  <a:pt x="16" y="30"/>
                  <a:pt x="63" y="16"/>
                  <a:pt x="148" y="16"/>
                </a:cubicBezTo>
                <a:cubicBezTo>
                  <a:pt x="232" y="16"/>
                  <a:pt x="280" y="30"/>
                  <a:pt x="280" y="53"/>
                </a:cubicBezTo>
                <a:cubicBezTo>
                  <a:pt x="280" y="77"/>
                  <a:pt x="233" y="90"/>
                  <a:pt x="148" y="90"/>
                </a:cubicBezTo>
                <a:close/>
              </a:path>
            </a:pathLst>
          </a:custGeom>
          <a:solidFill>
            <a:srgbClr val="58585A"/>
          </a:solidFill>
          <a:ln w="9525">
            <a:noFill/>
            <a:round/>
            <a:headEnd/>
            <a:tailEnd/>
          </a:ln>
        </p:spPr>
        <p:txBody>
          <a:bodyPr/>
          <a:lstStyle/>
          <a:p>
            <a:endParaRPr lang="en-GB">
              <a:latin typeface="Times New Roman" panose="02020603050405020304" pitchFamily="18" charset="0"/>
              <a:cs typeface="Times New Roman" panose="02020603050405020304" pitchFamily="18" charset="0"/>
            </a:endParaRPr>
          </a:p>
        </p:txBody>
      </p:sp>
      <p:sp>
        <p:nvSpPr>
          <p:cNvPr id="31749" name="Freeform 3"/>
          <p:cNvSpPr>
            <a:spLocks noChangeAspect="1" noEditPoints="1"/>
          </p:cNvSpPr>
          <p:nvPr/>
        </p:nvSpPr>
        <p:spPr bwMode="auto">
          <a:xfrm>
            <a:off x="4121379" y="1744310"/>
            <a:ext cx="1012825" cy="1947862"/>
          </a:xfrm>
          <a:custGeom>
            <a:avLst/>
            <a:gdLst>
              <a:gd name="T0" fmla="*/ 2147483647 w 247"/>
              <a:gd name="T1" fmla="*/ 2147483647 h 355"/>
              <a:gd name="T2" fmla="*/ 2147483647 w 247"/>
              <a:gd name="T3" fmla="*/ 2147483647 h 355"/>
              <a:gd name="T4" fmla="*/ 2147483647 w 247"/>
              <a:gd name="T5" fmla="*/ 2147483647 h 355"/>
              <a:gd name="T6" fmla="*/ 2147483647 w 247"/>
              <a:gd name="T7" fmla="*/ 2147483647 h 355"/>
              <a:gd name="T8" fmla="*/ 2147483647 w 247"/>
              <a:gd name="T9" fmla="*/ 2147483647 h 355"/>
              <a:gd name="T10" fmla="*/ 2147483647 w 247"/>
              <a:gd name="T11" fmla="*/ 2147483647 h 355"/>
              <a:gd name="T12" fmla="*/ 2147483647 w 247"/>
              <a:gd name="T13" fmla="*/ 2147483647 h 355"/>
              <a:gd name="T14" fmla="*/ 2147483647 w 247"/>
              <a:gd name="T15" fmla="*/ 2147483647 h 355"/>
              <a:gd name="T16" fmla="*/ 2147483647 w 247"/>
              <a:gd name="T17" fmla="*/ 2147483647 h 355"/>
              <a:gd name="T18" fmla="*/ 2147483647 w 247"/>
              <a:gd name="T19" fmla="*/ 2147483647 h 355"/>
              <a:gd name="T20" fmla="*/ 2147483647 w 247"/>
              <a:gd name="T21" fmla="*/ 0 h 355"/>
              <a:gd name="T22" fmla="*/ 2147483647 w 247"/>
              <a:gd name="T23" fmla="*/ 0 h 355"/>
              <a:gd name="T24" fmla="*/ 2147483647 w 247"/>
              <a:gd name="T25" fmla="*/ 2147483647 h 355"/>
              <a:gd name="T26" fmla="*/ 2147483647 w 247"/>
              <a:gd name="T27" fmla="*/ 2147483647 h 355"/>
              <a:gd name="T28" fmla="*/ 2147483647 w 247"/>
              <a:gd name="T29" fmla="*/ 2147483647 h 355"/>
              <a:gd name="T30" fmla="*/ 2147483647 w 247"/>
              <a:gd name="T31" fmla="*/ 2147483647 h 355"/>
              <a:gd name="T32" fmla="*/ 2147483647 w 247"/>
              <a:gd name="T33" fmla="*/ 2147483647 h 355"/>
              <a:gd name="T34" fmla="*/ 2147483647 w 247"/>
              <a:gd name="T35" fmla="*/ 2147483647 h 355"/>
              <a:gd name="T36" fmla="*/ 2147483647 w 247"/>
              <a:gd name="T37" fmla="*/ 2147483647 h 355"/>
              <a:gd name="T38" fmla="*/ 2147483647 w 247"/>
              <a:gd name="T39" fmla="*/ 2147483647 h 355"/>
              <a:gd name="T40" fmla="*/ 2147483647 w 247"/>
              <a:gd name="T41" fmla="*/ 2147483647 h 355"/>
              <a:gd name="T42" fmla="*/ 2147483647 w 247"/>
              <a:gd name="T43" fmla="*/ 2147483647 h 355"/>
              <a:gd name="T44" fmla="*/ 2147483647 w 247"/>
              <a:gd name="T45" fmla="*/ 2147483647 h 355"/>
              <a:gd name="T46" fmla="*/ 2147483647 w 247"/>
              <a:gd name="T47" fmla="*/ 2147483647 h 355"/>
              <a:gd name="T48" fmla="*/ 2147483647 w 247"/>
              <a:gd name="T49" fmla="*/ 2147483647 h 355"/>
              <a:gd name="T50" fmla="*/ 2147483647 w 247"/>
              <a:gd name="T51" fmla="*/ 2147483647 h 355"/>
              <a:gd name="T52" fmla="*/ 2147483647 w 247"/>
              <a:gd name="T53" fmla="*/ 2147483647 h 355"/>
              <a:gd name="T54" fmla="*/ 2147483647 w 247"/>
              <a:gd name="T55" fmla="*/ 2147483647 h 355"/>
              <a:gd name="T56" fmla="*/ 2147483647 w 247"/>
              <a:gd name="T57" fmla="*/ 2147483647 h 355"/>
              <a:gd name="T58" fmla="*/ 2147483647 w 247"/>
              <a:gd name="T59" fmla="*/ 2147483647 h 355"/>
              <a:gd name="T60" fmla="*/ 2147483647 w 247"/>
              <a:gd name="T61" fmla="*/ 2147483647 h 355"/>
              <a:gd name="T62" fmla="*/ 2147483647 w 247"/>
              <a:gd name="T63" fmla="*/ 2147483647 h 355"/>
              <a:gd name="T64" fmla="*/ 2147483647 w 247"/>
              <a:gd name="T65" fmla="*/ 2147483647 h 355"/>
              <a:gd name="T66" fmla="*/ 2147483647 w 247"/>
              <a:gd name="T67" fmla="*/ 2147483647 h 355"/>
              <a:gd name="T68" fmla="*/ 2147483647 w 247"/>
              <a:gd name="T69" fmla="*/ 2147483647 h 355"/>
              <a:gd name="T70" fmla="*/ 2147483647 w 247"/>
              <a:gd name="T71" fmla="*/ 2147483647 h 355"/>
              <a:gd name="T72" fmla="*/ 2147483647 w 247"/>
              <a:gd name="T73" fmla="*/ 2147483647 h 355"/>
              <a:gd name="T74" fmla="*/ 2147483647 w 247"/>
              <a:gd name="T75" fmla="*/ 2147483647 h 355"/>
              <a:gd name="T76" fmla="*/ 2147483647 w 247"/>
              <a:gd name="T77" fmla="*/ 2147483647 h 355"/>
              <a:gd name="T78" fmla="*/ 2147483647 w 247"/>
              <a:gd name="T79" fmla="*/ 2147483647 h 355"/>
              <a:gd name="T80" fmla="*/ 2147483647 w 247"/>
              <a:gd name="T81" fmla="*/ 2147483647 h 355"/>
              <a:gd name="T82" fmla="*/ 2147483647 w 247"/>
              <a:gd name="T83" fmla="*/ 2147483647 h 355"/>
              <a:gd name="T84" fmla="*/ 2147483647 w 247"/>
              <a:gd name="T85" fmla="*/ 2147483647 h 355"/>
              <a:gd name="T86" fmla="*/ 2147483647 w 247"/>
              <a:gd name="T87" fmla="*/ 2147483647 h 355"/>
              <a:gd name="T88" fmla="*/ 2147483647 w 247"/>
              <a:gd name="T89" fmla="*/ 2147483647 h 355"/>
              <a:gd name="T90" fmla="*/ 2147483647 w 247"/>
              <a:gd name="T91" fmla="*/ 2147483647 h 355"/>
              <a:gd name="T92" fmla="*/ 2147483647 w 247"/>
              <a:gd name="T93" fmla="*/ 2147483647 h 355"/>
              <a:gd name="T94" fmla="*/ 2147483647 w 247"/>
              <a:gd name="T95" fmla="*/ 2147483647 h 355"/>
              <a:gd name="T96" fmla="*/ 2147483647 w 247"/>
              <a:gd name="T97" fmla="*/ 2147483647 h 355"/>
              <a:gd name="T98" fmla="*/ 2147483647 w 247"/>
              <a:gd name="T99" fmla="*/ 2147483647 h 35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47"/>
              <a:gd name="T151" fmla="*/ 0 h 355"/>
              <a:gd name="T152" fmla="*/ 247 w 247"/>
              <a:gd name="T153" fmla="*/ 355 h 355"/>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47" h="355">
                <a:moveTo>
                  <a:pt x="68" y="56"/>
                </a:moveTo>
                <a:cubicBezTo>
                  <a:pt x="180" y="56"/>
                  <a:pt x="180" y="56"/>
                  <a:pt x="180" y="56"/>
                </a:cubicBezTo>
                <a:cubicBezTo>
                  <a:pt x="184" y="56"/>
                  <a:pt x="188" y="53"/>
                  <a:pt x="188" y="48"/>
                </a:cubicBezTo>
                <a:cubicBezTo>
                  <a:pt x="188" y="44"/>
                  <a:pt x="184" y="40"/>
                  <a:pt x="180" y="40"/>
                </a:cubicBezTo>
                <a:cubicBezTo>
                  <a:pt x="68" y="40"/>
                  <a:pt x="68" y="40"/>
                  <a:pt x="68" y="40"/>
                </a:cubicBezTo>
                <a:cubicBezTo>
                  <a:pt x="64" y="40"/>
                  <a:pt x="60" y="44"/>
                  <a:pt x="60" y="48"/>
                </a:cubicBezTo>
                <a:cubicBezTo>
                  <a:pt x="60" y="53"/>
                  <a:pt x="64" y="56"/>
                  <a:pt x="68" y="56"/>
                </a:cubicBezTo>
                <a:close/>
                <a:moveTo>
                  <a:pt x="68" y="16"/>
                </a:moveTo>
                <a:cubicBezTo>
                  <a:pt x="180" y="16"/>
                  <a:pt x="180" y="16"/>
                  <a:pt x="180" y="16"/>
                </a:cubicBezTo>
                <a:cubicBezTo>
                  <a:pt x="184" y="16"/>
                  <a:pt x="188" y="13"/>
                  <a:pt x="188" y="8"/>
                </a:cubicBezTo>
                <a:cubicBezTo>
                  <a:pt x="188" y="4"/>
                  <a:pt x="184" y="0"/>
                  <a:pt x="180" y="0"/>
                </a:cubicBezTo>
                <a:cubicBezTo>
                  <a:pt x="68" y="0"/>
                  <a:pt x="68" y="0"/>
                  <a:pt x="68" y="0"/>
                </a:cubicBezTo>
                <a:cubicBezTo>
                  <a:pt x="64" y="0"/>
                  <a:pt x="60" y="4"/>
                  <a:pt x="60" y="8"/>
                </a:cubicBezTo>
                <a:cubicBezTo>
                  <a:pt x="60" y="13"/>
                  <a:pt x="64" y="16"/>
                  <a:pt x="68" y="16"/>
                </a:cubicBezTo>
                <a:close/>
                <a:moveTo>
                  <a:pt x="245" y="209"/>
                </a:moveTo>
                <a:cubicBezTo>
                  <a:pt x="244" y="206"/>
                  <a:pt x="241" y="204"/>
                  <a:pt x="238" y="204"/>
                </a:cubicBezTo>
                <a:cubicBezTo>
                  <a:pt x="188" y="204"/>
                  <a:pt x="188" y="204"/>
                  <a:pt x="188" y="204"/>
                </a:cubicBezTo>
                <a:cubicBezTo>
                  <a:pt x="188" y="150"/>
                  <a:pt x="188" y="150"/>
                  <a:pt x="188" y="150"/>
                </a:cubicBezTo>
                <a:cubicBezTo>
                  <a:pt x="188" y="146"/>
                  <a:pt x="184" y="142"/>
                  <a:pt x="180" y="142"/>
                </a:cubicBezTo>
                <a:cubicBezTo>
                  <a:pt x="176" y="142"/>
                  <a:pt x="172" y="146"/>
                  <a:pt x="172" y="150"/>
                </a:cubicBezTo>
                <a:cubicBezTo>
                  <a:pt x="172" y="212"/>
                  <a:pt x="172" y="212"/>
                  <a:pt x="172" y="212"/>
                </a:cubicBezTo>
                <a:cubicBezTo>
                  <a:pt x="172" y="214"/>
                  <a:pt x="173" y="216"/>
                  <a:pt x="174" y="218"/>
                </a:cubicBezTo>
                <a:cubicBezTo>
                  <a:pt x="176" y="219"/>
                  <a:pt x="178" y="220"/>
                  <a:pt x="180" y="220"/>
                </a:cubicBezTo>
                <a:cubicBezTo>
                  <a:pt x="221" y="220"/>
                  <a:pt x="221" y="220"/>
                  <a:pt x="221" y="220"/>
                </a:cubicBezTo>
                <a:cubicBezTo>
                  <a:pt x="124" y="335"/>
                  <a:pt x="124" y="335"/>
                  <a:pt x="124" y="335"/>
                </a:cubicBezTo>
                <a:cubicBezTo>
                  <a:pt x="26" y="220"/>
                  <a:pt x="26" y="220"/>
                  <a:pt x="26" y="220"/>
                </a:cubicBezTo>
                <a:cubicBezTo>
                  <a:pt x="68" y="220"/>
                  <a:pt x="68" y="220"/>
                  <a:pt x="68" y="220"/>
                </a:cubicBezTo>
                <a:cubicBezTo>
                  <a:pt x="70" y="220"/>
                  <a:pt x="72" y="219"/>
                  <a:pt x="74" y="218"/>
                </a:cubicBezTo>
                <a:cubicBezTo>
                  <a:pt x="75" y="216"/>
                  <a:pt x="76" y="214"/>
                  <a:pt x="76" y="212"/>
                </a:cubicBezTo>
                <a:cubicBezTo>
                  <a:pt x="76" y="112"/>
                  <a:pt x="76" y="112"/>
                  <a:pt x="76" y="112"/>
                </a:cubicBezTo>
                <a:cubicBezTo>
                  <a:pt x="76" y="103"/>
                  <a:pt x="83" y="96"/>
                  <a:pt x="92" y="96"/>
                </a:cubicBezTo>
                <a:cubicBezTo>
                  <a:pt x="156" y="96"/>
                  <a:pt x="156" y="96"/>
                  <a:pt x="156" y="96"/>
                </a:cubicBezTo>
                <a:cubicBezTo>
                  <a:pt x="165" y="96"/>
                  <a:pt x="172" y="103"/>
                  <a:pt x="172" y="112"/>
                </a:cubicBezTo>
                <a:cubicBezTo>
                  <a:pt x="172" y="118"/>
                  <a:pt x="172" y="118"/>
                  <a:pt x="172" y="118"/>
                </a:cubicBezTo>
                <a:cubicBezTo>
                  <a:pt x="172" y="122"/>
                  <a:pt x="176" y="126"/>
                  <a:pt x="180" y="126"/>
                </a:cubicBezTo>
                <a:cubicBezTo>
                  <a:pt x="184" y="126"/>
                  <a:pt x="188" y="122"/>
                  <a:pt x="188" y="118"/>
                </a:cubicBezTo>
                <a:cubicBezTo>
                  <a:pt x="188" y="112"/>
                  <a:pt x="188" y="112"/>
                  <a:pt x="188" y="112"/>
                </a:cubicBezTo>
                <a:cubicBezTo>
                  <a:pt x="188" y="95"/>
                  <a:pt x="174" y="80"/>
                  <a:pt x="156" y="80"/>
                </a:cubicBezTo>
                <a:cubicBezTo>
                  <a:pt x="92" y="80"/>
                  <a:pt x="92" y="80"/>
                  <a:pt x="92" y="80"/>
                </a:cubicBezTo>
                <a:cubicBezTo>
                  <a:pt x="74" y="80"/>
                  <a:pt x="60" y="95"/>
                  <a:pt x="60" y="112"/>
                </a:cubicBezTo>
                <a:cubicBezTo>
                  <a:pt x="60" y="204"/>
                  <a:pt x="60" y="204"/>
                  <a:pt x="60" y="204"/>
                </a:cubicBezTo>
                <a:cubicBezTo>
                  <a:pt x="8" y="204"/>
                  <a:pt x="8" y="204"/>
                  <a:pt x="8" y="204"/>
                </a:cubicBezTo>
                <a:cubicBezTo>
                  <a:pt x="5" y="204"/>
                  <a:pt x="2" y="206"/>
                  <a:pt x="1" y="209"/>
                </a:cubicBezTo>
                <a:cubicBezTo>
                  <a:pt x="0" y="212"/>
                  <a:pt x="0" y="215"/>
                  <a:pt x="2" y="217"/>
                </a:cubicBezTo>
                <a:cubicBezTo>
                  <a:pt x="118" y="353"/>
                  <a:pt x="118" y="353"/>
                  <a:pt x="118" y="353"/>
                </a:cubicBezTo>
                <a:cubicBezTo>
                  <a:pt x="120" y="354"/>
                  <a:pt x="122" y="355"/>
                  <a:pt x="124" y="355"/>
                </a:cubicBezTo>
                <a:cubicBezTo>
                  <a:pt x="124" y="355"/>
                  <a:pt x="124" y="355"/>
                  <a:pt x="124" y="355"/>
                </a:cubicBezTo>
                <a:cubicBezTo>
                  <a:pt x="126" y="355"/>
                  <a:pt x="129" y="354"/>
                  <a:pt x="130" y="352"/>
                </a:cubicBezTo>
                <a:cubicBezTo>
                  <a:pt x="244" y="217"/>
                  <a:pt x="244" y="217"/>
                  <a:pt x="244" y="217"/>
                </a:cubicBezTo>
                <a:cubicBezTo>
                  <a:pt x="246" y="215"/>
                  <a:pt x="247" y="212"/>
                  <a:pt x="245" y="209"/>
                </a:cubicBezTo>
                <a:close/>
              </a:path>
            </a:pathLst>
          </a:custGeom>
          <a:blipFill dpi="0" rotWithShape="1">
            <a:blip r:embed="rId3"/>
            <a:srcRect/>
            <a:stretch>
              <a:fillRect/>
            </a:stretch>
          </a:blipFill>
          <a:ln w="9525">
            <a:noFill/>
            <a:round/>
            <a:headEnd/>
            <a:tailEnd/>
          </a:ln>
        </p:spPr>
        <p:txBody>
          <a:bodyPr/>
          <a:lstStyle/>
          <a:p>
            <a:endParaRPr lang="en-GB"/>
          </a:p>
        </p:txBody>
      </p:sp>
      <p:sp>
        <p:nvSpPr>
          <p:cNvPr id="31750" name="Freeform 3"/>
          <p:cNvSpPr>
            <a:spLocks noChangeAspect="1" noEditPoints="1"/>
          </p:cNvSpPr>
          <p:nvPr/>
        </p:nvSpPr>
        <p:spPr bwMode="auto">
          <a:xfrm>
            <a:off x="4169004" y="3508022"/>
            <a:ext cx="101600" cy="193675"/>
          </a:xfrm>
          <a:custGeom>
            <a:avLst/>
            <a:gdLst>
              <a:gd name="T0" fmla="*/ 2147483647 w 247"/>
              <a:gd name="T1" fmla="*/ 2147483647 h 355"/>
              <a:gd name="T2" fmla="*/ 2147483647 w 247"/>
              <a:gd name="T3" fmla="*/ 2147483647 h 355"/>
              <a:gd name="T4" fmla="*/ 2147483647 w 247"/>
              <a:gd name="T5" fmla="*/ 2147483647 h 355"/>
              <a:gd name="T6" fmla="*/ 2147483647 w 247"/>
              <a:gd name="T7" fmla="*/ 2147483647 h 355"/>
              <a:gd name="T8" fmla="*/ 2147483647 w 247"/>
              <a:gd name="T9" fmla="*/ 2147483647 h 355"/>
              <a:gd name="T10" fmla="*/ 2147483647 w 247"/>
              <a:gd name="T11" fmla="*/ 2147483647 h 355"/>
              <a:gd name="T12" fmla="*/ 2147483647 w 247"/>
              <a:gd name="T13" fmla="*/ 2147483647 h 355"/>
              <a:gd name="T14" fmla="*/ 2147483647 w 247"/>
              <a:gd name="T15" fmla="*/ 2147483647 h 355"/>
              <a:gd name="T16" fmla="*/ 2147483647 w 247"/>
              <a:gd name="T17" fmla="*/ 2147483647 h 355"/>
              <a:gd name="T18" fmla="*/ 2147483647 w 247"/>
              <a:gd name="T19" fmla="*/ 2147483647 h 355"/>
              <a:gd name="T20" fmla="*/ 2147483647 w 247"/>
              <a:gd name="T21" fmla="*/ 0 h 355"/>
              <a:gd name="T22" fmla="*/ 2147483647 w 247"/>
              <a:gd name="T23" fmla="*/ 0 h 355"/>
              <a:gd name="T24" fmla="*/ 2147483647 w 247"/>
              <a:gd name="T25" fmla="*/ 2147483647 h 355"/>
              <a:gd name="T26" fmla="*/ 2147483647 w 247"/>
              <a:gd name="T27" fmla="*/ 2147483647 h 355"/>
              <a:gd name="T28" fmla="*/ 2147483647 w 247"/>
              <a:gd name="T29" fmla="*/ 2147483647 h 355"/>
              <a:gd name="T30" fmla="*/ 2147483647 w 247"/>
              <a:gd name="T31" fmla="*/ 2147483647 h 355"/>
              <a:gd name="T32" fmla="*/ 2147483647 w 247"/>
              <a:gd name="T33" fmla="*/ 2147483647 h 355"/>
              <a:gd name="T34" fmla="*/ 2147483647 w 247"/>
              <a:gd name="T35" fmla="*/ 2147483647 h 355"/>
              <a:gd name="T36" fmla="*/ 2147483647 w 247"/>
              <a:gd name="T37" fmla="*/ 2147483647 h 355"/>
              <a:gd name="T38" fmla="*/ 2147483647 w 247"/>
              <a:gd name="T39" fmla="*/ 2147483647 h 355"/>
              <a:gd name="T40" fmla="*/ 2147483647 w 247"/>
              <a:gd name="T41" fmla="*/ 2147483647 h 355"/>
              <a:gd name="T42" fmla="*/ 2147483647 w 247"/>
              <a:gd name="T43" fmla="*/ 2147483647 h 355"/>
              <a:gd name="T44" fmla="*/ 2147483647 w 247"/>
              <a:gd name="T45" fmla="*/ 2147483647 h 355"/>
              <a:gd name="T46" fmla="*/ 2147483647 w 247"/>
              <a:gd name="T47" fmla="*/ 2147483647 h 355"/>
              <a:gd name="T48" fmla="*/ 2147483647 w 247"/>
              <a:gd name="T49" fmla="*/ 2147483647 h 355"/>
              <a:gd name="T50" fmla="*/ 2147483647 w 247"/>
              <a:gd name="T51" fmla="*/ 2147483647 h 355"/>
              <a:gd name="T52" fmla="*/ 2147483647 w 247"/>
              <a:gd name="T53" fmla="*/ 2147483647 h 355"/>
              <a:gd name="T54" fmla="*/ 2147483647 w 247"/>
              <a:gd name="T55" fmla="*/ 2147483647 h 355"/>
              <a:gd name="T56" fmla="*/ 2147483647 w 247"/>
              <a:gd name="T57" fmla="*/ 2147483647 h 355"/>
              <a:gd name="T58" fmla="*/ 2147483647 w 247"/>
              <a:gd name="T59" fmla="*/ 2147483647 h 355"/>
              <a:gd name="T60" fmla="*/ 2147483647 w 247"/>
              <a:gd name="T61" fmla="*/ 2147483647 h 355"/>
              <a:gd name="T62" fmla="*/ 2147483647 w 247"/>
              <a:gd name="T63" fmla="*/ 2147483647 h 355"/>
              <a:gd name="T64" fmla="*/ 2147483647 w 247"/>
              <a:gd name="T65" fmla="*/ 2147483647 h 355"/>
              <a:gd name="T66" fmla="*/ 2147483647 w 247"/>
              <a:gd name="T67" fmla="*/ 2147483647 h 355"/>
              <a:gd name="T68" fmla="*/ 2147483647 w 247"/>
              <a:gd name="T69" fmla="*/ 2147483647 h 355"/>
              <a:gd name="T70" fmla="*/ 2147483647 w 247"/>
              <a:gd name="T71" fmla="*/ 2147483647 h 355"/>
              <a:gd name="T72" fmla="*/ 2147483647 w 247"/>
              <a:gd name="T73" fmla="*/ 2147483647 h 355"/>
              <a:gd name="T74" fmla="*/ 2147483647 w 247"/>
              <a:gd name="T75" fmla="*/ 2147483647 h 355"/>
              <a:gd name="T76" fmla="*/ 2147483647 w 247"/>
              <a:gd name="T77" fmla="*/ 2147483647 h 355"/>
              <a:gd name="T78" fmla="*/ 2147483647 w 247"/>
              <a:gd name="T79" fmla="*/ 2147483647 h 355"/>
              <a:gd name="T80" fmla="*/ 2147483647 w 247"/>
              <a:gd name="T81" fmla="*/ 2147483647 h 355"/>
              <a:gd name="T82" fmla="*/ 2147483647 w 247"/>
              <a:gd name="T83" fmla="*/ 2147483647 h 355"/>
              <a:gd name="T84" fmla="*/ 2147483647 w 247"/>
              <a:gd name="T85" fmla="*/ 2147483647 h 355"/>
              <a:gd name="T86" fmla="*/ 2147483647 w 247"/>
              <a:gd name="T87" fmla="*/ 2147483647 h 355"/>
              <a:gd name="T88" fmla="*/ 2147483647 w 247"/>
              <a:gd name="T89" fmla="*/ 2147483647 h 355"/>
              <a:gd name="T90" fmla="*/ 2147483647 w 247"/>
              <a:gd name="T91" fmla="*/ 2147483647 h 355"/>
              <a:gd name="T92" fmla="*/ 2147483647 w 247"/>
              <a:gd name="T93" fmla="*/ 2147483647 h 355"/>
              <a:gd name="T94" fmla="*/ 2147483647 w 247"/>
              <a:gd name="T95" fmla="*/ 2147483647 h 355"/>
              <a:gd name="T96" fmla="*/ 2147483647 w 247"/>
              <a:gd name="T97" fmla="*/ 2147483647 h 355"/>
              <a:gd name="T98" fmla="*/ 2147483647 w 247"/>
              <a:gd name="T99" fmla="*/ 2147483647 h 35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47"/>
              <a:gd name="T151" fmla="*/ 0 h 355"/>
              <a:gd name="T152" fmla="*/ 247 w 247"/>
              <a:gd name="T153" fmla="*/ 355 h 355"/>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47" h="355">
                <a:moveTo>
                  <a:pt x="68" y="56"/>
                </a:moveTo>
                <a:cubicBezTo>
                  <a:pt x="180" y="56"/>
                  <a:pt x="180" y="56"/>
                  <a:pt x="180" y="56"/>
                </a:cubicBezTo>
                <a:cubicBezTo>
                  <a:pt x="184" y="56"/>
                  <a:pt x="188" y="53"/>
                  <a:pt x="188" y="48"/>
                </a:cubicBezTo>
                <a:cubicBezTo>
                  <a:pt x="188" y="44"/>
                  <a:pt x="184" y="40"/>
                  <a:pt x="180" y="40"/>
                </a:cubicBezTo>
                <a:cubicBezTo>
                  <a:pt x="68" y="40"/>
                  <a:pt x="68" y="40"/>
                  <a:pt x="68" y="40"/>
                </a:cubicBezTo>
                <a:cubicBezTo>
                  <a:pt x="64" y="40"/>
                  <a:pt x="60" y="44"/>
                  <a:pt x="60" y="48"/>
                </a:cubicBezTo>
                <a:cubicBezTo>
                  <a:pt x="60" y="53"/>
                  <a:pt x="64" y="56"/>
                  <a:pt x="68" y="56"/>
                </a:cubicBezTo>
                <a:close/>
                <a:moveTo>
                  <a:pt x="68" y="16"/>
                </a:moveTo>
                <a:cubicBezTo>
                  <a:pt x="180" y="16"/>
                  <a:pt x="180" y="16"/>
                  <a:pt x="180" y="16"/>
                </a:cubicBezTo>
                <a:cubicBezTo>
                  <a:pt x="184" y="16"/>
                  <a:pt x="188" y="13"/>
                  <a:pt x="188" y="8"/>
                </a:cubicBezTo>
                <a:cubicBezTo>
                  <a:pt x="188" y="4"/>
                  <a:pt x="184" y="0"/>
                  <a:pt x="180" y="0"/>
                </a:cubicBezTo>
                <a:cubicBezTo>
                  <a:pt x="68" y="0"/>
                  <a:pt x="68" y="0"/>
                  <a:pt x="68" y="0"/>
                </a:cubicBezTo>
                <a:cubicBezTo>
                  <a:pt x="64" y="0"/>
                  <a:pt x="60" y="4"/>
                  <a:pt x="60" y="8"/>
                </a:cubicBezTo>
                <a:cubicBezTo>
                  <a:pt x="60" y="13"/>
                  <a:pt x="64" y="16"/>
                  <a:pt x="68" y="16"/>
                </a:cubicBezTo>
                <a:close/>
                <a:moveTo>
                  <a:pt x="245" y="209"/>
                </a:moveTo>
                <a:cubicBezTo>
                  <a:pt x="244" y="206"/>
                  <a:pt x="241" y="204"/>
                  <a:pt x="238" y="204"/>
                </a:cubicBezTo>
                <a:cubicBezTo>
                  <a:pt x="188" y="204"/>
                  <a:pt x="188" y="204"/>
                  <a:pt x="188" y="204"/>
                </a:cubicBezTo>
                <a:cubicBezTo>
                  <a:pt x="188" y="150"/>
                  <a:pt x="188" y="150"/>
                  <a:pt x="188" y="150"/>
                </a:cubicBezTo>
                <a:cubicBezTo>
                  <a:pt x="188" y="146"/>
                  <a:pt x="184" y="142"/>
                  <a:pt x="180" y="142"/>
                </a:cubicBezTo>
                <a:cubicBezTo>
                  <a:pt x="176" y="142"/>
                  <a:pt x="172" y="146"/>
                  <a:pt x="172" y="150"/>
                </a:cubicBezTo>
                <a:cubicBezTo>
                  <a:pt x="172" y="212"/>
                  <a:pt x="172" y="212"/>
                  <a:pt x="172" y="212"/>
                </a:cubicBezTo>
                <a:cubicBezTo>
                  <a:pt x="172" y="214"/>
                  <a:pt x="173" y="216"/>
                  <a:pt x="174" y="218"/>
                </a:cubicBezTo>
                <a:cubicBezTo>
                  <a:pt x="176" y="219"/>
                  <a:pt x="178" y="220"/>
                  <a:pt x="180" y="220"/>
                </a:cubicBezTo>
                <a:cubicBezTo>
                  <a:pt x="221" y="220"/>
                  <a:pt x="221" y="220"/>
                  <a:pt x="221" y="220"/>
                </a:cubicBezTo>
                <a:cubicBezTo>
                  <a:pt x="124" y="335"/>
                  <a:pt x="124" y="335"/>
                  <a:pt x="124" y="335"/>
                </a:cubicBezTo>
                <a:cubicBezTo>
                  <a:pt x="26" y="220"/>
                  <a:pt x="26" y="220"/>
                  <a:pt x="26" y="220"/>
                </a:cubicBezTo>
                <a:cubicBezTo>
                  <a:pt x="68" y="220"/>
                  <a:pt x="68" y="220"/>
                  <a:pt x="68" y="220"/>
                </a:cubicBezTo>
                <a:cubicBezTo>
                  <a:pt x="70" y="220"/>
                  <a:pt x="72" y="219"/>
                  <a:pt x="74" y="218"/>
                </a:cubicBezTo>
                <a:cubicBezTo>
                  <a:pt x="75" y="216"/>
                  <a:pt x="76" y="214"/>
                  <a:pt x="76" y="212"/>
                </a:cubicBezTo>
                <a:cubicBezTo>
                  <a:pt x="76" y="112"/>
                  <a:pt x="76" y="112"/>
                  <a:pt x="76" y="112"/>
                </a:cubicBezTo>
                <a:cubicBezTo>
                  <a:pt x="76" y="103"/>
                  <a:pt x="83" y="96"/>
                  <a:pt x="92" y="96"/>
                </a:cubicBezTo>
                <a:cubicBezTo>
                  <a:pt x="156" y="96"/>
                  <a:pt x="156" y="96"/>
                  <a:pt x="156" y="96"/>
                </a:cubicBezTo>
                <a:cubicBezTo>
                  <a:pt x="165" y="96"/>
                  <a:pt x="172" y="103"/>
                  <a:pt x="172" y="112"/>
                </a:cubicBezTo>
                <a:cubicBezTo>
                  <a:pt x="172" y="118"/>
                  <a:pt x="172" y="118"/>
                  <a:pt x="172" y="118"/>
                </a:cubicBezTo>
                <a:cubicBezTo>
                  <a:pt x="172" y="122"/>
                  <a:pt x="176" y="126"/>
                  <a:pt x="180" y="126"/>
                </a:cubicBezTo>
                <a:cubicBezTo>
                  <a:pt x="184" y="126"/>
                  <a:pt x="188" y="122"/>
                  <a:pt x="188" y="118"/>
                </a:cubicBezTo>
                <a:cubicBezTo>
                  <a:pt x="188" y="112"/>
                  <a:pt x="188" y="112"/>
                  <a:pt x="188" y="112"/>
                </a:cubicBezTo>
                <a:cubicBezTo>
                  <a:pt x="188" y="95"/>
                  <a:pt x="174" y="80"/>
                  <a:pt x="156" y="80"/>
                </a:cubicBezTo>
                <a:cubicBezTo>
                  <a:pt x="92" y="80"/>
                  <a:pt x="92" y="80"/>
                  <a:pt x="92" y="80"/>
                </a:cubicBezTo>
                <a:cubicBezTo>
                  <a:pt x="74" y="80"/>
                  <a:pt x="60" y="95"/>
                  <a:pt x="60" y="112"/>
                </a:cubicBezTo>
                <a:cubicBezTo>
                  <a:pt x="60" y="204"/>
                  <a:pt x="60" y="204"/>
                  <a:pt x="60" y="204"/>
                </a:cubicBezTo>
                <a:cubicBezTo>
                  <a:pt x="8" y="204"/>
                  <a:pt x="8" y="204"/>
                  <a:pt x="8" y="204"/>
                </a:cubicBezTo>
                <a:cubicBezTo>
                  <a:pt x="5" y="204"/>
                  <a:pt x="2" y="206"/>
                  <a:pt x="1" y="209"/>
                </a:cubicBezTo>
                <a:cubicBezTo>
                  <a:pt x="0" y="212"/>
                  <a:pt x="0" y="215"/>
                  <a:pt x="2" y="217"/>
                </a:cubicBezTo>
                <a:cubicBezTo>
                  <a:pt x="118" y="353"/>
                  <a:pt x="118" y="353"/>
                  <a:pt x="118" y="353"/>
                </a:cubicBezTo>
                <a:cubicBezTo>
                  <a:pt x="120" y="354"/>
                  <a:pt x="122" y="355"/>
                  <a:pt x="124" y="355"/>
                </a:cubicBezTo>
                <a:cubicBezTo>
                  <a:pt x="124" y="355"/>
                  <a:pt x="124" y="355"/>
                  <a:pt x="124" y="355"/>
                </a:cubicBezTo>
                <a:cubicBezTo>
                  <a:pt x="126" y="355"/>
                  <a:pt x="129" y="354"/>
                  <a:pt x="130" y="352"/>
                </a:cubicBezTo>
                <a:cubicBezTo>
                  <a:pt x="244" y="217"/>
                  <a:pt x="244" y="217"/>
                  <a:pt x="244" y="217"/>
                </a:cubicBezTo>
                <a:cubicBezTo>
                  <a:pt x="246" y="215"/>
                  <a:pt x="247" y="212"/>
                  <a:pt x="245" y="209"/>
                </a:cubicBezTo>
                <a:close/>
              </a:path>
            </a:pathLst>
          </a:custGeom>
          <a:solidFill>
            <a:srgbClr val="58585A"/>
          </a:solidFill>
          <a:ln w="9525">
            <a:noFill/>
            <a:round/>
            <a:headEnd/>
            <a:tailEnd/>
          </a:ln>
        </p:spPr>
        <p:txBody>
          <a:bodyPr/>
          <a:lstStyle/>
          <a:p>
            <a:endParaRPr lang="en-GB">
              <a:latin typeface="Times New Roman" panose="02020603050405020304" pitchFamily="18" charset="0"/>
              <a:cs typeface="Times New Roman" panose="02020603050405020304" pitchFamily="18" charset="0"/>
            </a:endParaRPr>
          </a:p>
        </p:txBody>
      </p:sp>
      <p:sp>
        <p:nvSpPr>
          <p:cNvPr id="31751" name="Freeform 3"/>
          <p:cNvSpPr>
            <a:spLocks noChangeAspect="1" noEditPoints="1"/>
          </p:cNvSpPr>
          <p:nvPr/>
        </p:nvSpPr>
        <p:spPr bwMode="auto">
          <a:xfrm>
            <a:off x="5573941" y="1633185"/>
            <a:ext cx="1309688" cy="2087562"/>
          </a:xfrm>
          <a:custGeom>
            <a:avLst/>
            <a:gdLst>
              <a:gd name="T0" fmla="*/ 2147483647 w 257"/>
              <a:gd name="T1" fmla="*/ 2147483647 h 335"/>
              <a:gd name="T2" fmla="*/ 2147483647 w 257"/>
              <a:gd name="T3" fmla="*/ 2147483647 h 335"/>
              <a:gd name="T4" fmla="*/ 2147483647 w 257"/>
              <a:gd name="T5" fmla="*/ 2147483647 h 335"/>
              <a:gd name="T6" fmla="*/ 2147483647 w 257"/>
              <a:gd name="T7" fmla="*/ 2147483647 h 335"/>
              <a:gd name="T8" fmla="*/ 2147483647 w 257"/>
              <a:gd name="T9" fmla="*/ 2147483647 h 335"/>
              <a:gd name="T10" fmla="*/ 2147483647 w 257"/>
              <a:gd name="T11" fmla="*/ 2147483647 h 335"/>
              <a:gd name="T12" fmla="*/ 2147483647 w 257"/>
              <a:gd name="T13" fmla="*/ 2147483647 h 335"/>
              <a:gd name="T14" fmla="*/ 2147483647 w 257"/>
              <a:gd name="T15" fmla="*/ 2147483647 h 335"/>
              <a:gd name="T16" fmla="*/ 2147483647 w 257"/>
              <a:gd name="T17" fmla="*/ 2147483647 h 335"/>
              <a:gd name="T18" fmla="*/ 2147483647 w 257"/>
              <a:gd name="T19" fmla="*/ 2147483647 h 335"/>
              <a:gd name="T20" fmla="*/ 2147483647 w 257"/>
              <a:gd name="T21" fmla="*/ 2147483647 h 335"/>
              <a:gd name="T22" fmla="*/ 2147483647 w 257"/>
              <a:gd name="T23" fmla="*/ 2147483647 h 335"/>
              <a:gd name="T24" fmla="*/ 2147483647 w 257"/>
              <a:gd name="T25" fmla="*/ 2147483647 h 335"/>
              <a:gd name="T26" fmla="*/ 2147483647 w 257"/>
              <a:gd name="T27" fmla="*/ 2147483647 h 335"/>
              <a:gd name="T28" fmla="*/ 2147483647 w 257"/>
              <a:gd name="T29" fmla="*/ 2147483647 h 335"/>
              <a:gd name="T30" fmla="*/ 2147483647 w 257"/>
              <a:gd name="T31" fmla="*/ 2147483647 h 335"/>
              <a:gd name="T32" fmla="*/ 2147483647 w 257"/>
              <a:gd name="T33" fmla="*/ 2147483647 h 335"/>
              <a:gd name="T34" fmla="*/ 2147483647 w 257"/>
              <a:gd name="T35" fmla="*/ 2147483647 h 335"/>
              <a:gd name="T36" fmla="*/ 2147483647 w 257"/>
              <a:gd name="T37" fmla="*/ 0 h 335"/>
              <a:gd name="T38" fmla="*/ 2147483647 w 257"/>
              <a:gd name="T39" fmla="*/ 0 h 335"/>
              <a:gd name="T40" fmla="*/ 0 w 257"/>
              <a:gd name="T41" fmla="*/ 2147483647 h 335"/>
              <a:gd name="T42" fmla="*/ 2147483647 w 257"/>
              <a:gd name="T43" fmla="*/ 2147483647 h 335"/>
              <a:gd name="T44" fmla="*/ 2147483647 w 257"/>
              <a:gd name="T45" fmla="*/ 2147483647 h 335"/>
              <a:gd name="T46" fmla="*/ 2147483647 w 257"/>
              <a:gd name="T47" fmla="*/ 2147483647 h 335"/>
              <a:gd name="T48" fmla="*/ 2147483647 w 257"/>
              <a:gd name="T49" fmla="*/ 2147483647 h 335"/>
              <a:gd name="T50" fmla="*/ 2147483647 w 257"/>
              <a:gd name="T51" fmla="*/ 2147483647 h 335"/>
              <a:gd name="T52" fmla="*/ 2147483647 w 257"/>
              <a:gd name="T53" fmla="*/ 2147483647 h 335"/>
              <a:gd name="T54" fmla="*/ 2147483647 w 257"/>
              <a:gd name="T55" fmla="*/ 2147483647 h 335"/>
              <a:gd name="T56" fmla="*/ 0 w 257"/>
              <a:gd name="T57" fmla="*/ 2147483647 h 335"/>
              <a:gd name="T58" fmla="*/ 2147483647 w 257"/>
              <a:gd name="T59" fmla="*/ 2147483647 h 335"/>
              <a:gd name="T60" fmla="*/ 2147483647 w 257"/>
              <a:gd name="T61" fmla="*/ 2147483647 h 335"/>
              <a:gd name="T62" fmla="*/ 2147483647 w 257"/>
              <a:gd name="T63" fmla="*/ 2147483647 h 335"/>
              <a:gd name="T64" fmla="*/ 2147483647 w 257"/>
              <a:gd name="T65" fmla="*/ 2147483647 h 335"/>
              <a:gd name="T66" fmla="*/ 2147483647 w 257"/>
              <a:gd name="T67" fmla="*/ 2147483647 h 335"/>
              <a:gd name="T68" fmla="*/ 2147483647 w 257"/>
              <a:gd name="T69" fmla="*/ 2147483647 h 335"/>
              <a:gd name="T70" fmla="*/ 2147483647 w 257"/>
              <a:gd name="T71" fmla="*/ 2147483647 h 335"/>
              <a:gd name="T72" fmla="*/ 2147483647 w 257"/>
              <a:gd name="T73" fmla="*/ 2147483647 h 335"/>
              <a:gd name="T74" fmla="*/ 2147483647 w 257"/>
              <a:gd name="T75" fmla="*/ 2147483647 h 335"/>
              <a:gd name="T76" fmla="*/ 2147483647 w 257"/>
              <a:gd name="T77" fmla="*/ 2147483647 h 335"/>
              <a:gd name="T78" fmla="*/ 2147483647 w 257"/>
              <a:gd name="T79" fmla="*/ 2147483647 h 335"/>
              <a:gd name="T80" fmla="*/ 2147483647 w 257"/>
              <a:gd name="T81" fmla="*/ 2147483647 h 335"/>
              <a:gd name="T82" fmla="*/ 2147483647 w 257"/>
              <a:gd name="T83" fmla="*/ 2147483647 h 335"/>
              <a:gd name="T84" fmla="*/ 2147483647 w 257"/>
              <a:gd name="T85" fmla="*/ 2147483647 h 335"/>
              <a:gd name="T86" fmla="*/ 2147483647 w 257"/>
              <a:gd name="T87" fmla="*/ 2147483647 h 335"/>
              <a:gd name="T88" fmla="*/ 2147483647 w 257"/>
              <a:gd name="T89" fmla="*/ 2147483647 h 335"/>
              <a:gd name="T90" fmla="*/ 2147483647 w 257"/>
              <a:gd name="T91" fmla="*/ 2147483647 h 335"/>
              <a:gd name="T92" fmla="*/ 2147483647 w 257"/>
              <a:gd name="T93" fmla="*/ 2147483647 h 335"/>
              <a:gd name="T94" fmla="*/ 2147483647 w 257"/>
              <a:gd name="T95" fmla="*/ 2147483647 h 335"/>
              <a:gd name="T96" fmla="*/ 2147483647 w 257"/>
              <a:gd name="T97" fmla="*/ 2147483647 h 335"/>
              <a:gd name="T98" fmla="*/ 2147483647 w 257"/>
              <a:gd name="T99" fmla="*/ 2147483647 h 33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57"/>
              <a:gd name="T151" fmla="*/ 0 h 335"/>
              <a:gd name="T152" fmla="*/ 257 w 257"/>
              <a:gd name="T153" fmla="*/ 335 h 335"/>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57" h="335">
                <a:moveTo>
                  <a:pt x="249" y="319"/>
                </a:moveTo>
                <a:cubicBezTo>
                  <a:pt x="230" y="319"/>
                  <a:pt x="230" y="319"/>
                  <a:pt x="230" y="319"/>
                </a:cubicBezTo>
                <a:cubicBezTo>
                  <a:pt x="227" y="281"/>
                  <a:pt x="204" y="217"/>
                  <a:pt x="164" y="187"/>
                </a:cubicBezTo>
                <a:cubicBezTo>
                  <a:pt x="158" y="181"/>
                  <a:pt x="155" y="174"/>
                  <a:pt x="155" y="167"/>
                </a:cubicBezTo>
                <a:cubicBezTo>
                  <a:pt x="155" y="160"/>
                  <a:pt x="158" y="153"/>
                  <a:pt x="165" y="147"/>
                </a:cubicBezTo>
                <a:cubicBezTo>
                  <a:pt x="184" y="131"/>
                  <a:pt x="201" y="105"/>
                  <a:pt x="214" y="74"/>
                </a:cubicBezTo>
                <a:cubicBezTo>
                  <a:pt x="215" y="70"/>
                  <a:pt x="213" y="65"/>
                  <a:pt x="209" y="64"/>
                </a:cubicBezTo>
                <a:cubicBezTo>
                  <a:pt x="205" y="62"/>
                  <a:pt x="200" y="64"/>
                  <a:pt x="199" y="68"/>
                </a:cubicBezTo>
                <a:cubicBezTo>
                  <a:pt x="195" y="79"/>
                  <a:pt x="190" y="88"/>
                  <a:pt x="185" y="97"/>
                </a:cubicBezTo>
                <a:cubicBezTo>
                  <a:pt x="72" y="97"/>
                  <a:pt x="72" y="97"/>
                  <a:pt x="72" y="97"/>
                </a:cubicBezTo>
                <a:cubicBezTo>
                  <a:pt x="56" y="70"/>
                  <a:pt x="47" y="39"/>
                  <a:pt x="45" y="16"/>
                </a:cubicBezTo>
                <a:cubicBezTo>
                  <a:pt x="212" y="16"/>
                  <a:pt x="212" y="16"/>
                  <a:pt x="212" y="16"/>
                </a:cubicBezTo>
                <a:cubicBezTo>
                  <a:pt x="211" y="23"/>
                  <a:pt x="210" y="30"/>
                  <a:pt x="208" y="38"/>
                </a:cubicBezTo>
                <a:cubicBezTo>
                  <a:pt x="207" y="42"/>
                  <a:pt x="210" y="47"/>
                  <a:pt x="214" y="48"/>
                </a:cubicBezTo>
                <a:cubicBezTo>
                  <a:pt x="219" y="49"/>
                  <a:pt x="223" y="46"/>
                  <a:pt x="224" y="42"/>
                </a:cubicBezTo>
                <a:cubicBezTo>
                  <a:pt x="226" y="33"/>
                  <a:pt x="227" y="24"/>
                  <a:pt x="228" y="16"/>
                </a:cubicBezTo>
                <a:cubicBezTo>
                  <a:pt x="249" y="16"/>
                  <a:pt x="249" y="16"/>
                  <a:pt x="249" y="16"/>
                </a:cubicBezTo>
                <a:cubicBezTo>
                  <a:pt x="253" y="16"/>
                  <a:pt x="257" y="13"/>
                  <a:pt x="257" y="8"/>
                </a:cubicBezTo>
                <a:cubicBezTo>
                  <a:pt x="257" y="4"/>
                  <a:pt x="253" y="0"/>
                  <a:pt x="249" y="0"/>
                </a:cubicBezTo>
                <a:cubicBezTo>
                  <a:pt x="8" y="0"/>
                  <a:pt x="8" y="0"/>
                  <a:pt x="8" y="0"/>
                </a:cubicBezTo>
                <a:cubicBezTo>
                  <a:pt x="3" y="0"/>
                  <a:pt x="0" y="4"/>
                  <a:pt x="0" y="8"/>
                </a:cubicBezTo>
                <a:cubicBezTo>
                  <a:pt x="0" y="13"/>
                  <a:pt x="3" y="16"/>
                  <a:pt x="8" y="16"/>
                </a:cubicBezTo>
                <a:cubicBezTo>
                  <a:pt x="29" y="16"/>
                  <a:pt x="29" y="16"/>
                  <a:pt x="29" y="16"/>
                </a:cubicBezTo>
                <a:cubicBezTo>
                  <a:pt x="31" y="53"/>
                  <a:pt x="54" y="116"/>
                  <a:pt x="92" y="147"/>
                </a:cubicBezTo>
                <a:cubicBezTo>
                  <a:pt x="99" y="154"/>
                  <a:pt x="102" y="160"/>
                  <a:pt x="102" y="167"/>
                </a:cubicBezTo>
                <a:cubicBezTo>
                  <a:pt x="102" y="174"/>
                  <a:pt x="99" y="180"/>
                  <a:pt x="92" y="187"/>
                </a:cubicBezTo>
                <a:cubicBezTo>
                  <a:pt x="53" y="217"/>
                  <a:pt x="30" y="281"/>
                  <a:pt x="27" y="319"/>
                </a:cubicBezTo>
                <a:cubicBezTo>
                  <a:pt x="8" y="319"/>
                  <a:pt x="8" y="319"/>
                  <a:pt x="8" y="319"/>
                </a:cubicBezTo>
                <a:cubicBezTo>
                  <a:pt x="3" y="319"/>
                  <a:pt x="0" y="323"/>
                  <a:pt x="0" y="327"/>
                </a:cubicBezTo>
                <a:cubicBezTo>
                  <a:pt x="0" y="332"/>
                  <a:pt x="3" y="335"/>
                  <a:pt x="8" y="335"/>
                </a:cubicBezTo>
                <a:cubicBezTo>
                  <a:pt x="249" y="335"/>
                  <a:pt x="249" y="335"/>
                  <a:pt x="249" y="335"/>
                </a:cubicBezTo>
                <a:cubicBezTo>
                  <a:pt x="253" y="335"/>
                  <a:pt x="257" y="332"/>
                  <a:pt x="257" y="327"/>
                </a:cubicBezTo>
                <a:cubicBezTo>
                  <a:pt x="257" y="323"/>
                  <a:pt x="253" y="319"/>
                  <a:pt x="249" y="319"/>
                </a:cubicBezTo>
                <a:close/>
                <a:moveTo>
                  <a:pt x="182" y="319"/>
                </a:moveTo>
                <a:cubicBezTo>
                  <a:pt x="179" y="298"/>
                  <a:pt x="168" y="266"/>
                  <a:pt x="149" y="252"/>
                </a:cubicBezTo>
                <a:cubicBezTo>
                  <a:pt x="147" y="250"/>
                  <a:pt x="138" y="243"/>
                  <a:pt x="128" y="243"/>
                </a:cubicBezTo>
                <a:cubicBezTo>
                  <a:pt x="118" y="243"/>
                  <a:pt x="110" y="250"/>
                  <a:pt x="108" y="252"/>
                </a:cubicBezTo>
                <a:cubicBezTo>
                  <a:pt x="89" y="266"/>
                  <a:pt x="77" y="298"/>
                  <a:pt x="75" y="319"/>
                </a:cubicBezTo>
                <a:cubicBezTo>
                  <a:pt x="43" y="319"/>
                  <a:pt x="43" y="319"/>
                  <a:pt x="43" y="319"/>
                </a:cubicBezTo>
                <a:cubicBezTo>
                  <a:pt x="46" y="283"/>
                  <a:pt x="68" y="225"/>
                  <a:pt x="102" y="199"/>
                </a:cubicBezTo>
                <a:cubicBezTo>
                  <a:pt x="102" y="199"/>
                  <a:pt x="102" y="199"/>
                  <a:pt x="103" y="199"/>
                </a:cubicBezTo>
                <a:cubicBezTo>
                  <a:pt x="113" y="189"/>
                  <a:pt x="118" y="179"/>
                  <a:pt x="118" y="167"/>
                </a:cubicBezTo>
                <a:cubicBezTo>
                  <a:pt x="118" y="160"/>
                  <a:pt x="116" y="153"/>
                  <a:pt x="112" y="147"/>
                </a:cubicBezTo>
                <a:cubicBezTo>
                  <a:pt x="117" y="149"/>
                  <a:pt x="123" y="151"/>
                  <a:pt x="128" y="151"/>
                </a:cubicBezTo>
                <a:cubicBezTo>
                  <a:pt x="133" y="151"/>
                  <a:pt x="139" y="149"/>
                  <a:pt x="144" y="147"/>
                </a:cubicBezTo>
                <a:cubicBezTo>
                  <a:pt x="140" y="153"/>
                  <a:pt x="139" y="160"/>
                  <a:pt x="139" y="167"/>
                </a:cubicBezTo>
                <a:cubicBezTo>
                  <a:pt x="139" y="179"/>
                  <a:pt x="144" y="190"/>
                  <a:pt x="154" y="199"/>
                </a:cubicBezTo>
                <a:cubicBezTo>
                  <a:pt x="154" y="199"/>
                  <a:pt x="154" y="199"/>
                  <a:pt x="154" y="199"/>
                </a:cubicBezTo>
                <a:cubicBezTo>
                  <a:pt x="189" y="225"/>
                  <a:pt x="210" y="283"/>
                  <a:pt x="214" y="319"/>
                </a:cubicBezTo>
                <a:lnTo>
                  <a:pt x="182" y="319"/>
                </a:lnTo>
                <a:close/>
              </a:path>
            </a:pathLst>
          </a:custGeom>
          <a:solidFill>
            <a:srgbClr val="58585A"/>
          </a:solidFill>
          <a:ln w="9525">
            <a:noFill/>
            <a:round/>
            <a:headEnd/>
            <a:tailEnd/>
          </a:ln>
        </p:spPr>
        <p:txBody>
          <a:bodyPr/>
          <a:lstStyle/>
          <a:p>
            <a:endParaRPr lang="en-GB"/>
          </a:p>
        </p:txBody>
      </p:sp>
      <p:sp>
        <p:nvSpPr>
          <p:cNvPr id="31752" name="Freeform 38"/>
          <p:cNvSpPr>
            <a:spLocks noChangeAspect="1"/>
          </p:cNvSpPr>
          <p:nvPr/>
        </p:nvSpPr>
        <p:spPr bwMode="auto">
          <a:xfrm>
            <a:off x="6054954" y="2418997"/>
            <a:ext cx="333375" cy="157163"/>
          </a:xfrm>
          <a:custGeom>
            <a:avLst/>
            <a:gdLst>
              <a:gd name="T0" fmla="*/ 0 w 719138"/>
              <a:gd name="T1" fmla="*/ 0 h 348321"/>
              <a:gd name="T2" fmla="*/ 1 w 719138"/>
              <a:gd name="T3" fmla="*/ 0 h 348321"/>
              <a:gd name="T4" fmla="*/ 0 w 719138"/>
              <a:gd name="T5" fmla="*/ 0 h 348321"/>
              <a:gd name="T6" fmla="*/ 0 w 719138"/>
              <a:gd name="T7" fmla="*/ 0 h 348321"/>
              <a:gd name="T8" fmla="*/ 0 60000 65536"/>
              <a:gd name="T9" fmla="*/ 0 60000 65536"/>
              <a:gd name="T10" fmla="*/ 0 60000 65536"/>
              <a:gd name="T11" fmla="*/ 0 60000 65536"/>
              <a:gd name="T12" fmla="*/ 0 w 719138"/>
              <a:gd name="T13" fmla="*/ 0 h 348321"/>
              <a:gd name="T14" fmla="*/ 719138 w 719138"/>
              <a:gd name="T15" fmla="*/ 348321 h 348321"/>
            </a:gdLst>
            <a:ahLst/>
            <a:cxnLst>
              <a:cxn ang="T8">
                <a:pos x="T0" y="T1"/>
              </a:cxn>
              <a:cxn ang="T9">
                <a:pos x="T2" y="T3"/>
              </a:cxn>
              <a:cxn ang="T10">
                <a:pos x="T4" y="T5"/>
              </a:cxn>
              <a:cxn ang="T11">
                <a:pos x="T6" y="T7"/>
              </a:cxn>
            </a:cxnLst>
            <a:rect l="T12" t="T13" r="T14" b="T15"/>
            <a:pathLst>
              <a:path w="719138" h="348321">
                <a:moveTo>
                  <a:pt x="0" y="4762"/>
                </a:moveTo>
                <a:cubicBezTo>
                  <a:pt x="338295" y="-2116"/>
                  <a:pt x="403331" y="9788"/>
                  <a:pt x="719137" y="0"/>
                </a:cubicBezTo>
                <a:cubicBezTo>
                  <a:pt x="715237" y="191294"/>
                  <a:pt x="542366" y="342107"/>
                  <a:pt x="380444" y="348192"/>
                </a:cubicBezTo>
                <a:cubicBezTo>
                  <a:pt x="218522" y="354277"/>
                  <a:pt x="6651" y="143934"/>
                  <a:pt x="0" y="4762"/>
                </a:cubicBezTo>
                <a:close/>
              </a:path>
            </a:pathLst>
          </a:custGeom>
          <a:blipFill dpi="0" rotWithShape="1">
            <a:blip r:embed="rId4"/>
            <a:srcRect/>
            <a:stretch>
              <a:fillRect/>
            </a:stretch>
          </a:blipFill>
          <a:ln w="12700" algn="ctr">
            <a:noFill/>
            <a:round/>
            <a:headEnd/>
            <a:tailEnd/>
          </a:ln>
        </p:spPr>
        <p:txBody>
          <a:bodyPr wrap="none" lIns="72000" rIns="72000"/>
          <a:lstStyle/>
          <a:p>
            <a:endParaRPr lang="en-GB"/>
          </a:p>
        </p:txBody>
      </p:sp>
      <p:grpSp>
        <p:nvGrpSpPr>
          <p:cNvPr id="2" name="Group 1"/>
          <p:cNvGrpSpPr>
            <a:grpSpLocks/>
          </p:cNvGrpSpPr>
          <p:nvPr/>
        </p:nvGrpSpPr>
        <p:grpSpPr bwMode="auto">
          <a:xfrm>
            <a:off x="2500541" y="1626835"/>
            <a:ext cx="944563" cy="2103437"/>
            <a:chOff x="3067889" y="1947863"/>
            <a:chExt cx="1259811" cy="2103437"/>
          </a:xfrm>
        </p:grpSpPr>
        <p:sp>
          <p:nvSpPr>
            <p:cNvPr id="31786" name="Freeform 6"/>
            <p:cNvSpPr>
              <a:spLocks noEditPoints="1"/>
            </p:cNvSpPr>
            <p:nvPr/>
          </p:nvSpPr>
          <p:spPr bwMode="auto">
            <a:xfrm>
              <a:off x="3090347" y="2274987"/>
              <a:ext cx="95514" cy="98227"/>
            </a:xfrm>
            <a:custGeom>
              <a:avLst/>
              <a:gdLst>
                <a:gd name="T0" fmla="*/ 2147483647 w 320"/>
                <a:gd name="T1" fmla="*/ 2147483647 h 316"/>
                <a:gd name="T2" fmla="*/ 2147483647 w 320"/>
                <a:gd name="T3" fmla="*/ 2147483647 h 316"/>
                <a:gd name="T4" fmla="*/ 2147483647 w 320"/>
                <a:gd name="T5" fmla="*/ 2147483647 h 316"/>
                <a:gd name="T6" fmla="*/ 2147483647 w 320"/>
                <a:gd name="T7" fmla="*/ 2147483647 h 316"/>
                <a:gd name="T8" fmla="*/ 2147483647 w 320"/>
                <a:gd name="T9" fmla="*/ 2147483647 h 316"/>
                <a:gd name="T10" fmla="*/ 2147483647 w 320"/>
                <a:gd name="T11" fmla="*/ 2147483647 h 316"/>
                <a:gd name="T12" fmla="*/ 2147483647 w 320"/>
                <a:gd name="T13" fmla="*/ 2147483647 h 316"/>
                <a:gd name="T14" fmla="*/ 2147483647 w 320"/>
                <a:gd name="T15" fmla="*/ 2147483647 h 316"/>
                <a:gd name="T16" fmla="*/ 2147483647 w 320"/>
                <a:gd name="T17" fmla="*/ 2147483647 h 316"/>
                <a:gd name="T18" fmla="*/ 2147483647 w 320"/>
                <a:gd name="T19" fmla="*/ 2147483647 h 316"/>
                <a:gd name="T20" fmla="*/ 2147483647 w 320"/>
                <a:gd name="T21" fmla="*/ 2147483647 h 316"/>
                <a:gd name="T22" fmla="*/ 2147483647 w 320"/>
                <a:gd name="T23" fmla="*/ 2147483647 h 316"/>
                <a:gd name="T24" fmla="*/ 2147483647 w 320"/>
                <a:gd name="T25" fmla="*/ 2147483647 h 316"/>
                <a:gd name="T26" fmla="*/ 2147483647 w 320"/>
                <a:gd name="T27" fmla="*/ 2147483647 h 316"/>
                <a:gd name="T28" fmla="*/ 2147483647 w 320"/>
                <a:gd name="T29" fmla="*/ 2147483647 h 316"/>
                <a:gd name="T30" fmla="*/ 2147483647 w 320"/>
                <a:gd name="T31" fmla="*/ 2147483647 h 316"/>
                <a:gd name="T32" fmla="*/ 2147483647 w 320"/>
                <a:gd name="T33" fmla="*/ 2147483647 h 316"/>
                <a:gd name="T34" fmla="*/ 2147483647 w 320"/>
                <a:gd name="T35" fmla="*/ 2147483647 h 316"/>
                <a:gd name="T36" fmla="*/ 2147483647 w 320"/>
                <a:gd name="T37" fmla="*/ 2147483647 h 316"/>
                <a:gd name="T38" fmla="*/ 2147483647 w 320"/>
                <a:gd name="T39" fmla="*/ 2147483647 h 316"/>
                <a:gd name="T40" fmla="*/ 2147483647 w 320"/>
                <a:gd name="T41" fmla="*/ 0 h 316"/>
                <a:gd name="T42" fmla="*/ 0 w 320"/>
                <a:gd name="T43" fmla="*/ 2147483647 h 316"/>
                <a:gd name="T44" fmla="*/ 2147483647 w 320"/>
                <a:gd name="T45" fmla="*/ 2147483647 h 316"/>
                <a:gd name="T46" fmla="*/ 2147483647 w 320"/>
                <a:gd name="T47" fmla="*/ 2147483647 h 316"/>
                <a:gd name="T48" fmla="*/ 2147483647 w 320"/>
                <a:gd name="T49" fmla="*/ 2147483647 h 316"/>
                <a:gd name="T50" fmla="*/ 2147483647 w 320"/>
                <a:gd name="T51" fmla="*/ 2147483647 h 316"/>
                <a:gd name="T52" fmla="*/ 2147483647 w 320"/>
                <a:gd name="T53" fmla="*/ 2147483647 h 316"/>
                <a:gd name="T54" fmla="*/ 2147483647 w 320"/>
                <a:gd name="T55" fmla="*/ 2147483647 h 316"/>
                <a:gd name="T56" fmla="*/ 2147483647 w 320"/>
                <a:gd name="T57" fmla="*/ 2147483647 h 316"/>
                <a:gd name="T58" fmla="*/ 2147483647 w 320"/>
                <a:gd name="T59" fmla="*/ 2147483647 h 316"/>
                <a:gd name="T60" fmla="*/ 2147483647 w 320"/>
                <a:gd name="T61" fmla="*/ 2147483647 h 316"/>
                <a:gd name="T62" fmla="*/ 2147483647 w 320"/>
                <a:gd name="T63" fmla="*/ 2147483647 h 316"/>
                <a:gd name="T64" fmla="*/ 2147483647 w 320"/>
                <a:gd name="T65" fmla="*/ 2147483647 h 316"/>
                <a:gd name="T66" fmla="*/ 2147483647 w 320"/>
                <a:gd name="T67" fmla="*/ 2147483647 h 316"/>
                <a:gd name="T68" fmla="*/ 2147483647 w 320"/>
                <a:gd name="T69" fmla="*/ 2147483647 h 316"/>
                <a:gd name="T70" fmla="*/ 2147483647 w 320"/>
                <a:gd name="T71" fmla="*/ 2147483647 h 316"/>
                <a:gd name="T72" fmla="*/ 2147483647 w 320"/>
                <a:gd name="T73" fmla="*/ 2147483647 h 316"/>
                <a:gd name="T74" fmla="*/ 2147483647 w 320"/>
                <a:gd name="T75" fmla="*/ 2147483647 h 316"/>
                <a:gd name="T76" fmla="*/ 2147483647 w 320"/>
                <a:gd name="T77" fmla="*/ 2147483647 h 316"/>
                <a:gd name="T78" fmla="*/ 2147483647 w 320"/>
                <a:gd name="T79" fmla="*/ 2147483647 h 316"/>
                <a:gd name="T80" fmla="*/ 2147483647 w 320"/>
                <a:gd name="T81" fmla="*/ 2147483647 h 316"/>
                <a:gd name="T82" fmla="*/ 2147483647 w 320"/>
                <a:gd name="T83" fmla="*/ 2147483647 h 316"/>
                <a:gd name="T84" fmla="*/ 2147483647 w 320"/>
                <a:gd name="T85" fmla="*/ 2147483647 h 316"/>
                <a:gd name="T86" fmla="*/ 2147483647 w 320"/>
                <a:gd name="T87" fmla="*/ 2147483647 h 316"/>
                <a:gd name="T88" fmla="*/ 2147483647 w 320"/>
                <a:gd name="T89" fmla="*/ 2147483647 h 316"/>
                <a:gd name="T90" fmla="*/ 2147483647 w 320"/>
                <a:gd name="T91" fmla="*/ 2147483647 h 316"/>
                <a:gd name="T92" fmla="*/ 2147483647 w 320"/>
                <a:gd name="T93" fmla="*/ 2147483647 h 316"/>
                <a:gd name="T94" fmla="*/ 2147483647 w 320"/>
                <a:gd name="T95" fmla="*/ 2147483647 h 316"/>
                <a:gd name="T96" fmla="*/ 2147483647 w 320"/>
                <a:gd name="T97" fmla="*/ 2147483647 h 316"/>
                <a:gd name="T98" fmla="*/ 2147483647 w 320"/>
                <a:gd name="T99" fmla="*/ 2147483647 h 316"/>
                <a:gd name="T100" fmla="*/ 2147483647 w 320"/>
                <a:gd name="T101" fmla="*/ 2147483647 h 316"/>
                <a:gd name="T102" fmla="*/ 2147483647 w 320"/>
                <a:gd name="T103" fmla="*/ 2147483647 h 316"/>
                <a:gd name="T104" fmla="*/ 2147483647 w 320"/>
                <a:gd name="T105" fmla="*/ 2147483647 h 316"/>
                <a:gd name="T106" fmla="*/ 2147483647 w 320"/>
                <a:gd name="T107" fmla="*/ 2147483647 h 316"/>
                <a:gd name="T108" fmla="*/ 2147483647 w 320"/>
                <a:gd name="T109" fmla="*/ 2147483647 h 316"/>
                <a:gd name="T110" fmla="*/ 2147483647 w 320"/>
                <a:gd name="T111" fmla="*/ 2147483647 h 316"/>
                <a:gd name="T112" fmla="*/ 2147483647 w 320"/>
                <a:gd name="T113" fmla="*/ 2147483647 h 316"/>
                <a:gd name="T114" fmla="*/ 2147483647 w 320"/>
                <a:gd name="T115" fmla="*/ 2147483647 h 316"/>
                <a:gd name="T116" fmla="*/ 2147483647 w 320"/>
                <a:gd name="T117" fmla="*/ 2147483647 h 316"/>
                <a:gd name="T118" fmla="*/ 2147483647 w 320"/>
                <a:gd name="T119" fmla="*/ 2147483647 h 316"/>
                <a:gd name="T120" fmla="*/ 2147483647 w 320"/>
                <a:gd name="T121" fmla="*/ 2147483647 h 316"/>
                <a:gd name="T122" fmla="*/ 2147483647 w 320"/>
                <a:gd name="T123" fmla="*/ 2147483647 h 31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20"/>
                <a:gd name="T187" fmla="*/ 0 h 316"/>
                <a:gd name="T188" fmla="*/ 320 w 320"/>
                <a:gd name="T189" fmla="*/ 316 h 31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20" h="316">
                  <a:moveTo>
                    <a:pt x="160" y="63"/>
                  </a:moveTo>
                  <a:cubicBezTo>
                    <a:pt x="213" y="63"/>
                    <a:pt x="257" y="106"/>
                    <a:pt x="257" y="160"/>
                  </a:cubicBezTo>
                  <a:cubicBezTo>
                    <a:pt x="257" y="175"/>
                    <a:pt x="253" y="190"/>
                    <a:pt x="246" y="204"/>
                  </a:cubicBezTo>
                  <a:cubicBezTo>
                    <a:pt x="244" y="208"/>
                    <a:pt x="246" y="213"/>
                    <a:pt x="250" y="215"/>
                  </a:cubicBezTo>
                  <a:cubicBezTo>
                    <a:pt x="254" y="217"/>
                    <a:pt x="258" y="215"/>
                    <a:pt x="260" y="212"/>
                  </a:cubicBezTo>
                  <a:cubicBezTo>
                    <a:pt x="269" y="196"/>
                    <a:pt x="273" y="178"/>
                    <a:pt x="273" y="160"/>
                  </a:cubicBezTo>
                  <a:cubicBezTo>
                    <a:pt x="273" y="97"/>
                    <a:pt x="222" y="47"/>
                    <a:pt x="160" y="47"/>
                  </a:cubicBezTo>
                  <a:cubicBezTo>
                    <a:pt x="98" y="47"/>
                    <a:pt x="47" y="97"/>
                    <a:pt x="47" y="160"/>
                  </a:cubicBezTo>
                  <a:cubicBezTo>
                    <a:pt x="47" y="178"/>
                    <a:pt x="52" y="197"/>
                    <a:pt x="61" y="213"/>
                  </a:cubicBezTo>
                  <a:cubicBezTo>
                    <a:pt x="62" y="216"/>
                    <a:pt x="65" y="218"/>
                    <a:pt x="68" y="218"/>
                  </a:cubicBezTo>
                  <a:cubicBezTo>
                    <a:pt x="69" y="218"/>
                    <a:pt x="70" y="217"/>
                    <a:pt x="71" y="217"/>
                  </a:cubicBezTo>
                  <a:cubicBezTo>
                    <a:pt x="75" y="215"/>
                    <a:pt x="77" y="210"/>
                    <a:pt x="75" y="206"/>
                  </a:cubicBezTo>
                  <a:cubicBezTo>
                    <a:pt x="67" y="192"/>
                    <a:pt x="63" y="176"/>
                    <a:pt x="63" y="160"/>
                  </a:cubicBezTo>
                  <a:cubicBezTo>
                    <a:pt x="63" y="106"/>
                    <a:pt x="107" y="63"/>
                    <a:pt x="160" y="63"/>
                  </a:cubicBezTo>
                  <a:close/>
                  <a:moveTo>
                    <a:pt x="72" y="274"/>
                  </a:moveTo>
                  <a:cubicBezTo>
                    <a:pt x="37" y="246"/>
                    <a:pt x="16" y="205"/>
                    <a:pt x="16" y="160"/>
                  </a:cubicBezTo>
                  <a:cubicBezTo>
                    <a:pt x="16" y="80"/>
                    <a:pt x="81" y="16"/>
                    <a:pt x="160" y="16"/>
                  </a:cubicBezTo>
                  <a:cubicBezTo>
                    <a:pt x="193" y="16"/>
                    <a:pt x="224" y="27"/>
                    <a:pt x="249" y="47"/>
                  </a:cubicBezTo>
                  <a:cubicBezTo>
                    <a:pt x="253" y="50"/>
                    <a:pt x="258" y="49"/>
                    <a:pt x="261" y="46"/>
                  </a:cubicBezTo>
                  <a:cubicBezTo>
                    <a:pt x="263" y="42"/>
                    <a:pt x="263" y="37"/>
                    <a:pt x="259" y="35"/>
                  </a:cubicBezTo>
                  <a:cubicBezTo>
                    <a:pt x="231" y="12"/>
                    <a:pt x="196" y="0"/>
                    <a:pt x="160" y="0"/>
                  </a:cubicBezTo>
                  <a:cubicBezTo>
                    <a:pt x="72" y="0"/>
                    <a:pt x="0" y="72"/>
                    <a:pt x="0" y="160"/>
                  </a:cubicBezTo>
                  <a:cubicBezTo>
                    <a:pt x="0" y="210"/>
                    <a:pt x="23" y="256"/>
                    <a:pt x="63" y="286"/>
                  </a:cubicBezTo>
                  <a:cubicBezTo>
                    <a:pt x="64" y="287"/>
                    <a:pt x="66" y="288"/>
                    <a:pt x="68" y="288"/>
                  </a:cubicBezTo>
                  <a:cubicBezTo>
                    <a:pt x="70" y="288"/>
                    <a:pt x="72" y="287"/>
                    <a:pt x="74" y="285"/>
                  </a:cubicBezTo>
                  <a:cubicBezTo>
                    <a:pt x="77" y="281"/>
                    <a:pt x="76" y="276"/>
                    <a:pt x="72" y="274"/>
                  </a:cubicBezTo>
                  <a:close/>
                  <a:moveTo>
                    <a:pt x="160" y="93"/>
                  </a:moveTo>
                  <a:cubicBezTo>
                    <a:pt x="123" y="93"/>
                    <a:pt x="92" y="123"/>
                    <a:pt x="92" y="161"/>
                  </a:cubicBezTo>
                  <a:cubicBezTo>
                    <a:pt x="92" y="161"/>
                    <a:pt x="92" y="161"/>
                    <a:pt x="92" y="162"/>
                  </a:cubicBezTo>
                  <a:cubicBezTo>
                    <a:pt x="92" y="162"/>
                    <a:pt x="92" y="162"/>
                    <a:pt x="92" y="162"/>
                  </a:cubicBezTo>
                  <a:cubicBezTo>
                    <a:pt x="92" y="292"/>
                    <a:pt x="92" y="292"/>
                    <a:pt x="92" y="292"/>
                  </a:cubicBezTo>
                  <a:cubicBezTo>
                    <a:pt x="92" y="305"/>
                    <a:pt x="103" y="316"/>
                    <a:pt x="117" y="316"/>
                  </a:cubicBezTo>
                  <a:cubicBezTo>
                    <a:pt x="204" y="316"/>
                    <a:pt x="204" y="316"/>
                    <a:pt x="204" y="316"/>
                  </a:cubicBezTo>
                  <a:cubicBezTo>
                    <a:pt x="218" y="316"/>
                    <a:pt x="229" y="305"/>
                    <a:pt x="229" y="292"/>
                  </a:cubicBezTo>
                  <a:cubicBezTo>
                    <a:pt x="229" y="162"/>
                    <a:pt x="229" y="162"/>
                    <a:pt x="229" y="162"/>
                  </a:cubicBezTo>
                  <a:cubicBezTo>
                    <a:pt x="229" y="162"/>
                    <a:pt x="229" y="162"/>
                    <a:pt x="229" y="162"/>
                  </a:cubicBezTo>
                  <a:cubicBezTo>
                    <a:pt x="229" y="161"/>
                    <a:pt x="229" y="161"/>
                    <a:pt x="229" y="161"/>
                  </a:cubicBezTo>
                  <a:cubicBezTo>
                    <a:pt x="229" y="123"/>
                    <a:pt x="198" y="93"/>
                    <a:pt x="160" y="93"/>
                  </a:cubicBezTo>
                  <a:close/>
                  <a:moveTo>
                    <a:pt x="213" y="162"/>
                  </a:moveTo>
                  <a:cubicBezTo>
                    <a:pt x="213" y="162"/>
                    <a:pt x="213" y="163"/>
                    <a:pt x="213" y="163"/>
                  </a:cubicBezTo>
                  <a:cubicBezTo>
                    <a:pt x="213" y="292"/>
                    <a:pt x="213" y="292"/>
                    <a:pt x="213" y="292"/>
                  </a:cubicBezTo>
                  <a:cubicBezTo>
                    <a:pt x="213" y="296"/>
                    <a:pt x="209" y="300"/>
                    <a:pt x="204" y="300"/>
                  </a:cubicBezTo>
                  <a:cubicBezTo>
                    <a:pt x="117" y="300"/>
                    <a:pt x="117" y="300"/>
                    <a:pt x="117" y="300"/>
                  </a:cubicBezTo>
                  <a:cubicBezTo>
                    <a:pt x="112" y="300"/>
                    <a:pt x="108" y="296"/>
                    <a:pt x="108" y="292"/>
                  </a:cubicBezTo>
                  <a:cubicBezTo>
                    <a:pt x="108" y="163"/>
                    <a:pt x="108" y="163"/>
                    <a:pt x="108" y="163"/>
                  </a:cubicBezTo>
                  <a:cubicBezTo>
                    <a:pt x="108" y="163"/>
                    <a:pt x="108" y="162"/>
                    <a:pt x="108" y="162"/>
                  </a:cubicBezTo>
                  <a:cubicBezTo>
                    <a:pt x="108" y="162"/>
                    <a:pt x="108" y="162"/>
                    <a:pt x="108" y="162"/>
                  </a:cubicBezTo>
                  <a:cubicBezTo>
                    <a:pt x="108" y="161"/>
                    <a:pt x="108" y="161"/>
                    <a:pt x="108" y="161"/>
                  </a:cubicBezTo>
                  <a:cubicBezTo>
                    <a:pt x="108" y="132"/>
                    <a:pt x="132" y="109"/>
                    <a:pt x="160" y="109"/>
                  </a:cubicBezTo>
                  <a:cubicBezTo>
                    <a:pt x="189" y="109"/>
                    <a:pt x="213" y="132"/>
                    <a:pt x="213" y="161"/>
                  </a:cubicBezTo>
                  <a:cubicBezTo>
                    <a:pt x="213" y="162"/>
                    <a:pt x="213" y="162"/>
                    <a:pt x="213" y="162"/>
                  </a:cubicBezTo>
                  <a:cubicBezTo>
                    <a:pt x="213" y="162"/>
                    <a:pt x="213" y="162"/>
                    <a:pt x="213" y="162"/>
                  </a:cubicBezTo>
                  <a:close/>
                  <a:moveTo>
                    <a:pt x="283" y="58"/>
                  </a:moveTo>
                  <a:cubicBezTo>
                    <a:pt x="280" y="55"/>
                    <a:pt x="275" y="54"/>
                    <a:pt x="272" y="57"/>
                  </a:cubicBezTo>
                  <a:cubicBezTo>
                    <a:pt x="269" y="60"/>
                    <a:pt x="268" y="65"/>
                    <a:pt x="271" y="68"/>
                  </a:cubicBezTo>
                  <a:cubicBezTo>
                    <a:pt x="292" y="94"/>
                    <a:pt x="304" y="126"/>
                    <a:pt x="304" y="160"/>
                  </a:cubicBezTo>
                  <a:cubicBezTo>
                    <a:pt x="304" y="204"/>
                    <a:pt x="284" y="245"/>
                    <a:pt x="248" y="273"/>
                  </a:cubicBezTo>
                  <a:cubicBezTo>
                    <a:pt x="245" y="276"/>
                    <a:pt x="244" y="281"/>
                    <a:pt x="247" y="284"/>
                  </a:cubicBezTo>
                  <a:cubicBezTo>
                    <a:pt x="249" y="286"/>
                    <a:pt x="251" y="287"/>
                    <a:pt x="253" y="287"/>
                  </a:cubicBezTo>
                  <a:cubicBezTo>
                    <a:pt x="255" y="287"/>
                    <a:pt x="257" y="287"/>
                    <a:pt x="258" y="285"/>
                  </a:cubicBezTo>
                  <a:cubicBezTo>
                    <a:pt x="297" y="255"/>
                    <a:pt x="320" y="209"/>
                    <a:pt x="320" y="160"/>
                  </a:cubicBezTo>
                  <a:cubicBezTo>
                    <a:pt x="320" y="123"/>
                    <a:pt x="307" y="87"/>
                    <a:pt x="283" y="58"/>
                  </a:cubicBezTo>
                  <a:close/>
                </a:path>
              </a:pathLst>
            </a:custGeom>
            <a:blipFill dpi="0" rotWithShape="1">
              <a:blip r:embed="rId5"/>
              <a:srcRect/>
              <a:stretch>
                <a:fillRect/>
              </a:stretch>
            </a:blipFill>
            <a:ln w="9525">
              <a:noFill/>
              <a:round/>
              <a:headEnd/>
              <a:tailEnd/>
            </a:ln>
          </p:spPr>
          <p:txBody>
            <a:bodyPr/>
            <a:lstStyle/>
            <a:p>
              <a:endParaRPr lang="en-GB"/>
            </a:p>
          </p:txBody>
        </p:sp>
        <p:sp>
          <p:nvSpPr>
            <p:cNvPr id="31787" name="Freeform 6"/>
            <p:cNvSpPr>
              <a:spLocks noEditPoints="1"/>
            </p:cNvSpPr>
            <p:nvPr/>
          </p:nvSpPr>
          <p:spPr bwMode="auto">
            <a:xfrm>
              <a:off x="3497982" y="2549137"/>
              <a:ext cx="74766" cy="127681"/>
            </a:xfrm>
            <a:custGeom>
              <a:avLst/>
              <a:gdLst>
                <a:gd name="T0" fmla="*/ 2147483647 w 250"/>
                <a:gd name="T1" fmla="*/ 2147483647 h 411"/>
                <a:gd name="T2" fmla="*/ 2147483647 w 250"/>
                <a:gd name="T3" fmla="*/ 2147483647 h 411"/>
                <a:gd name="T4" fmla="*/ 2147483647 w 250"/>
                <a:gd name="T5" fmla="*/ 2147483647 h 411"/>
                <a:gd name="T6" fmla="*/ 2147483647 w 250"/>
                <a:gd name="T7" fmla="*/ 2147483647 h 411"/>
                <a:gd name="T8" fmla="*/ 2147483647 w 250"/>
                <a:gd name="T9" fmla="*/ 2147483647 h 411"/>
                <a:gd name="T10" fmla="*/ 2147483647 w 250"/>
                <a:gd name="T11" fmla="*/ 2147483647 h 411"/>
                <a:gd name="T12" fmla="*/ 2147483647 w 250"/>
                <a:gd name="T13" fmla="*/ 2147483647 h 411"/>
                <a:gd name="T14" fmla="*/ 2147483647 w 250"/>
                <a:gd name="T15" fmla="*/ 2147483647 h 411"/>
                <a:gd name="T16" fmla="*/ 2147483647 w 250"/>
                <a:gd name="T17" fmla="*/ 2147483647 h 411"/>
                <a:gd name="T18" fmla="*/ 2147483647 w 250"/>
                <a:gd name="T19" fmla="*/ 2147483647 h 411"/>
                <a:gd name="T20" fmla="*/ 2147483647 w 250"/>
                <a:gd name="T21" fmla="*/ 2147483647 h 411"/>
                <a:gd name="T22" fmla="*/ 2147483647 w 250"/>
                <a:gd name="T23" fmla="*/ 2147483647 h 411"/>
                <a:gd name="T24" fmla="*/ 2147483647 w 250"/>
                <a:gd name="T25" fmla="*/ 2147483647 h 411"/>
                <a:gd name="T26" fmla="*/ 2147483647 w 250"/>
                <a:gd name="T27" fmla="*/ 2147483647 h 411"/>
                <a:gd name="T28" fmla="*/ 2147483647 w 250"/>
                <a:gd name="T29" fmla="*/ 2147483647 h 411"/>
                <a:gd name="T30" fmla="*/ 2147483647 w 250"/>
                <a:gd name="T31" fmla="*/ 2147483647 h 411"/>
                <a:gd name="T32" fmla="*/ 2147483647 w 250"/>
                <a:gd name="T33" fmla="*/ 2147483647 h 411"/>
                <a:gd name="T34" fmla="*/ 2147483647 w 250"/>
                <a:gd name="T35" fmla="*/ 2147483647 h 411"/>
                <a:gd name="T36" fmla="*/ 2147483647 w 250"/>
                <a:gd name="T37" fmla="*/ 2147483647 h 411"/>
                <a:gd name="T38" fmla="*/ 2147483647 w 250"/>
                <a:gd name="T39" fmla="*/ 0 h 411"/>
                <a:gd name="T40" fmla="*/ 2147483647 w 250"/>
                <a:gd name="T41" fmla="*/ 0 h 411"/>
                <a:gd name="T42" fmla="*/ 0 w 250"/>
                <a:gd name="T43" fmla="*/ 2147483647 h 411"/>
                <a:gd name="T44" fmla="*/ 0 w 250"/>
                <a:gd name="T45" fmla="*/ 2147483647 h 411"/>
                <a:gd name="T46" fmla="*/ 2147483647 w 250"/>
                <a:gd name="T47" fmla="*/ 2147483647 h 411"/>
                <a:gd name="T48" fmla="*/ 2147483647 w 250"/>
                <a:gd name="T49" fmla="*/ 2147483647 h 411"/>
                <a:gd name="T50" fmla="*/ 2147483647 w 250"/>
                <a:gd name="T51" fmla="*/ 2147483647 h 411"/>
                <a:gd name="T52" fmla="*/ 2147483647 w 250"/>
                <a:gd name="T53" fmla="*/ 2147483647 h 411"/>
                <a:gd name="T54" fmla="*/ 2147483647 w 250"/>
                <a:gd name="T55" fmla="*/ 2147483647 h 411"/>
                <a:gd name="T56" fmla="*/ 2147483647 w 250"/>
                <a:gd name="T57" fmla="*/ 2147483647 h 411"/>
                <a:gd name="T58" fmla="*/ 2147483647 w 250"/>
                <a:gd name="T59" fmla="*/ 2147483647 h 411"/>
                <a:gd name="T60" fmla="*/ 2147483647 w 250"/>
                <a:gd name="T61" fmla="*/ 2147483647 h 411"/>
                <a:gd name="T62" fmla="*/ 2147483647 w 250"/>
                <a:gd name="T63" fmla="*/ 2147483647 h 411"/>
                <a:gd name="T64" fmla="*/ 2147483647 w 250"/>
                <a:gd name="T65" fmla="*/ 2147483647 h 411"/>
                <a:gd name="T66" fmla="*/ 2147483647 w 250"/>
                <a:gd name="T67" fmla="*/ 2147483647 h 411"/>
                <a:gd name="T68" fmla="*/ 2147483647 w 250"/>
                <a:gd name="T69" fmla="*/ 2147483647 h 411"/>
                <a:gd name="T70" fmla="*/ 2147483647 w 250"/>
                <a:gd name="T71" fmla="*/ 2147483647 h 411"/>
                <a:gd name="T72" fmla="*/ 2147483647 w 250"/>
                <a:gd name="T73" fmla="*/ 2147483647 h 411"/>
                <a:gd name="T74" fmla="*/ 2147483647 w 250"/>
                <a:gd name="T75" fmla="*/ 2147483647 h 411"/>
                <a:gd name="T76" fmla="*/ 2147483647 w 250"/>
                <a:gd name="T77" fmla="*/ 2147483647 h 411"/>
                <a:gd name="T78" fmla="*/ 2147483647 w 250"/>
                <a:gd name="T79" fmla="*/ 2147483647 h 411"/>
                <a:gd name="T80" fmla="*/ 2147483647 w 250"/>
                <a:gd name="T81" fmla="*/ 2147483647 h 411"/>
                <a:gd name="T82" fmla="*/ 2147483647 w 250"/>
                <a:gd name="T83" fmla="*/ 2147483647 h 41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50"/>
                <a:gd name="T127" fmla="*/ 0 h 411"/>
                <a:gd name="T128" fmla="*/ 250 w 250"/>
                <a:gd name="T129" fmla="*/ 411 h 411"/>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50" h="411">
                  <a:moveTo>
                    <a:pt x="43" y="279"/>
                  </a:moveTo>
                  <a:cubicBezTo>
                    <a:pt x="47" y="279"/>
                    <a:pt x="51" y="276"/>
                    <a:pt x="51" y="271"/>
                  </a:cubicBezTo>
                  <a:cubicBezTo>
                    <a:pt x="51" y="235"/>
                    <a:pt x="51" y="235"/>
                    <a:pt x="51" y="235"/>
                  </a:cubicBezTo>
                  <a:cubicBezTo>
                    <a:pt x="51" y="231"/>
                    <a:pt x="47" y="227"/>
                    <a:pt x="43" y="227"/>
                  </a:cubicBezTo>
                  <a:cubicBezTo>
                    <a:pt x="39" y="227"/>
                    <a:pt x="35" y="231"/>
                    <a:pt x="35" y="235"/>
                  </a:cubicBezTo>
                  <a:cubicBezTo>
                    <a:pt x="35" y="271"/>
                    <a:pt x="35" y="271"/>
                    <a:pt x="35" y="271"/>
                  </a:cubicBezTo>
                  <a:cubicBezTo>
                    <a:pt x="35" y="276"/>
                    <a:pt x="39" y="279"/>
                    <a:pt x="43" y="279"/>
                  </a:cubicBezTo>
                  <a:close/>
                  <a:moveTo>
                    <a:pt x="242" y="74"/>
                  </a:moveTo>
                  <a:cubicBezTo>
                    <a:pt x="238" y="74"/>
                    <a:pt x="234" y="78"/>
                    <a:pt x="234" y="82"/>
                  </a:cubicBezTo>
                  <a:cubicBezTo>
                    <a:pt x="234" y="198"/>
                    <a:pt x="234" y="198"/>
                    <a:pt x="234" y="198"/>
                  </a:cubicBezTo>
                  <a:cubicBezTo>
                    <a:pt x="16" y="198"/>
                    <a:pt x="16" y="198"/>
                    <a:pt x="16" y="198"/>
                  </a:cubicBezTo>
                  <a:cubicBezTo>
                    <a:pt x="16" y="30"/>
                    <a:pt x="16" y="30"/>
                    <a:pt x="16" y="30"/>
                  </a:cubicBezTo>
                  <a:cubicBezTo>
                    <a:pt x="16" y="22"/>
                    <a:pt x="23" y="16"/>
                    <a:pt x="31" y="16"/>
                  </a:cubicBezTo>
                  <a:cubicBezTo>
                    <a:pt x="219" y="16"/>
                    <a:pt x="219" y="16"/>
                    <a:pt x="219" y="16"/>
                  </a:cubicBezTo>
                  <a:cubicBezTo>
                    <a:pt x="227" y="16"/>
                    <a:pt x="234" y="22"/>
                    <a:pt x="234" y="30"/>
                  </a:cubicBezTo>
                  <a:cubicBezTo>
                    <a:pt x="234" y="50"/>
                    <a:pt x="234" y="50"/>
                    <a:pt x="234" y="50"/>
                  </a:cubicBezTo>
                  <a:cubicBezTo>
                    <a:pt x="234" y="55"/>
                    <a:pt x="238" y="58"/>
                    <a:pt x="242" y="58"/>
                  </a:cubicBezTo>
                  <a:cubicBezTo>
                    <a:pt x="246" y="58"/>
                    <a:pt x="250" y="55"/>
                    <a:pt x="250" y="50"/>
                  </a:cubicBezTo>
                  <a:cubicBezTo>
                    <a:pt x="250" y="30"/>
                    <a:pt x="250" y="30"/>
                    <a:pt x="250" y="30"/>
                  </a:cubicBezTo>
                  <a:cubicBezTo>
                    <a:pt x="250" y="14"/>
                    <a:pt x="236" y="0"/>
                    <a:pt x="219" y="0"/>
                  </a:cubicBezTo>
                  <a:cubicBezTo>
                    <a:pt x="31" y="0"/>
                    <a:pt x="31" y="0"/>
                    <a:pt x="31" y="0"/>
                  </a:cubicBezTo>
                  <a:cubicBezTo>
                    <a:pt x="14" y="0"/>
                    <a:pt x="0" y="14"/>
                    <a:pt x="0" y="30"/>
                  </a:cubicBezTo>
                  <a:cubicBezTo>
                    <a:pt x="0" y="381"/>
                    <a:pt x="0" y="381"/>
                    <a:pt x="0" y="381"/>
                  </a:cubicBezTo>
                  <a:cubicBezTo>
                    <a:pt x="0" y="398"/>
                    <a:pt x="14" y="411"/>
                    <a:pt x="31" y="411"/>
                  </a:cubicBezTo>
                  <a:cubicBezTo>
                    <a:pt x="219" y="411"/>
                    <a:pt x="219" y="411"/>
                    <a:pt x="219" y="411"/>
                  </a:cubicBezTo>
                  <a:cubicBezTo>
                    <a:pt x="236" y="411"/>
                    <a:pt x="250" y="398"/>
                    <a:pt x="250" y="381"/>
                  </a:cubicBezTo>
                  <a:cubicBezTo>
                    <a:pt x="250" y="82"/>
                    <a:pt x="250" y="82"/>
                    <a:pt x="250" y="82"/>
                  </a:cubicBezTo>
                  <a:cubicBezTo>
                    <a:pt x="250" y="78"/>
                    <a:pt x="246" y="74"/>
                    <a:pt x="242" y="74"/>
                  </a:cubicBezTo>
                  <a:close/>
                  <a:moveTo>
                    <a:pt x="234" y="381"/>
                  </a:moveTo>
                  <a:cubicBezTo>
                    <a:pt x="234" y="389"/>
                    <a:pt x="227" y="395"/>
                    <a:pt x="219" y="395"/>
                  </a:cubicBezTo>
                  <a:cubicBezTo>
                    <a:pt x="31" y="395"/>
                    <a:pt x="31" y="395"/>
                    <a:pt x="31" y="395"/>
                  </a:cubicBezTo>
                  <a:cubicBezTo>
                    <a:pt x="23" y="395"/>
                    <a:pt x="16" y="389"/>
                    <a:pt x="16" y="381"/>
                  </a:cubicBezTo>
                  <a:cubicBezTo>
                    <a:pt x="16" y="214"/>
                    <a:pt x="16" y="214"/>
                    <a:pt x="16" y="214"/>
                  </a:cubicBezTo>
                  <a:cubicBezTo>
                    <a:pt x="234" y="214"/>
                    <a:pt x="234" y="214"/>
                    <a:pt x="234" y="214"/>
                  </a:cubicBezTo>
                  <a:lnTo>
                    <a:pt x="234" y="381"/>
                  </a:lnTo>
                  <a:close/>
                  <a:moveTo>
                    <a:pt x="35" y="138"/>
                  </a:moveTo>
                  <a:cubicBezTo>
                    <a:pt x="35" y="174"/>
                    <a:pt x="35" y="174"/>
                    <a:pt x="35" y="174"/>
                  </a:cubicBezTo>
                  <a:cubicBezTo>
                    <a:pt x="35" y="179"/>
                    <a:pt x="39" y="182"/>
                    <a:pt x="43" y="182"/>
                  </a:cubicBezTo>
                  <a:cubicBezTo>
                    <a:pt x="47" y="182"/>
                    <a:pt x="51" y="179"/>
                    <a:pt x="51" y="174"/>
                  </a:cubicBezTo>
                  <a:cubicBezTo>
                    <a:pt x="51" y="138"/>
                    <a:pt x="51" y="138"/>
                    <a:pt x="51" y="138"/>
                  </a:cubicBezTo>
                  <a:cubicBezTo>
                    <a:pt x="51" y="134"/>
                    <a:pt x="47" y="130"/>
                    <a:pt x="43" y="130"/>
                  </a:cubicBezTo>
                  <a:cubicBezTo>
                    <a:pt x="39" y="130"/>
                    <a:pt x="35" y="134"/>
                    <a:pt x="35" y="138"/>
                  </a:cubicBezTo>
                  <a:close/>
                </a:path>
              </a:pathLst>
            </a:custGeom>
            <a:blipFill dpi="0" rotWithShape="1">
              <a:blip r:embed="rId6"/>
              <a:srcRect/>
              <a:stretch>
                <a:fillRect/>
              </a:stretch>
            </a:blipFill>
            <a:ln w="9525">
              <a:noFill/>
              <a:round/>
              <a:headEnd/>
              <a:tailEnd/>
            </a:ln>
          </p:spPr>
          <p:txBody>
            <a:bodyPr/>
            <a:lstStyle/>
            <a:p>
              <a:endParaRPr lang="en-GB"/>
            </a:p>
          </p:txBody>
        </p:sp>
        <p:sp>
          <p:nvSpPr>
            <p:cNvPr id="31788" name="Freeform 6"/>
            <p:cNvSpPr>
              <a:spLocks noEditPoints="1"/>
            </p:cNvSpPr>
            <p:nvPr/>
          </p:nvSpPr>
          <p:spPr bwMode="auto">
            <a:xfrm>
              <a:off x="3076960" y="1953060"/>
              <a:ext cx="135996" cy="92572"/>
            </a:xfrm>
            <a:custGeom>
              <a:avLst/>
              <a:gdLst>
                <a:gd name="T0" fmla="*/ 2147483647 w 455"/>
                <a:gd name="T1" fmla="*/ 2147483647 h 298"/>
                <a:gd name="T2" fmla="*/ 2147483647 w 455"/>
                <a:gd name="T3" fmla="*/ 2147483647 h 298"/>
                <a:gd name="T4" fmla="*/ 2147483647 w 455"/>
                <a:gd name="T5" fmla="*/ 2147483647 h 298"/>
                <a:gd name="T6" fmla="*/ 2147483647 w 455"/>
                <a:gd name="T7" fmla="*/ 2147483647 h 298"/>
                <a:gd name="T8" fmla="*/ 2147483647 w 455"/>
                <a:gd name="T9" fmla="*/ 2147483647 h 298"/>
                <a:gd name="T10" fmla="*/ 2147483647 w 455"/>
                <a:gd name="T11" fmla="*/ 2147483647 h 298"/>
                <a:gd name="T12" fmla="*/ 2147483647 w 455"/>
                <a:gd name="T13" fmla="*/ 2147483647 h 298"/>
                <a:gd name="T14" fmla="*/ 2147483647 w 455"/>
                <a:gd name="T15" fmla="*/ 0 h 298"/>
                <a:gd name="T16" fmla="*/ 2147483647 w 455"/>
                <a:gd name="T17" fmla="*/ 2147483647 h 298"/>
                <a:gd name="T18" fmla="*/ 2147483647 w 455"/>
                <a:gd name="T19" fmla="*/ 2147483647 h 298"/>
                <a:gd name="T20" fmla="*/ 0 w 455"/>
                <a:gd name="T21" fmla="*/ 2147483647 h 298"/>
                <a:gd name="T22" fmla="*/ 2147483647 w 455"/>
                <a:gd name="T23" fmla="*/ 2147483647 h 298"/>
                <a:gd name="T24" fmla="*/ 2147483647 w 455"/>
                <a:gd name="T25" fmla="*/ 2147483647 h 298"/>
                <a:gd name="T26" fmla="*/ 2147483647 w 455"/>
                <a:gd name="T27" fmla="*/ 2147483647 h 298"/>
                <a:gd name="T28" fmla="*/ 2147483647 w 455"/>
                <a:gd name="T29" fmla="*/ 2147483647 h 298"/>
                <a:gd name="T30" fmla="*/ 2147483647 w 455"/>
                <a:gd name="T31" fmla="*/ 2147483647 h 298"/>
                <a:gd name="T32" fmla="*/ 2147483647 w 455"/>
                <a:gd name="T33" fmla="*/ 2147483647 h 298"/>
                <a:gd name="T34" fmla="*/ 2147483647 w 455"/>
                <a:gd name="T35" fmla="*/ 2147483647 h 298"/>
                <a:gd name="T36" fmla="*/ 2147483647 w 455"/>
                <a:gd name="T37" fmla="*/ 2147483647 h 298"/>
                <a:gd name="T38" fmla="*/ 2147483647 w 455"/>
                <a:gd name="T39" fmla="*/ 2147483647 h 298"/>
                <a:gd name="T40" fmla="*/ 2147483647 w 455"/>
                <a:gd name="T41" fmla="*/ 2147483647 h 298"/>
                <a:gd name="T42" fmla="*/ 2147483647 w 455"/>
                <a:gd name="T43" fmla="*/ 2147483647 h 298"/>
                <a:gd name="T44" fmla="*/ 2147483647 w 455"/>
                <a:gd name="T45" fmla="*/ 2147483647 h 298"/>
                <a:gd name="T46" fmla="*/ 2147483647 w 455"/>
                <a:gd name="T47" fmla="*/ 2147483647 h 298"/>
                <a:gd name="T48" fmla="*/ 2147483647 w 455"/>
                <a:gd name="T49" fmla="*/ 2147483647 h 298"/>
                <a:gd name="T50" fmla="*/ 2147483647 w 455"/>
                <a:gd name="T51" fmla="*/ 2147483647 h 298"/>
                <a:gd name="T52" fmla="*/ 2147483647 w 455"/>
                <a:gd name="T53" fmla="*/ 2147483647 h 298"/>
                <a:gd name="T54" fmla="*/ 2147483647 w 455"/>
                <a:gd name="T55" fmla="*/ 2147483647 h 298"/>
                <a:gd name="T56" fmla="*/ 2147483647 w 455"/>
                <a:gd name="T57" fmla="*/ 2147483647 h 298"/>
                <a:gd name="T58" fmla="*/ 2147483647 w 455"/>
                <a:gd name="T59" fmla="*/ 2147483647 h 298"/>
                <a:gd name="T60" fmla="*/ 2147483647 w 455"/>
                <a:gd name="T61" fmla="*/ 2147483647 h 298"/>
                <a:gd name="T62" fmla="*/ 2147483647 w 455"/>
                <a:gd name="T63" fmla="*/ 2147483647 h 298"/>
                <a:gd name="T64" fmla="*/ 2147483647 w 455"/>
                <a:gd name="T65" fmla="*/ 2147483647 h 298"/>
                <a:gd name="T66" fmla="*/ 2147483647 w 455"/>
                <a:gd name="T67" fmla="*/ 2147483647 h 298"/>
                <a:gd name="T68" fmla="*/ 2147483647 w 455"/>
                <a:gd name="T69" fmla="*/ 2147483647 h 298"/>
                <a:gd name="T70" fmla="*/ 2147483647 w 455"/>
                <a:gd name="T71" fmla="*/ 2147483647 h 298"/>
                <a:gd name="T72" fmla="*/ 2147483647 w 455"/>
                <a:gd name="T73" fmla="*/ 2147483647 h 298"/>
                <a:gd name="T74" fmla="*/ 2147483647 w 455"/>
                <a:gd name="T75" fmla="*/ 2147483647 h 298"/>
                <a:gd name="T76" fmla="*/ 2147483647 w 455"/>
                <a:gd name="T77" fmla="*/ 2147483647 h 298"/>
                <a:gd name="T78" fmla="*/ 2147483647 w 455"/>
                <a:gd name="T79" fmla="*/ 2147483647 h 298"/>
                <a:gd name="T80" fmla="*/ 2147483647 w 455"/>
                <a:gd name="T81" fmla="*/ 2147483647 h 29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455"/>
                <a:gd name="T124" fmla="*/ 0 h 298"/>
                <a:gd name="T125" fmla="*/ 455 w 455"/>
                <a:gd name="T126" fmla="*/ 298 h 29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455" h="298">
                  <a:moveTo>
                    <a:pt x="439" y="252"/>
                  </a:moveTo>
                  <a:cubicBezTo>
                    <a:pt x="425" y="252"/>
                    <a:pt x="425" y="252"/>
                    <a:pt x="425" y="252"/>
                  </a:cubicBezTo>
                  <a:cubicBezTo>
                    <a:pt x="425" y="70"/>
                    <a:pt x="425" y="70"/>
                    <a:pt x="425" y="70"/>
                  </a:cubicBezTo>
                  <a:cubicBezTo>
                    <a:pt x="425" y="65"/>
                    <a:pt x="421" y="62"/>
                    <a:pt x="417" y="62"/>
                  </a:cubicBezTo>
                  <a:cubicBezTo>
                    <a:pt x="412" y="62"/>
                    <a:pt x="409" y="65"/>
                    <a:pt x="409" y="70"/>
                  </a:cubicBezTo>
                  <a:cubicBezTo>
                    <a:pt x="409" y="252"/>
                    <a:pt x="409" y="252"/>
                    <a:pt x="409" y="252"/>
                  </a:cubicBezTo>
                  <a:cubicBezTo>
                    <a:pt x="46" y="252"/>
                    <a:pt x="46" y="252"/>
                    <a:pt x="46" y="252"/>
                  </a:cubicBezTo>
                  <a:cubicBezTo>
                    <a:pt x="46" y="16"/>
                    <a:pt x="46" y="16"/>
                    <a:pt x="46" y="16"/>
                  </a:cubicBezTo>
                  <a:cubicBezTo>
                    <a:pt x="409" y="16"/>
                    <a:pt x="409" y="16"/>
                    <a:pt x="409" y="16"/>
                  </a:cubicBezTo>
                  <a:cubicBezTo>
                    <a:pt x="409" y="38"/>
                    <a:pt x="409" y="38"/>
                    <a:pt x="409" y="38"/>
                  </a:cubicBezTo>
                  <a:cubicBezTo>
                    <a:pt x="409" y="42"/>
                    <a:pt x="412" y="46"/>
                    <a:pt x="417" y="46"/>
                  </a:cubicBezTo>
                  <a:cubicBezTo>
                    <a:pt x="421" y="46"/>
                    <a:pt x="425" y="42"/>
                    <a:pt x="425" y="38"/>
                  </a:cubicBezTo>
                  <a:cubicBezTo>
                    <a:pt x="425" y="13"/>
                    <a:pt x="425" y="13"/>
                    <a:pt x="425" y="13"/>
                  </a:cubicBezTo>
                  <a:cubicBezTo>
                    <a:pt x="425" y="10"/>
                    <a:pt x="423" y="6"/>
                    <a:pt x="421" y="4"/>
                  </a:cubicBezTo>
                  <a:cubicBezTo>
                    <a:pt x="418" y="1"/>
                    <a:pt x="415" y="0"/>
                    <a:pt x="411" y="0"/>
                  </a:cubicBezTo>
                  <a:cubicBezTo>
                    <a:pt x="44" y="0"/>
                    <a:pt x="44" y="0"/>
                    <a:pt x="44" y="0"/>
                  </a:cubicBezTo>
                  <a:cubicBezTo>
                    <a:pt x="40" y="0"/>
                    <a:pt x="36" y="1"/>
                    <a:pt x="34" y="4"/>
                  </a:cubicBezTo>
                  <a:cubicBezTo>
                    <a:pt x="31" y="6"/>
                    <a:pt x="30" y="10"/>
                    <a:pt x="30" y="13"/>
                  </a:cubicBezTo>
                  <a:cubicBezTo>
                    <a:pt x="30" y="252"/>
                    <a:pt x="30" y="252"/>
                    <a:pt x="30" y="252"/>
                  </a:cubicBezTo>
                  <a:cubicBezTo>
                    <a:pt x="16" y="252"/>
                    <a:pt x="16" y="252"/>
                    <a:pt x="16" y="252"/>
                  </a:cubicBezTo>
                  <a:cubicBezTo>
                    <a:pt x="7" y="252"/>
                    <a:pt x="0" y="259"/>
                    <a:pt x="0" y="268"/>
                  </a:cubicBezTo>
                  <a:cubicBezTo>
                    <a:pt x="0" y="282"/>
                    <a:pt x="0" y="282"/>
                    <a:pt x="0" y="282"/>
                  </a:cubicBezTo>
                  <a:cubicBezTo>
                    <a:pt x="0" y="291"/>
                    <a:pt x="7" y="298"/>
                    <a:pt x="16" y="298"/>
                  </a:cubicBezTo>
                  <a:cubicBezTo>
                    <a:pt x="439" y="298"/>
                    <a:pt x="439" y="298"/>
                    <a:pt x="439" y="298"/>
                  </a:cubicBezTo>
                  <a:cubicBezTo>
                    <a:pt x="448" y="298"/>
                    <a:pt x="455" y="291"/>
                    <a:pt x="455" y="282"/>
                  </a:cubicBezTo>
                  <a:cubicBezTo>
                    <a:pt x="455" y="268"/>
                    <a:pt x="455" y="268"/>
                    <a:pt x="455" y="268"/>
                  </a:cubicBezTo>
                  <a:cubicBezTo>
                    <a:pt x="455" y="259"/>
                    <a:pt x="448" y="252"/>
                    <a:pt x="439" y="252"/>
                  </a:cubicBezTo>
                  <a:close/>
                  <a:moveTo>
                    <a:pt x="439" y="282"/>
                  </a:moveTo>
                  <a:cubicBezTo>
                    <a:pt x="16" y="282"/>
                    <a:pt x="16" y="282"/>
                    <a:pt x="16" y="282"/>
                  </a:cubicBezTo>
                  <a:cubicBezTo>
                    <a:pt x="16" y="268"/>
                    <a:pt x="16" y="268"/>
                    <a:pt x="16" y="268"/>
                  </a:cubicBezTo>
                  <a:cubicBezTo>
                    <a:pt x="185" y="268"/>
                    <a:pt x="185" y="268"/>
                    <a:pt x="185" y="268"/>
                  </a:cubicBezTo>
                  <a:cubicBezTo>
                    <a:pt x="186" y="271"/>
                    <a:pt x="189" y="274"/>
                    <a:pt x="193" y="274"/>
                  </a:cubicBezTo>
                  <a:cubicBezTo>
                    <a:pt x="262" y="274"/>
                    <a:pt x="262" y="274"/>
                    <a:pt x="262" y="274"/>
                  </a:cubicBezTo>
                  <a:cubicBezTo>
                    <a:pt x="266" y="274"/>
                    <a:pt x="269" y="271"/>
                    <a:pt x="270" y="268"/>
                  </a:cubicBezTo>
                  <a:cubicBezTo>
                    <a:pt x="439" y="268"/>
                    <a:pt x="439" y="268"/>
                    <a:pt x="439" y="268"/>
                  </a:cubicBezTo>
                  <a:lnTo>
                    <a:pt x="439" y="282"/>
                  </a:lnTo>
                  <a:close/>
                  <a:moveTo>
                    <a:pt x="274" y="73"/>
                  </a:moveTo>
                  <a:cubicBezTo>
                    <a:pt x="278" y="74"/>
                    <a:pt x="283" y="72"/>
                    <a:pt x="284" y="68"/>
                  </a:cubicBezTo>
                  <a:cubicBezTo>
                    <a:pt x="286" y="64"/>
                    <a:pt x="284" y="59"/>
                    <a:pt x="280" y="58"/>
                  </a:cubicBezTo>
                  <a:cubicBezTo>
                    <a:pt x="263" y="51"/>
                    <a:pt x="245" y="48"/>
                    <a:pt x="227" y="48"/>
                  </a:cubicBezTo>
                  <a:cubicBezTo>
                    <a:pt x="188" y="48"/>
                    <a:pt x="152" y="63"/>
                    <a:pt x="124" y="90"/>
                  </a:cubicBezTo>
                  <a:cubicBezTo>
                    <a:pt x="121" y="94"/>
                    <a:pt x="121" y="99"/>
                    <a:pt x="124" y="102"/>
                  </a:cubicBezTo>
                  <a:cubicBezTo>
                    <a:pt x="126" y="103"/>
                    <a:pt x="128" y="104"/>
                    <a:pt x="130" y="104"/>
                  </a:cubicBezTo>
                  <a:cubicBezTo>
                    <a:pt x="132" y="104"/>
                    <a:pt x="134" y="103"/>
                    <a:pt x="136" y="102"/>
                  </a:cubicBezTo>
                  <a:cubicBezTo>
                    <a:pt x="160" y="77"/>
                    <a:pt x="193" y="64"/>
                    <a:pt x="227" y="64"/>
                  </a:cubicBezTo>
                  <a:cubicBezTo>
                    <a:pt x="243" y="64"/>
                    <a:pt x="259" y="67"/>
                    <a:pt x="274" y="73"/>
                  </a:cubicBezTo>
                  <a:close/>
                  <a:moveTo>
                    <a:pt x="266" y="162"/>
                  </a:moveTo>
                  <a:cubicBezTo>
                    <a:pt x="268" y="162"/>
                    <a:pt x="270" y="162"/>
                    <a:pt x="272" y="160"/>
                  </a:cubicBezTo>
                  <a:cubicBezTo>
                    <a:pt x="275" y="157"/>
                    <a:pt x="275" y="152"/>
                    <a:pt x="272" y="149"/>
                  </a:cubicBezTo>
                  <a:cubicBezTo>
                    <a:pt x="259" y="137"/>
                    <a:pt x="243" y="130"/>
                    <a:pt x="227" y="130"/>
                  </a:cubicBezTo>
                  <a:cubicBezTo>
                    <a:pt x="211" y="130"/>
                    <a:pt x="195" y="137"/>
                    <a:pt x="183" y="149"/>
                  </a:cubicBezTo>
                  <a:cubicBezTo>
                    <a:pt x="180" y="152"/>
                    <a:pt x="180" y="157"/>
                    <a:pt x="183" y="160"/>
                  </a:cubicBezTo>
                  <a:cubicBezTo>
                    <a:pt x="186" y="163"/>
                    <a:pt x="191" y="163"/>
                    <a:pt x="194" y="160"/>
                  </a:cubicBezTo>
                  <a:cubicBezTo>
                    <a:pt x="203" y="151"/>
                    <a:pt x="215" y="146"/>
                    <a:pt x="227" y="146"/>
                  </a:cubicBezTo>
                  <a:cubicBezTo>
                    <a:pt x="239" y="146"/>
                    <a:pt x="251" y="151"/>
                    <a:pt x="260" y="160"/>
                  </a:cubicBezTo>
                  <a:cubicBezTo>
                    <a:pt x="262" y="162"/>
                    <a:pt x="264" y="162"/>
                    <a:pt x="266" y="162"/>
                  </a:cubicBezTo>
                  <a:close/>
                  <a:moveTo>
                    <a:pt x="319" y="102"/>
                  </a:moveTo>
                  <a:cubicBezTo>
                    <a:pt x="320" y="103"/>
                    <a:pt x="322" y="104"/>
                    <a:pt x="324" y="104"/>
                  </a:cubicBezTo>
                  <a:cubicBezTo>
                    <a:pt x="326" y="104"/>
                    <a:pt x="329" y="103"/>
                    <a:pt x="330" y="102"/>
                  </a:cubicBezTo>
                  <a:cubicBezTo>
                    <a:pt x="333" y="99"/>
                    <a:pt x="333" y="94"/>
                    <a:pt x="330" y="90"/>
                  </a:cubicBezTo>
                  <a:cubicBezTo>
                    <a:pt x="325" y="86"/>
                    <a:pt x="320" y="81"/>
                    <a:pt x="315" y="77"/>
                  </a:cubicBezTo>
                  <a:cubicBezTo>
                    <a:pt x="313" y="76"/>
                    <a:pt x="311" y="75"/>
                    <a:pt x="310" y="73"/>
                  </a:cubicBezTo>
                  <a:cubicBezTo>
                    <a:pt x="306" y="71"/>
                    <a:pt x="301" y="72"/>
                    <a:pt x="298" y="75"/>
                  </a:cubicBezTo>
                  <a:cubicBezTo>
                    <a:pt x="296" y="79"/>
                    <a:pt x="297" y="84"/>
                    <a:pt x="300" y="87"/>
                  </a:cubicBezTo>
                  <a:cubicBezTo>
                    <a:pt x="302" y="88"/>
                    <a:pt x="304" y="89"/>
                    <a:pt x="305" y="90"/>
                  </a:cubicBezTo>
                  <a:cubicBezTo>
                    <a:pt x="310" y="94"/>
                    <a:pt x="315" y="98"/>
                    <a:pt x="319" y="102"/>
                  </a:cubicBezTo>
                  <a:close/>
                  <a:moveTo>
                    <a:pt x="209" y="182"/>
                  </a:moveTo>
                  <a:cubicBezTo>
                    <a:pt x="199" y="192"/>
                    <a:pt x="199" y="209"/>
                    <a:pt x="209" y="218"/>
                  </a:cubicBezTo>
                  <a:cubicBezTo>
                    <a:pt x="219" y="228"/>
                    <a:pt x="235" y="228"/>
                    <a:pt x="245" y="218"/>
                  </a:cubicBezTo>
                  <a:cubicBezTo>
                    <a:pt x="255" y="209"/>
                    <a:pt x="255" y="192"/>
                    <a:pt x="245" y="182"/>
                  </a:cubicBezTo>
                  <a:cubicBezTo>
                    <a:pt x="235" y="172"/>
                    <a:pt x="219" y="172"/>
                    <a:pt x="209" y="182"/>
                  </a:cubicBezTo>
                  <a:close/>
                  <a:moveTo>
                    <a:pt x="295" y="133"/>
                  </a:moveTo>
                  <a:cubicBezTo>
                    <a:pt x="297" y="133"/>
                    <a:pt x="299" y="133"/>
                    <a:pt x="301" y="131"/>
                  </a:cubicBezTo>
                  <a:cubicBezTo>
                    <a:pt x="304" y="128"/>
                    <a:pt x="304" y="123"/>
                    <a:pt x="301" y="120"/>
                  </a:cubicBezTo>
                  <a:cubicBezTo>
                    <a:pt x="280" y="100"/>
                    <a:pt x="254" y="89"/>
                    <a:pt x="227" y="89"/>
                  </a:cubicBezTo>
                  <a:cubicBezTo>
                    <a:pt x="201" y="89"/>
                    <a:pt x="174" y="100"/>
                    <a:pt x="154" y="120"/>
                  </a:cubicBezTo>
                  <a:cubicBezTo>
                    <a:pt x="151" y="123"/>
                    <a:pt x="151" y="128"/>
                    <a:pt x="154" y="131"/>
                  </a:cubicBezTo>
                  <a:cubicBezTo>
                    <a:pt x="157" y="134"/>
                    <a:pt x="162" y="134"/>
                    <a:pt x="165" y="131"/>
                  </a:cubicBezTo>
                  <a:cubicBezTo>
                    <a:pt x="165" y="131"/>
                    <a:pt x="165" y="131"/>
                    <a:pt x="165" y="131"/>
                  </a:cubicBezTo>
                  <a:cubicBezTo>
                    <a:pt x="182" y="114"/>
                    <a:pt x="205" y="105"/>
                    <a:pt x="227" y="105"/>
                  </a:cubicBezTo>
                  <a:cubicBezTo>
                    <a:pt x="250" y="105"/>
                    <a:pt x="272" y="114"/>
                    <a:pt x="289" y="131"/>
                  </a:cubicBezTo>
                  <a:cubicBezTo>
                    <a:pt x="291" y="133"/>
                    <a:pt x="293" y="133"/>
                    <a:pt x="295" y="133"/>
                  </a:cubicBezTo>
                  <a:close/>
                </a:path>
              </a:pathLst>
            </a:custGeom>
            <a:blipFill dpi="0" rotWithShape="1">
              <a:blip r:embed="rId7"/>
              <a:srcRect/>
              <a:stretch>
                <a:fillRect/>
              </a:stretch>
            </a:blipFill>
            <a:ln w="9525">
              <a:noFill/>
              <a:round/>
              <a:headEnd/>
              <a:tailEnd/>
            </a:ln>
          </p:spPr>
          <p:txBody>
            <a:bodyPr/>
            <a:lstStyle/>
            <a:p>
              <a:endParaRPr lang="en-GB"/>
            </a:p>
          </p:txBody>
        </p:sp>
        <p:sp>
          <p:nvSpPr>
            <p:cNvPr id="31789" name="Freeform 6"/>
            <p:cNvSpPr>
              <a:spLocks noEditPoints="1"/>
            </p:cNvSpPr>
            <p:nvPr/>
          </p:nvSpPr>
          <p:spPr bwMode="auto">
            <a:xfrm>
              <a:off x="3937013" y="1963551"/>
              <a:ext cx="129797" cy="95465"/>
            </a:xfrm>
            <a:custGeom>
              <a:avLst/>
              <a:gdLst>
                <a:gd name="T0" fmla="*/ 2147483647 w 434"/>
                <a:gd name="T1" fmla="*/ 2147483647 h 307"/>
                <a:gd name="T2" fmla="*/ 2147483647 w 434"/>
                <a:gd name="T3" fmla="*/ 2147483647 h 307"/>
                <a:gd name="T4" fmla="*/ 2147483647 w 434"/>
                <a:gd name="T5" fmla="*/ 2147483647 h 307"/>
                <a:gd name="T6" fmla="*/ 2147483647 w 434"/>
                <a:gd name="T7" fmla="*/ 2147483647 h 307"/>
                <a:gd name="T8" fmla="*/ 2147483647 w 434"/>
                <a:gd name="T9" fmla="*/ 2147483647 h 307"/>
                <a:gd name="T10" fmla="*/ 2147483647 w 434"/>
                <a:gd name="T11" fmla="*/ 2147483647 h 307"/>
                <a:gd name="T12" fmla="*/ 2147483647 w 434"/>
                <a:gd name="T13" fmla="*/ 2147483647 h 307"/>
                <a:gd name="T14" fmla="*/ 2147483647 w 434"/>
                <a:gd name="T15" fmla="*/ 2147483647 h 307"/>
                <a:gd name="T16" fmla="*/ 2147483647 w 434"/>
                <a:gd name="T17" fmla="*/ 2147483647 h 307"/>
                <a:gd name="T18" fmla="*/ 2147483647 w 434"/>
                <a:gd name="T19" fmla="*/ 2147483647 h 307"/>
                <a:gd name="T20" fmla="*/ 2147483647 w 434"/>
                <a:gd name="T21" fmla="*/ 2147483647 h 307"/>
                <a:gd name="T22" fmla="*/ 2147483647 w 434"/>
                <a:gd name="T23" fmla="*/ 2147483647 h 307"/>
                <a:gd name="T24" fmla="*/ 2147483647 w 434"/>
                <a:gd name="T25" fmla="*/ 2147483647 h 307"/>
                <a:gd name="T26" fmla="*/ 2147483647 w 434"/>
                <a:gd name="T27" fmla="*/ 0 h 307"/>
                <a:gd name="T28" fmla="*/ 2147483647 w 434"/>
                <a:gd name="T29" fmla="*/ 2147483647 h 307"/>
                <a:gd name="T30" fmla="*/ 2147483647 w 434"/>
                <a:gd name="T31" fmla="*/ 2147483647 h 307"/>
                <a:gd name="T32" fmla="*/ 2147483647 w 434"/>
                <a:gd name="T33" fmla="*/ 2147483647 h 307"/>
                <a:gd name="T34" fmla="*/ 2147483647 w 434"/>
                <a:gd name="T35" fmla="*/ 2147483647 h 307"/>
                <a:gd name="T36" fmla="*/ 0 w 434"/>
                <a:gd name="T37" fmla="*/ 2147483647 h 307"/>
                <a:gd name="T38" fmla="*/ 0 w 434"/>
                <a:gd name="T39" fmla="*/ 2147483647 h 307"/>
                <a:gd name="T40" fmla="*/ 2147483647 w 434"/>
                <a:gd name="T41" fmla="*/ 2147483647 h 307"/>
                <a:gd name="T42" fmla="*/ 2147483647 w 434"/>
                <a:gd name="T43" fmla="*/ 2147483647 h 307"/>
                <a:gd name="T44" fmla="*/ 2147483647 w 434"/>
                <a:gd name="T45" fmla="*/ 2147483647 h 307"/>
                <a:gd name="T46" fmla="*/ 2147483647 w 434"/>
                <a:gd name="T47" fmla="*/ 2147483647 h 307"/>
                <a:gd name="T48" fmla="*/ 2147483647 w 434"/>
                <a:gd name="T49" fmla="*/ 2147483647 h 307"/>
                <a:gd name="T50" fmla="*/ 2147483647 w 434"/>
                <a:gd name="T51" fmla="*/ 2147483647 h 307"/>
                <a:gd name="T52" fmla="*/ 2147483647 w 434"/>
                <a:gd name="T53" fmla="*/ 2147483647 h 307"/>
                <a:gd name="T54" fmla="*/ 2147483647 w 434"/>
                <a:gd name="T55" fmla="*/ 2147483647 h 307"/>
                <a:gd name="T56" fmla="*/ 2147483647 w 434"/>
                <a:gd name="T57" fmla="*/ 2147483647 h 307"/>
                <a:gd name="T58" fmla="*/ 2147483647 w 434"/>
                <a:gd name="T59" fmla="*/ 2147483647 h 307"/>
                <a:gd name="T60" fmla="*/ 2147483647 w 434"/>
                <a:gd name="T61" fmla="*/ 2147483647 h 307"/>
                <a:gd name="T62" fmla="*/ 2147483647 w 434"/>
                <a:gd name="T63" fmla="*/ 2147483647 h 307"/>
                <a:gd name="T64" fmla="*/ 2147483647 w 434"/>
                <a:gd name="T65" fmla="*/ 2147483647 h 307"/>
                <a:gd name="T66" fmla="*/ 2147483647 w 434"/>
                <a:gd name="T67" fmla="*/ 2147483647 h 307"/>
                <a:gd name="T68" fmla="*/ 2147483647 w 434"/>
                <a:gd name="T69" fmla="*/ 2147483647 h 307"/>
                <a:gd name="T70" fmla="*/ 2147483647 w 434"/>
                <a:gd name="T71" fmla="*/ 2147483647 h 307"/>
                <a:gd name="T72" fmla="*/ 2147483647 w 434"/>
                <a:gd name="T73" fmla="*/ 2147483647 h 307"/>
                <a:gd name="T74" fmla="*/ 2147483647 w 434"/>
                <a:gd name="T75" fmla="*/ 2147483647 h 307"/>
                <a:gd name="T76" fmla="*/ 2147483647 w 434"/>
                <a:gd name="T77" fmla="*/ 2147483647 h 307"/>
                <a:gd name="T78" fmla="*/ 2147483647 w 434"/>
                <a:gd name="T79" fmla="*/ 2147483647 h 307"/>
                <a:gd name="T80" fmla="*/ 2147483647 w 434"/>
                <a:gd name="T81" fmla="*/ 2147483647 h 307"/>
                <a:gd name="T82" fmla="*/ 2147483647 w 434"/>
                <a:gd name="T83" fmla="*/ 2147483647 h 307"/>
                <a:gd name="T84" fmla="*/ 2147483647 w 434"/>
                <a:gd name="T85" fmla="*/ 2147483647 h 307"/>
                <a:gd name="T86" fmla="*/ 2147483647 w 434"/>
                <a:gd name="T87" fmla="*/ 2147483647 h 307"/>
                <a:gd name="T88" fmla="*/ 2147483647 w 434"/>
                <a:gd name="T89" fmla="*/ 2147483647 h 307"/>
                <a:gd name="T90" fmla="*/ 2147483647 w 434"/>
                <a:gd name="T91" fmla="*/ 2147483647 h 307"/>
                <a:gd name="T92" fmla="*/ 2147483647 w 434"/>
                <a:gd name="T93" fmla="*/ 2147483647 h 307"/>
                <a:gd name="T94" fmla="*/ 2147483647 w 434"/>
                <a:gd name="T95" fmla="*/ 2147483647 h 307"/>
                <a:gd name="T96" fmla="*/ 2147483647 w 434"/>
                <a:gd name="T97" fmla="*/ 2147483647 h 307"/>
                <a:gd name="T98" fmla="*/ 2147483647 w 434"/>
                <a:gd name="T99" fmla="*/ 2147483647 h 307"/>
                <a:gd name="T100" fmla="*/ 2147483647 w 434"/>
                <a:gd name="T101" fmla="*/ 2147483647 h 307"/>
                <a:gd name="T102" fmla="*/ 2147483647 w 434"/>
                <a:gd name="T103" fmla="*/ 2147483647 h 307"/>
                <a:gd name="T104" fmla="*/ 2147483647 w 434"/>
                <a:gd name="T105" fmla="*/ 2147483647 h 307"/>
                <a:gd name="T106" fmla="*/ 2147483647 w 434"/>
                <a:gd name="T107" fmla="*/ 2147483647 h 307"/>
                <a:gd name="T108" fmla="*/ 2147483647 w 434"/>
                <a:gd name="T109" fmla="*/ 2147483647 h 307"/>
                <a:gd name="T110" fmla="*/ 2147483647 w 434"/>
                <a:gd name="T111" fmla="*/ 2147483647 h 307"/>
                <a:gd name="T112" fmla="*/ 2147483647 w 434"/>
                <a:gd name="T113" fmla="*/ 2147483647 h 307"/>
                <a:gd name="T114" fmla="*/ 2147483647 w 434"/>
                <a:gd name="T115" fmla="*/ 2147483647 h 307"/>
                <a:gd name="T116" fmla="*/ 2147483647 w 434"/>
                <a:gd name="T117" fmla="*/ 2147483647 h 307"/>
                <a:gd name="T118" fmla="*/ 2147483647 w 434"/>
                <a:gd name="T119" fmla="*/ 2147483647 h 30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434"/>
                <a:gd name="T181" fmla="*/ 0 h 307"/>
                <a:gd name="T182" fmla="*/ 434 w 434"/>
                <a:gd name="T183" fmla="*/ 307 h 30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434" h="307">
                  <a:moveTo>
                    <a:pt x="97" y="107"/>
                  </a:moveTo>
                  <a:cubicBezTo>
                    <a:pt x="113" y="123"/>
                    <a:pt x="113" y="123"/>
                    <a:pt x="113" y="123"/>
                  </a:cubicBezTo>
                  <a:cubicBezTo>
                    <a:pt x="132" y="123"/>
                    <a:pt x="132" y="123"/>
                    <a:pt x="132" y="123"/>
                  </a:cubicBezTo>
                  <a:cubicBezTo>
                    <a:pt x="133" y="123"/>
                    <a:pt x="134" y="123"/>
                    <a:pt x="134" y="122"/>
                  </a:cubicBezTo>
                  <a:cubicBezTo>
                    <a:pt x="134" y="92"/>
                    <a:pt x="134" y="92"/>
                    <a:pt x="134" y="92"/>
                  </a:cubicBezTo>
                  <a:cubicBezTo>
                    <a:pt x="134" y="91"/>
                    <a:pt x="133" y="91"/>
                    <a:pt x="132" y="91"/>
                  </a:cubicBezTo>
                  <a:cubicBezTo>
                    <a:pt x="113" y="91"/>
                    <a:pt x="113" y="91"/>
                    <a:pt x="113" y="91"/>
                  </a:cubicBezTo>
                  <a:lnTo>
                    <a:pt x="97" y="107"/>
                  </a:lnTo>
                  <a:close/>
                  <a:moveTo>
                    <a:pt x="317" y="91"/>
                  </a:moveTo>
                  <a:cubicBezTo>
                    <a:pt x="308" y="91"/>
                    <a:pt x="301" y="98"/>
                    <a:pt x="301" y="107"/>
                  </a:cubicBezTo>
                  <a:cubicBezTo>
                    <a:pt x="301" y="116"/>
                    <a:pt x="308" y="123"/>
                    <a:pt x="317" y="123"/>
                  </a:cubicBezTo>
                  <a:cubicBezTo>
                    <a:pt x="326" y="123"/>
                    <a:pt x="333" y="116"/>
                    <a:pt x="333" y="107"/>
                  </a:cubicBezTo>
                  <a:cubicBezTo>
                    <a:pt x="333" y="98"/>
                    <a:pt x="326" y="91"/>
                    <a:pt x="317" y="91"/>
                  </a:cubicBezTo>
                  <a:close/>
                  <a:moveTo>
                    <a:pt x="67" y="137"/>
                  </a:moveTo>
                  <a:cubicBezTo>
                    <a:pt x="67" y="156"/>
                    <a:pt x="67" y="156"/>
                    <a:pt x="67" y="156"/>
                  </a:cubicBezTo>
                  <a:cubicBezTo>
                    <a:pt x="67" y="157"/>
                    <a:pt x="68" y="157"/>
                    <a:pt x="68" y="157"/>
                  </a:cubicBezTo>
                  <a:cubicBezTo>
                    <a:pt x="98" y="157"/>
                    <a:pt x="98" y="157"/>
                    <a:pt x="98" y="157"/>
                  </a:cubicBezTo>
                  <a:cubicBezTo>
                    <a:pt x="99" y="157"/>
                    <a:pt x="99" y="157"/>
                    <a:pt x="99" y="156"/>
                  </a:cubicBezTo>
                  <a:cubicBezTo>
                    <a:pt x="99" y="137"/>
                    <a:pt x="99" y="137"/>
                    <a:pt x="99" y="137"/>
                  </a:cubicBezTo>
                  <a:cubicBezTo>
                    <a:pt x="83" y="121"/>
                    <a:pt x="83" y="121"/>
                    <a:pt x="83" y="121"/>
                  </a:cubicBezTo>
                  <a:lnTo>
                    <a:pt x="67" y="137"/>
                  </a:lnTo>
                  <a:close/>
                  <a:moveTo>
                    <a:pt x="99" y="77"/>
                  </a:moveTo>
                  <a:cubicBezTo>
                    <a:pt x="99" y="58"/>
                    <a:pt x="99" y="58"/>
                    <a:pt x="99" y="58"/>
                  </a:cubicBezTo>
                  <a:cubicBezTo>
                    <a:pt x="99" y="57"/>
                    <a:pt x="99" y="57"/>
                    <a:pt x="98" y="57"/>
                  </a:cubicBezTo>
                  <a:cubicBezTo>
                    <a:pt x="68" y="57"/>
                    <a:pt x="68" y="57"/>
                    <a:pt x="68" y="57"/>
                  </a:cubicBezTo>
                  <a:cubicBezTo>
                    <a:pt x="68" y="57"/>
                    <a:pt x="67" y="57"/>
                    <a:pt x="67" y="58"/>
                  </a:cubicBezTo>
                  <a:cubicBezTo>
                    <a:pt x="67" y="77"/>
                    <a:pt x="67" y="77"/>
                    <a:pt x="67" y="77"/>
                  </a:cubicBezTo>
                  <a:cubicBezTo>
                    <a:pt x="83" y="93"/>
                    <a:pt x="83" y="93"/>
                    <a:pt x="83" y="93"/>
                  </a:cubicBezTo>
                  <a:lnTo>
                    <a:pt x="99" y="77"/>
                  </a:lnTo>
                  <a:close/>
                  <a:moveTo>
                    <a:pt x="53" y="91"/>
                  </a:moveTo>
                  <a:cubicBezTo>
                    <a:pt x="34" y="91"/>
                    <a:pt x="34" y="91"/>
                    <a:pt x="34" y="91"/>
                  </a:cubicBezTo>
                  <a:cubicBezTo>
                    <a:pt x="33" y="91"/>
                    <a:pt x="33" y="91"/>
                    <a:pt x="33" y="92"/>
                  </a:cubicBezTo>
                  <a:cubicBezTo>
                    <a:pt x="33" y="122"/>
                    <a:pt x="33" y="122"/>
                    <a:pt x="33" y="122"/>
                  </a:cubicBezTo>
                  <a:cubicBezTo>
                    <a:pt x="33" y="123"/>
                    <a:pt x="33" y="123"/>
                    <a:pt x="34" y="123"/>
                  </a:cubicBezTo>
                  <a:cubicBezTo>
                    <a:pt x="53" y="123"/>
                    <a:pt x="53" y="123"/>
                    <a:pt x="53" y="123"/>
                  </a:cubicBezTo>
                  <a:cubicBezTo>
                    <a:pt x="69" y="107"/>
                    <a:pt x="69" y="107"/>
                    <a:pt x="69" y="107"/>
                  </a:cubicBezTo>
                  <a:lnTo>
                    <a:pt x="53" y="91"/>
                  </a:lnTo>
                  <a:close/>
                  <a:moveTo>
                    <a:pt x="434" y="107"/>
                  </a:moveTo>
                  <a:cubicBezTo>
                    <a:pt x="434" y="77"/>
                    <a:pt x="418" y="50"/>
                    <a:pt x="394" y="36"/>
                  </a:cubicBezTo>
                  <a:cubicBezTo>
                    <a:pt x="394" y="31"/>
                    <a:pt x="394" y="24"/>
                    <a:pt x="392" y="17"/>
                  </a:cubicBezTo>
                  <a:cubicBezTo>
                    <a:pt x="391" y="13"/>
                    <a:pt x="389" y="9"/>
                    <a:pt x="386" y="6"/>
                  </a:cubicBezTo>
                  <a:cubicBezTo>
                    <a:pt x="384" y="3"/>
                    <a:pt x="379" y="0"/>
                    <a:pt x="373" y="0"/>
                  </a:cubicBezTo>
                  <a:cubicBezTo>
                    <a:pt x="330" y="0"/>
                    <a:pt x="330" y="0"/>
                    <a:pt x="330" y="0"/>
                  </a:cubicBezTo>
                  <a:cubicBezTo>
                    <a:pt x="324" y="0"/>
                    <a:pt x="318" y="4"/>
                    <a:pt x="316" y="8"/>
                  </a:cubicBezTo>
                  <a:cubicBezTo>
                    <a:pt x="312" y="14"/>
                    <a:pt x="310" y="21"/>
                    <a:pt x="309" y="27"/>
                  </a:cubicBezTo>
                  <a:cubicBezTo>
                    <a:pt x="309" y="30"/>
                    <a:pt x="309" y="33"/>
                    <a:pt x="309" y="35"/>
                  </a:cubicBezTo>
                  <a:cubicBezTo>
                    <a:pt x="305" y="38"/>
                    <a:pt x="301" y="40"/>
                    <a:pt x="298" y="43"/>
                  </a:cubicBezTo>
                  <a:cubicBezTo>
                    <a:pt x="137" y="43"/>
                    <a:pt x="137" y="43"/>
                    <a:pt x="137" y="43"/>
                  </a:cubicBezTo>
                  <a:cubicBezTo>
                    <a:pt x="133" y="40"/>
                    <a:pt x="130" y="38"/>
                    <a:pt x="126" y="36"/>
                  </a:cubicBezTo>
                  <a:cubicBezTo>
                    <a:pt x="126" y="31"/>
                    <a:pt x="126" y="24"/>
                    <a:pt x="124" y="17"/>
                  </a:cubicBezTo>
                  <a:cubicBezTo>
                    <a:pt x="123" y="13"/>
                    <a:pt x="121" y="9"/>
                    <a:pt x="118" y="6"/>
                  </a:cubicBezTo>
                  <a:cubicBezTo>
                    <a:pt x="116" y="3"/>
                    <a:pt x="111" y="0"/>
                    <a:pt x="105" y="0"/>
                  </a:cubicBezTo>
                  <a:cubicBezTo>
                    <a:pt x="62" y="0"/>
                    <a:pt x="62" y="0"/>
                    <a:pt x="62" y="0"/>
                  </a:cubicBezTo>
                  <a:cubicBezTo>
                    <a:pt x="55" y="0"/>
                    <a:pt x="50" y="4"/>
                    <a:pt x="48" y="8"/>
                  </a:cubicBezTo>
                  <a:cubicBezTo>
                    <a:pt x="44" y="14"/>
                    <a:pt x="42" y="21"/>
                    <a:pt x="41" y="27"/>
                  </a:cubicBezTo>
                  <a:cubicBezTo>
                    <a:pt x="41" y="30"/>
                    <a:pt x="41" y="33"/>
                    <a:pt x="41" y="35"/>
                  </a:cubicBezTo>
                  <a:cubicBezTo>
                    <a:pt x="16" y="50"/>
                    <a:pt x="0" y="76"/>
                    <a:pt x="0" y="107"/>
                  </a:cubicBezTo>
                  <a:cubicBezTo>
                    <a:pt x="0" y="107"/>
                    <a:pt x="0" y="107"/>
                    <a:pt x="0" y="107"/>
                  </a:cubicBezTo>
                  <a:cubicBezTo>
                    <a:pt x="0" y="107"/>
                    <a:pt x="0" y="107"/>
                    <a:pt x="0" y="107"/>
                  </a:cubicBezTo>
                  <a:cubicBezTo>
                    <a:pt x="0" y="107"/>
                    <a:pt x="0" y="108"/>
                    <a:pt x="0" y="108"/>
                  </a:cubicBezTo>
                  <a:cubicBezTo>
                    <a:pt x="0" y="111"/>
                    <a:pt x="0" y="114"/>
                    <a:pt x="1" y="117"/>
                  </a:cubicBezTo>
                  <a:cubicBezTo>
                    <a:pt x="3" y="148"/>
                    <a:pt x="9" y="253"/>
                    <a:pt x="11" y="264"/>
                  </a:cubicBezTo>
                  <a:cubicBezTo>
                    <a:pt x="11" y="270"/>
                    <a:pt x="13" y="281"/>
                    <a:pt x="20" y="290"/>
                  </a:cubicBezTo>
                  <a:cubicBezTo>
                    <a:pt x="27" y="300"/>
                    <a:pt x="39" y="307"/>
                    <a:pt x="58" y="307"/>
                  </a:cubicBezTo>
                  <a:cubicBezTo>
                    <a:pt x="76" y="307"/>
                    <a:pt x="90" y="299"/>
                    <a:pt x="99" y="289"/>
                  </a:cubicBezTo>
                  <a:cubicBezTo>
                    <a:pt x="108" y="280"/>
                    <a:pt x="113" y="270"/>
                    <a:pt x="115" y="266"/>
                  </a:cubicBezTo>
                  <a:cubicBezTo>
                    <a:pt x="117" y="262"/>
                    <a:pt x="122" y="252"/>
                    <a:pt x="127" y="240"/>
                  </a:cubicBezTo>
                  <a:cubicBezTo>
                    <a:pt x="132" y="229"/>
                    <a:pt x="137" y="217"/>
                    <a:pt x="141" y="208"/>
                  </a:cubicBezTo>
                  <a:cubicBezTo>
                    <a:pt x="145" y="200"/>
                    <a:pt x="148" y="197"/>
                    <a:pt x="150" y="196"/>
                  </a:cubicBezTo>
                  <a:cubicBezTo>
                    <a:pt x="152" y="195"/>
                    <a:pt x="156" y="194"/>
                    <a:pt x="164" y="194"/>
                  </a:cubicBezTo>
                  <a:cubicBezTo>
                    <a:pt x="270" y="194"/>
                    <a:pt x="270" y="194"/>
                    <a:pt x="270" y="194"/>
                  </a:cubicBezTo>
                  <a:cubicBezTo>
                    <a:pt x="278" y="194"/>
                    <a:pt x="282" y="195"/>
                    <a:pt x="284" y="196"/>
                  </a:cubicBezTo>
                  <a:cubicBezTo>
                    <a:pt x="286" y="197"/>
                    <a:pt x="289" y="200"/>
                    <a:pt x="293" y="208"/>
                  </a:cubicBezTo>
                  <a:cubicBezTo>
                    <a:pt x="297" y="217"/>
                    <a:pt x="303" y="229"/>
                    <a:pt x="308" y="240"/>
                  </a:cubicBezTo>
                  <a:cubicBezTo>
                    <a:pt x="313" y="252"/>
                    <a:pt x="317" y="262"/>
                    <a:pt x="319" y="266"/>
                  </a:cubicBezTo>
                  <a:cubicBezTo>
                    <a:pt x="321" y="270"/>
                    <a:pt x="326" y="280"/>
                    <a:pt x="335" y="289"/>
                  </a:cubicBezTo>
                  <a:cubicBezTo>
                    <a:pt x="344" y="299"/>
                    <a:pt x="358" y="307"/>
                    <a:pt x="377" y="307"/>
                  </a:cubicBezTo>
                  <a:cubicBezTo>
                    <a:pt x="377" y="307"/>
                    <a:pt x="377" y="307"/>
                    <a:pt x="377" y="307"/>
                  </a:cubicBezTo>
                  <a:cubicBezTo>
                    <a:pt x="395" y="307"/>
                    <a:pt x="408" y="300"/>
                    <a:pt x="414" y="290"/>
                  </a:cubicBezTo>
                  <a:cubicBezTo>
                    <a:pt x="421" y="281"/>
                    <a:pt x="423" y="270"/>
                    <a:pt x="424" y="264"/>
                  </a:cubicBezTo>
                  <a:cubicBezTo>
                    <a:pt x="424" y="263"/>
                    <a:pt x="425" y="256"/>
                    <a:pt x="425" y="252"/>
                  </a:cubicBezTo>
                  <a:cubicBezTo>
                    <a:pt x="425" y="248"/>
                    <a:pt x="422" y="244"/>
                    <a:pt x="418" y="243"/>
                  </a:cubicBezTo>
                  <a:cubicBezTo>
                    <a:pt x="413" y="243"/>
                    <a:pt x="410" y="246"/>
                    <a:pt x="409" y="251"/>
                  </a:cubicBezTo>
                  <a:cubicBezTo>
                    <a:pt x="409" y="254"/>
                    <a:pt x="408" y="260"/>
                    <a:pt x="408" y="262"/>
                  </a:cubicBezTo>
                  <a:cubicBezTo>
                    <a:pt x="407" y="267"/>
                    <a:pt x="406" y="275"/>
                    <a:pt x="401" y="281"/>
                  </a:cubicBezTo>
                  <a:cubicBezTo>
                    <a:pt x="397" y="286"/>
                    <a:pt x="391" y="291"/>
                    <a:pt x="377" y="291"/>
                  </a:cubicBezTo>
                  <a:cubicBezTo>
                    <a:pt x="363" y="291"/>
                    <a:pt x="354" y="285"/>
                    <a:pt x="347" y="278"/>
                  </a:cubicBezTo>
                  <a:cubicBezTo>
                    <a:pt x="340" y="271"/>
                    <a:pt x="336" y="263"/>
                    <a:pt x="334" y="259"/>
                  </a:cubicBezTo>
                  <a:cubicBezTo>
                    <a:pt x="332" y="256"/>
                    <a:pt x="327" y="245"/>
                    <a:pt x="322" y="234"/>
                  </a:cubicBezTo>
                  <a:cubicBezTo>
                    <a:pt x="317" y="222"/>
                    <a:pt x="312" y="210"/>
                    <a:pt x="307" y="201"/>
                  </a:cubicBezTo>
                  <a:cubicBezTo>
                    <a:pt x="303" y="193"/>
                    <a:pt x="299" y="186"/>
                    <a:pt x="292" y="182"/>
                  </a:cubicBezTo>
                  <a:cubicBezTo>
                    <a:pt x="286" y="178"/>
                    <a:pt x="279" y="178"/>
                    <a:pt x="270" y="178"/>
                  </a:cubicBezTo>
                  <a:cubicBezTo>
                    <a:pt x="164" y="178"/>
                    <a:pt x="164" y="178"/>
                    <a:pt x="164" y="178"/>
                  </a:cubicBezTo>
                  <a:cubicBezTo>
                    <a:pt x="156" y="178"/>
                    <a:pt x="149" y="178"/>
                    <a:pt x="142" y="182"/>
                  </a:cubicBezTo>
                  <a:cubicBezTo>
                    <a:pt x="135" y="186"/>
                    <a:pt x="132" y="193"/>
                    <a:pt x="127" y="201"/>
                  </a:cubicBezTo>
                  <a:cubicBezTo>
                    <a:pt x="123" y="210"/>
                    <a:pt x="117" y="222"/>
                    <a:pt x="112" y="234"/>
                  </a:cubicBezTo>
                  <a:cubicBezTo>
                    <a:pt x="107" y="245"/>
                    <a:pt x="103" y="256"/>
                    <a:pt x="101" y="259"/>
                  </a:cubicBezTo>
                  <a:cubicBezTo>
                    <a:pt x="99" y="263"/>
                    <a:pt x="95" y="271"/>
                    <a:pt x="88" y="278"/>
                  </a:cubicBezTo>
                  <a:cubicBezTo>
                    <a:pt x="81" y="285"/>
                    <a:pt x="71" y="291"/>
                    <a:pt x="58" y="291"/>
                  </a:cubicBezTo>
                  <a:cubicBezTo>
                    <a:pt x="43" y="291"/>
                    <a:pt x="37" y="286"/>
                    <a:pt x="33" y="281"/>
                  </a:cubicBezTo>
                  <a:cubicBezTo>
                    <a:pt x="29" y="275"/>
                    <a:pt x="27" y="267"/>
                    <a:pt x="27" y="262"/>
                  </a:cubicBezTo>
                  <a:cubicBezTo>
                    <a:pt x="26" y="256"/>
                    <a:pt x="23" y="217"/>
                    <a:pt x="21" y="180"/>
                  </a:cubicBezTo>
                  <a:cubicBezTo>
                    <a:pt x="20" y="173"/>
                    <a:pt x="20" y="167"/>
                    <a:pt x="19" y="160"/>
                  </a:cubicBezTo>
                  <a:cubicBezTo>
                    <a:pt x="35" y="179"/>
                    <a:pt x="58" y="190"/>
                    <a:pt x="83" y="190"/>
                  </a:cubicBezTo>
                  <a:cubicBezTo>
                    <a:pt x="129" y="190"/>
                    <a:pt x="166" y="153"/>
                    <a:pt x="166" y="107"/>
                  </a:cubicBezTo>
                  <a:cubicBezTo>
                    <a:pt x="166" y="89"/>
                    <a:pt x="161" y="73"/>
                    <a:pt x="151" y="59"/>
                  </a:cubicBezTo>
                  <a:cubicBezTo>
                    <a:pt x="283" y="59"/>
                    <a:pt x="283" y="59"/>
                    <a:pt x="283" y="59"/>
                  </a:cubicBezTo>
                  <a:cubicBezTo>
                    <a:pt x="283" y="59"/>
                    <a:pt x="283" y="59"/>
                    <a:pt x="283" y="59"/>
                  </a:cubicBezTo>
                  <a:cubicBezTo>
                    <a:pt x="274" y="73"/>
                    <a:pt x="268" y="89"/>
                    <a:pt x="268" y="107"/>
                  </a:cubicBezTo>
                  <a:cubicBezTo>
                    <a:pt x="268" y="153"/>
                    <a:pt x="305" y="190"/>
                    <a:pt x="351" y="190"/>
                  </a:cubicBezTo>
                  <a:cubicBezTo>
                    <a:pt x="377" y="190"/>
                    <a:pt x="399" y="179"/>
                    <a:pt x="415" y="161"/>
                  </a:cubicBezTo>
                  <a:cubicBezTo>
                    <a:pt x="413" y="178"/>
                    <a:pt x="413" y="190"/>
                    <a:pt x="411" y="219"/>
                  </a:cubicBezTo>
                  <a:cubicBezTo>
                    <a:pt x="410" y="223"/>
                    <a:pt x="414" y="227"/>
                    <a:pt x="418" y="227"/>
                  </a:cubicBezTo>
                  <a:cubicBezTo>
                    <a:pt x="422" y="227"/>
                    <a:pt x="426" y="224"/>
                    <a:pt x="427" y="220"/>
                  </a:cubicBezTo>
                  <a:cubicBezTo>
                    <a:pt x="430" y="174"/>
                    <a:pt x="430" y="171"/>
                    <a:pt x="434" y="117"/>
                  </a:cubicBezTo>
                  <a:cubicBezTo>
                    <a:pt x="434" y="117"/>
                    <a:pt x="434" y="117"/>
                    <a:pt x="434" y="117"/>
                  </a:cubicBezTo>
                  <a:cubicBezTo>
                    <a:pt x="434" y="114"/>
                    <a:pt x="434" y="111"/>
                    <a:pt x="434" y="107"/>
                  </a:cubicBezTo>
                  <a:cubicBezTo>
                    <a:pt x="434" y="107"/>
                    <a:pt x="434" y="107"/>
                    <a:pt x="434" y="107"/>
                  </a:cubicBezTo>
                  <a:cubicBezTo>
                    <a:pt x="434" y="107"/>
                    <a:pt x="434" y="107"/>
                    <a:pt x="434" y="107"/>
                  </a:cubicBezTo>
                  <a:cubicBezTo>
                    <a:pt x="434" y="107"/>
                    <a:pt x="434" y="107"/>
                    <a:pt x="434" y="107"/>
                  </a:cubicBezTo>
                  <a:close/>
                  <a:moveTo>
                    <a:pt x="83" y="174"/>
                  </a:moveTo>
                  <a:cubicBezTo>
                    <a:pt x="46" y="174"/>
                    <a:pt x="16" y="144"/>
                    <a:pt x="16" y="107"/>
                  </a:cubicBezTo>
                  <a:cubicBezTo>
                    <a:pt x="16" y="81"/>
                    <a:pt x="31" y="58"/>
                    <a:pt x="52" y="47"/>
                  </a:cubicBezTo>
                  <a:cubicBezTo>
                    <a:pt x="55" y="46"/>
                    <a:pt x="56" y="44"/>
                    <a:pt x="56" y="41"/>
                  </a:cubicBezTo>
                  <a:cubicBezTo>
                    <a:pt x="57" y="41"/>
                    <a:pt x="57" y="40"/>
                    <a:pt x="57" y="40"/>
                  </a:cubicBezTo>
                  <a:cubicBezTo>
                    <a:pt x="57" y="38"/>
                    <a:pt x="57" y="31"/>
                    <a:pt x="58" y="24"/>
                  </a:cubicBezTo>
                  <a:cubicBezTo>
                    <a:pt x="59" y="21"/>
                    <a:pt x="60" y="18"/>
                    <a:pt x="61" y="17"/>
                  </a:cubicBezTo>
                  <a:cubicBezTo>
                    <a:pt x="61" y="16"/>
                    <a:pt x="62" y="16"/>
                    <a:pt x="62" y="16"/>
                  </a:cubicBezTo>
                  <a:cubicBezTo>
                    <a:pt x="62" y="16"/>
                    <a:pt x="62" y="16"/>
                    <a:pt x="62" y="16"/>
                  </a:cubicBezTo>
                  <a:cubicBezTo>
                    <a:pt x="105" y="16"/>
                    <a:pt x="105" y="16"/>
                    <a:pt x="105" y="16"/>
                  </a:cubicBezTo>
                  <a:cubicBezTo>
                    <a:pt x="106" y="16"/>
                    <a:pt x="106" y="16"/>
                    <a:pt x="106" y="16"/>
                  </a:cubicBezTo>
                  <a:cubicBezTo>
                    <a:pt x="106" y="16"/>
                    <a:pt x="106" y="16"/>
                    <a:pt x="106" y="16"/>
                  </a:cubicBezTo>
                  <a:cubicBezTo>
                    <a:pt x="107" y="17"/>
                    <a:pt x="109" y="21"/>
                    <a:pt x="109" y="25"/>
                  </a:cubicBezTo>
                  <a:cubicBezTo>
                    <a:pt x="110" y="29"/>
                    <a:pt x="110" y="34"/>
                    <a:pt x="110" y="37"/>
                  </a:cubicBezTo>
                  <a:cubicBezTo>
                    <a:pt x="110" y="38"/>
                    <a:pt x="110" y="39"/>
                    <a:pt x="110" y="39"/>
                  </a:cubicBezTo>
                  <a:cubicBezTo>
                    <a:pt x="110" y="43"/>
                    <a:pt x="111" y="46"/>
                    <a:pt x="114" y="47"/>
                  </a:cubicBezTo>
                  <a:cubicBezTo>
                    <a:pt x="136" y="59"/>
                    <a:pt x="150" y="81"/>
                    <a:pt x="150" y="107"/>
                  </a:cubicBezTo>
                  <a:cubicBezTo>
                    <a:pt x="150" y="144"/>
                    <a:pt x="120" y="174"/>
                    <a:pt x="83" y="174"/>
                  </a:cubicBezTo>
                  <a:close/>
                  <a:moveTo>
                    <a:pt x="351" y="174"/>
                  </a:moveTo>
                  <a:cubicBezTo>
                    <a:pt x="314" y="174"/>
                    <a:pt x="284" y="144"/>
                    <a:pt x="284" y="107"/>
                  </a:cubicBezTo>
                  <a:cubicBezTo>
                    <a:pt x="284" y="81"/>
                    <a:pt x="299" y="58"/>
                    <a:pt x="320" y="47"/>
                  </a:cubicBezTo>
                  <a:cubicBezTo>
                    <a:pt x="322" y="46"/>
                    <a:pt x="324" y="44"/>
                    <a:pt x="324" y="42"/>
                  </a:cubicBezTo>
                  <a:cubicBezTo>
                    <a:pt x="325" y="41"/>
                    <a:pt x="325" y="40"/>
                    <a:pt x="325" y="40"/>
                  </a:cubicBezTo>
                  <a:cubicBezTo>
                    <a:pt x="325" y="38"/>
                    <a:pt x="325" y="31"/>
                    <a:pt x="326" y="24"/>
                  </a:cubicBezTo>
                  <a:cubicBezTo>
                    <a:pt x="327" y="21"/>
                    <a:pt x="328" y="18"/>
                    <a:pt x="329" y="17"/>
                  </a:cubicBezTo>
                  <a:cubicBezTo>
                    <a:pt x="329" y="16"/>
                    <a:pt x="330" y="16"/>
                    <a:pt x="330" y="16"/>
                  </a:cubicBezTo>
                  <a:cubicBezTo>
                    <a:pt x="373" y="16"/>
                    <a:pt x="373" y="16"/>
                    <a:pt x="373" y="16"/>
                  </a:cubicBezTo>
                  <a:cubicBezTo>
                    <a:pt x="374" y="16"/>
                    <a:pt x="374" y="16"/>
                    <a:pt x="374" y="16"/>
                  </a:cubicBezTo>
                  <a:cubicBezTo>
                    <a:pt x="374" y="16"/>
                    <a:pt x="374" y="16"/>
                    <a:pt x="374" y="16"/>
                  </a:cubicBezTo>
                  <a:cubicBezTo>
                    <a:pt x="375" y="17"/>
                    <a:pt x="377" y="21"/>
                    <a:pt x="377" y="25"/>
                  </a:cubicBezTo>
                  <a:cubicBezTo>
                    <a:pt x="378" y="29"/>
                    <a:pt x="378" y="34"/>
                    <a:pt x="378" y="37"/>
                  </a:cubicBezTo>
                  <a:cubicBezTo>
                    <a:pt x="378" y="38"/>
                    <a:pt x="378" y="39"/>
                    <a:pt x="378" y="39"/>
                  </a:cubicBezTo>
                  <a:cubicBezTo>
                    <a:pt x="378" y="40"/>
                    <a:pt x="378" y="41"/>
                    <a:pt x="378" y="42"/>
                  </a:cubicBezTo>
                  <a:cubicBezTo>
                    <a:pt x="379" y="44"/>
                    <a:pt x="380" y="46"/>
                    <a:pt x="382" y="47"/>
                  </a:cubicBezTo>
                  <a:cubicBezTo>
                    <a:pt x="404" y="59"/>
                    <a:pt x="418" y="81"/>
                    <a:pt x="418" y="107"/>
                  </a:cubicBezTo>
                  <a:cubicBezTo>
                    <a:pt x="418" y="144"/>
                    <a:pt x="388" y="174"/>
                    <a:pt x="351" y="174"/>
                  </a:cubicBezTo>
                  <a:close/>
                  <a:moveTo>
                    <a:pt x="225" y="147"/>
                  </a:moveTo>
                  <a:cubicBezTo>
                    <a:pt x="225" y="154"/>
                    <a:pt x="231" y="160"/>
                    <a:pt x="238" y="160"/>
                  </a:cubicBezTo>
                  <a:cubicBezTo>
                    <a:pt x="245" y="160"/>
                    <a:pt x="250" y="154"/>
                    <a:pt x="250" y="147"/>
                  </a:cubicBezTo>
                  <a:cubicBezTo>
                    <a:pt x="250" y="141"/>
                    <a:pt x="245" y="135"/>
                    <a:pt x="238" y="135"/>
                  </a:cubicBezTo>
                  <a:cubicBezTo>
                    <a:pt x="231" y="135"/>
                    <a:pt x="225" y="141"/>
                    <a:pt x="225" y="147"/>
                  </a:cubicBezTo>
                  <a:close/>
                  <a:moveTo>
                    <a:pt x="351" y="125"/>
                  </a:moveTo>
                  <a:cubicBezTo>
                    <a:pt x="342" y="125"/>
                    <a:pt x="335" y="132"/>
                    <a:pt x="335" y="141"/>
                  </a:cubicBezTo>
                  <a:cubicBezTo>
                    <a:pt x="335" y="150"/>
                    <a:pt x="342" y="157"/>
                    <a:pt x="351" y="157"/>
                  </a:cubicBezTo>
                  <a:cubicBezTo>
                    <a:pt x="360" y="157"/>
                    <a:pt x="367" y="150"/>
                    <a:pt x="367" y="141"/>
                  </a:cubicBezTo>
                  <a:cubicBezTo>
                    <a:pt x="367" y="132"/>
                    <a:pt x="360" y="125"/>
                    <a:pt x="351" y="125"/>
                  </a:cubicBezTo>
                  <a:close/>
                  <a:moveTo>
                    <a:pt x="182" y="147"/>
                  </a:moveTo>
                  <a:cubicBezTo>
                    <a:pt x="182" y="154"/>
                    <a:pt x="187" y="160"/>
                    <a:pt x="194" y="160"/>
                  </a:cubicBezTo>
                  <a:cubicBezTo>
                    <a:pt x="201" y="160"/>
                    <a:pt x="207" y="154"/>
                    <a:pt x="207" y="147"/>
                  </a:cubicBezTo>
                  <a:cubicBezTo>
                    <a:pt x="207" y="141"/>
                    <a:pt x="201" y="135"/>
                    <a:pt x="194" y="135"/>
                  </a:cubicBezTo>
                  <a:cubicBezTo>
                    <a:pt x="187" y="135"/>
                    <a:pt x="182" y="141"/>
                    <a:pt x="182" y="147"/>
                  </a:cubicBezTo>
                  <a:close/>
                  <a:moveTo>
                    <a:pt x="351" y="57"/>
                  </a:moveTo>
                  <a:cubicBezTo>
                    <a:pt x="342" y="57"/>
                    <a:pt x="335" y="64"/>
                    <a:pt x="335" y="73"/>
                  </a:cubicBezTo>
                  <a:cubicBezTo>
                    <a:pt x="335" y="82"/>
                    <a:pt x="342" y="89"/>
                    <a:pt x="351" y="89"/>
                  </a:cubicBezTo>
                  <a:cubicBezTo>
                    <a:pt x="360" y="89"/>
                    <a:pt x="367" y="82"/>
                    <a:pt x="367" y="73"/>
                  </a:cubicBezTo>
                  <a:cubicBezTo>
                    <a:pt x="367" y="64"/>
                    <a:pt x="360" y="57"/>
                    <a:pt x="351" y="57"/>
                  </a:cubicBezTo>
                  <a:close/>
                  <a:moveTo>
                    <a:pt x="385" y="91"/>
                  </a:moveTo>
                  <a:cubicBezTo>
                    <a:pt x="377" y="91"/>
                    <a:pt x="369" y="98"/>
                    <a:pt x="369" y="107"/>
                  </a:cubicBezTo>
                  <a:cubicBezTo>
                    <a:pt x="369" y="116"/>
                    <a:pt x="377" y="123"/>
                    <a:pt x="385" y="123"/>
                  </a:cubicBezTo>
                  <a:cubicBezTo>
                    <a:pt x="394" y="123"/>
                    <a:pt x="402" y="116"/>
                    <a:pt x="402" y="107"/>
                  </a:cubicBezTo>
                  <a:cubicBezTo>
                    <a:pt x="402" y="98"/>
                    <a:pt x="394" y="91"/>
                    <a:pt x="385" y="91"/>
                  </a:cubicBezTo>
                  <a:close/>
                </a:path>
              </a:pathLst>
            </a:custGeom>
            <a:blipFill dpi="0" rotWithShape="1">
              <a:blip r:embed="rId8"/>
              <a:srcRect/>
              <a:stretch>
                <a:fillRect/>
              </a:stretch>
            </a:blipFill>
            <a:ln w="9525">
              <a:noFill/>
              <a:round/>
              <a:headEnd/>
              <a:tailEnd/>
            </a:ln>
          </p:spPr>
          <p:txBody>
            <a:bodyPr/>
            <a:lstStyle/>
            <a:p>
              <a:endParaRPr lang="en-GB"/>
            </a:p>
          </p:txBody>
        </p:sp>
        <p:sp>
          <p:nvSpPr>
            <p:cNvPr id="31790" name="Freeform 6"/>
            <p:cNvSpPr>
              <a:spLocks noEditPoints="1"/>
            </p:cNvSpPr>
            <p:nvPr/>
          </p:nvSpPr>
          <p:spPr bwMode="auto">
            <a:xfrm>
              <a:off x="4190550" y="2427140"/>
              <a:ext cx="89694" cy="89416"/>
            </a:xfrm>
            <a:custGeom>
              <a:avLst/>
              <a:gdLst>
                <a:gd name="T0" fmla="*/ 2147483647 w 300"/>
                <a:gd name="T1" fmla="*/ 2147483647 h 288"/>
                <a:gd name="T2" fmla="*/ 2147483647 w 300"/>
                <a:gd name="T3" fmla="*/ 2147483647 h 288"/>
                <a:gd name="T4" fmla="*/ 2147483647 w 300"/>
                <a:gd name="T5" fmla="*/ 0 h 288"/>
                <a:gd name="T6" fmla="*/ 2147483647 w 300"/>
                <a:gd name="T7" fmla="*/ 2147483647 h 288"/>
                <a:gd name="T8" fmla="*/ 2147483647 w 300"/>
                <a:gd name="T9" fmla="*/ 2147483647 h 288"/>
                <a:gd name="T10" fmla="*/ 2147483647 w 300"/>
                <a:gd name="T11" fmla="*/ 2147483647 h 288"/>
                <a:gd name="T12" fmla="*/ 2147483647 w 300"/>
                <a:gd name="T13" fmla="*/ 2147483647 h 288"/>
                <a:gd name="T14" fmla="*/ 2147483647 w 300"/>
                <a:gd name="T15" fmla="*/ 2147483647 h 288"/>
                <a:gd name="T16" fmla="*/ 2147483647 w 300"/>
                <a:gd name="T17" fmla="*/ 2147483647 h 288"/>
                <a:gd name="T18" fmla="*/ 2147483647 w 300"/>
                <a:gd name="T19" fmla="*/ 2147483647 h 288"/>
                <a:gd name="T20" fmla="*/ 2147483647 w 300"/>
                <a:gd name="T21" fmla="*/ 2147483647 h 288"/>
                <a:gd name="T22" fmla="*/ 2147483647 w 300"/>
                <a:gd name="T23" fmla="*/ 2147483647 h 288"/>
                <a:gd name="T24" fmla="*/ 2147483647 w 300"/>
                <a:gd name="T25" fmla="*/ 2147483647 h 288"/>
                <a:gd name="T26" fmla="*/ 0 w 300"/>
                <a:gd name="T27" fmla="*/ 2147483647 h 288"/>
                <a:gd name="T28" fmla="*/ 0 w 300"/>
                <a:gd name="T29" fmla="*/ 2147483647 h 288"/>
                <a:gd name="T30" fmla="*/ 2147483647 w 300"/>
                <a:gd name="T31" fmla="*/ 2147483647 h 288"/>
                <a:gd name="T32" fmla="*/ 2147483647 w 300"/>
                <a:gd name="T33" fmla="*/ 2147483647 h 288"/>
                <a:gd name="T34" fmla="*/ 2147483647 w 300"/>
                <a:gd name="T35" fmla="*/ 2147483647 h 288"/>
                <a:gd name="T36" fmla="*/ 2147483647 w 300"/>
                <a:gd name="T37" fmla="*/ 2147483647 h 288"/>
                <a:gd name="T38" fmla="*/ 2147483647 w 300"/>
                <a:gd name="T39" fmla="*/ 2147483647 h 288"/>
                <a:gd name="T40" fmla="*/ 2147483647 w 300"/>
                <a:gd name="T41" fmla="*/ 2147483647 h 288"/>
                <a:gd name="T42" fmla="*/ 2147483647 w 300"/>
                <a:gd name="T43" fmla="*/ 2147483647 h 288"/>
                <a:gd name="T44" fmla="*/ 2147483647 w 300"/>
                <a:gd name="T45" fmla="*/ 2147483647 h 288"/>
                <a:gd name="T46" fmla="*/ 2147483647 w 300"/>
                <a:gd name="T47" fmla="*/ 2147483647 h 288"/>
                <a:gd name="T48" fmla="*/ 2147483647 w 300"/>
                <a:gd name="T49" fmla="*/ 2147483647 h 288"/>
                <a:gd name="T50" fmla="*/ 2147483647 w 300"/>
                <a:gd name="T51" fmla="*/ 2147483647 h 288"/>
                <a:gd name="T52" fmla="*/ 2147483647 w 300"/>
                <a:gd name="T53" fmla="*/ 2147483647 h 288"/>
                <a:gd name="T54" fmla="*/ 2147483647 w 300"/>
                <a:gd name="T55" fmla="*/ 2147483647 h 288"/>
                <a:gd name="T56" fmla="*/ 2147483647 w 300"/>
                <a:gd name="T57" fmla="*/ 2147483647 h 288"/>
                <a:gd name="T58" fmla="*/ 2147483647 w 300"/>
                <a:gd name="T59" fmla="*/ 2147483647 h 288"/>
                <a:gd name="T60" fmla="*/ 2147483647 w 300"/>
                <a:gd name="T61" fmla="*/ 2147483647 h 288"/>
                <a:gd name="T62" fmla="*/ 2147483647 w 300"/>
                <a:gd name="T63" fmla="*/ 2147483647 h 288"/>
                <a:gd name="T64" fmla="*/ 2147483647 w 300"/>
                <a:gd name="T65" fmla="*/ 2147483647 h 288"/>
                <a:gd name="T66" fmla="*/ 2147483647 w 300"/>
                <a:gd name="T67" fmla="*/ 2147483647 h 288"/>
                <a:gd name="T68" fmla="*/ 2147483647 w 300"/>
                <a:gd name="T69" fmla="*/ 2147483647 h 288"/>
                <a:gd name="T70" fmla="*/ 2147483647 w 300"/>
                <a:gd name="T71" fmla="*/ 2147483647 h 288"/>
                <a:gd name="T72" fmla="*/ 2147483647 w 300"/>
                <a:gd name="T73" fmla="*/ 2147483647 h 288"/>
                <a:gd name="T74" fmla="*/ 2147483647 w 300"/>
                <a:gd name="T75" fmla="*/ 2147483647 h 288"/>
                <a:gd name="T76" fmla="*/ 2147483647 w 300"/>
                <a:gd name="T77" fmla="*/ 2147483647 h 288"/>
                <a:gd name="T78" fmla="*/ 0 w 300"/>
                <a:gd name="T79" fmla="*/ 2147483647 h 288"/>
                <a:gd name="T80" fmla="*/ 0 w 300"/>
                <a:gd name="T81" fmla="*/ 2147483647 h 288"/>
                <a:gd name="T82" fmla="*/ 2147483647 w 300"/>
                <a:gd name="T83" fmla="*/ 2147483647 h 288"/>
                <a:gd name="T84" fmla="*/ 2147483647 w 300"/>
                <a:gd name="T85" fmla="*/ 2147483647 h 288"/>
                <a:gd name="T86" fmla="*/ 2147483647 w 300"/>
                <a:gd name="T87" fmla="*/ 2147483647 h 288"/>
                <a:gd name="T88" fmla="*/ 2147483647 w 300"/>
                <a:gd name="T89" fmla="*/ 2147483647 h 288"/>
                <a:gd name="T90" fmla="*/ 2147483647 w 300"/>
                <a:gd name="T91" fmla="*/ 2147483647 h 288"/>
                <a:gd name="T92" fmla="*/ 2147483647 w 300"/>
                <a:gd name="T93" fmla="*/ 2147483647 h 288"/>
                <a:gd name="T94" fmla="*/ 2147483647 w 300"/>
                <a:gd name="T95" fmla="*/ 2147483647 h 288"/>
                <a:gd name="T96" fmla="*/ 2147483647 w 300"/>
                <a:gd name="T97" fmla="*/ 2147483647 h 288"/>
                <a:gd name="T98" fmla="*/ 2147483647 w 300"/>
                <a:gd name="T99" fmla="*/ 2147483647 h 288"/>
                <a:gd name="T100" fmla="*/ 2147483647 w 300"/>
                <a:gd name="T101" fmla="*/ 2147483647 h 288"/>
                <a:gd name="T102" fmla="*/ 2147483647 w 300"/>
                <a:gd name="T103" fmla="*/ 2147483647 h 288"/>
                <a:gd name="T104" fmla="*/ 2147483647 w 300"/>
                <a:gd name="T105" fmla="*/ 0 h 288"/>
                <a:gd name="T106" fmla="*/ 2147483647 w 300"/>
                <a:gd name="T107" fmla="*/ 2147483647 h 288"/>
                <a:gd name="T108" fmla="*/ 2147483647 w 300"/>
                <a:gd name="T109" fmla="*/ 2147483647 h 2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00"/>
                <a:gd name="T166" fmla="*/ 0 h 288"/>
                <a:gd name="T167" fmla="*/ 300 w 300"/>
                <a:gd name="T168" fmla="*/ 288 h 2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00" h="288">
                  <a:moveTo>
                    <a:pt x="171" y="83"/>
                  </a:moveTo>
                  <a:cubicBezTo>
                    <a:pt x="194" y="83"/>
                    <a:pt x="213" y="64"/>
                    <a:pt x="213" y="41"/>
                  </a:cubicBezTo>
                  <a:cubicBezTo>
                    <a:pt x="213" y="19"/>
                    <a:pt x="194" y="0"/>
                    <a:pt x="171" y="0"/>
                  </a:cubicBezTo>
                  <a:cubicBezTo>
                    <a:pt x="149" y="0"/>
                    <a:pt x="130" y="19"/>
                    <a:pt x="130" y="41"/>
                  </a:cubicBezTo>
                  <a:cubicBezTo>
                    <a:pt x="130" y="64"/>
                    <a:pt x="149" y="83"/>
                    <a:pt x="171" y="83"/>
                  </a:cubicBezTo>
                  <a:close/>
                  <a:moveTo>
                    <a:pt x="300" y="142"/>
                  </a:moveTo>
                  <a:cubicBezTo>
                    <a:pt x="300" y="137"/>
                    <a:pt x="299" y="132"/>
                    <a:pt x="296" y="128"/>
                  </a:cubicBezTo>
                  <a:cubicBezTo>
                    <a:pt x="294" y="124"/>
                    <a:pt x="289" y="122"/>
                    <a:pt x="284" y="122"/>
                  </a:cubicBezTo>
                  <a:cubicBezTo>
                    <a:pt x="279" y="122"/>
                    <a:pt x="275" y="124"/>
                    <a:pt x="271" y="127"/>
                  </a:cubicBezTo>
                  <a:cubicBezTo>
                    <a:pt x="271" y="127"/>
                    <a:pt x="247" y="146"/>
                    <a:pt x="229" y="161"/>
                  </a:cubicBezTo>
                  <a:cubicBezTo>
                    <a:pt x="229" y="139"/>
                    <a:pt x="229" y="139"/>
                    <a:pt x="229" y="139"/>
                  </a:cubicBezTo>
                  <a:cubicBezTo>
                    <a:pt x="229" y="116"/>
                    <a:pt x="210" y="97"/>
                    <a:pt x="187" y="97"/>
                  </a:cubicBezTo>
                  <a:cubicBezTo>
                    <a:pt x="42" y="97"/>
                    <a:pt x="42" y="97"/>
                    <a:pt x="42" y="97"/>
                  </a:cubicBezTo>
                  <a:cubicBezTo>
                    <a:pt x="19" y="97"/>
                    <a:pt x="0" y="116"/>
                    <a:pt x="0" y="139"/>
                  </a:cubicBezTo>
                  <a:cubicBezTo>
                    <a:pt x="0" y="197"/>
                    <a:pt x="0" y="197"/>
                    <a:pt x="0" y="197"/>
                  </a:cubicBezTo>
                  <a:cubicBezTo>
                    <a:pt x="0" y="201"/>
                    <a:pt x="4" y="205"/>
                    <a:pt x="8" y="205"/>
                  </a:cubicBezTo>
                  <a:cubicBezTo>
                    <a:pt x="12" y="205"/>
                    <a:pt x="16" y="201"/>
                    <a:pt x="16" y="197"/>
                  </a:cubicBezTo>
                  <a:cubicBezTo>
                    <a:pt x="16" y="139"/>
                    <a:pt x="16" y="139"/>
                    <a:pt x="16" y="139"/>
                  </a:cubicBezTo>
                  <a:cubicBezTo>
                    <a:pt x="16" y="125"/>
                    <a:pt x="28" y="113"/>
                    <a:pt x="42" y="113"/>
                  </a:cubicBezTo>
                  <a:cubicBezTo>
                    <a:pt x="187" y="113"/>
                    <a:pt x="187" y="113"/>
                    <a:pt x="187" y="113"/>
                  </a:cubicBezTo>
                  <a:cubicBezTo>
                    <a:pt x="201" y="113"/>
                    <a:pt x="213" y="125"/>
                    <a:pt x="213" y="139"/>
                  </a:cubicBezTo>
                  <a:cubicBezTo>
                    <a:pt x="213" y="177"/>
                    <a:pt x="213" y="177"/>
                    <a:pt x="213" y="177"/>
                  </a:cubicBezTo>
                  <a:cubicBezTo>
                    <a:pt x="213" y="180"/>
                    <a:pt x="215" y="183"/>
                    <a:pt x="217" y="184"/>
                  </a:cubicBezTo>
                  <a:cubicBezTo>
                    <a:pt x="220" y="186"/>
                    <a:pt x="223" y="185"/>
                    <a:pt x="226" y="183"/>
                  </a:cubicBezTo>
                  <a:cubicBezTo>
                    <a:pt x="235" y="176"/>
                    <a:pt x="280" y="140"/>
                    <a:pt x="281" y="140"/>
                  </a:cubicBezTo>
                  <a:cubicBezTo>
                    <a:pt x="282" y="139"/>
                    <a:pt x="283" y="138"/>
                    <a:pt x="283" y="138"/>
                  </a:cubicBezTo>
                  <a:cubicBezTo>
                    <a:pt x="284" y="139"/>
                    <a:pt x="284" y="140"/>
                    <a:pt x="284" y="142"/>
                  </a:cubicBezTo>
                  <a:cubicBezTo>
                    <a:pt x="284" y="143"/>
                    <a:pt x="284" y="250"/>
                    <a:pt x="284" y="252"/>
                  </a:cubicBezTo>
                  <a:cubicBezTo>
                    <a:pt x="284" y="253"/>
                    <a:pt x="284" y="255"/>
                    <a:pt x="283" y="255"/>
                  </a:cubicBezTo>
                  <a:cubicBezTo>
                    <a:pt x="283" y="255"/>
                    <a:pt x="282" y="255"/>
                    <a:pt x="281" y="254"/>
                  </a:cubicBezTo>
                  <a:cubicBezTo>
                    <a:pt x="275" y="249"/>
                    <a:pt x="244" y="224"/>
                    <a:pt x="226" y="210"/>
                  </a:cubicBezTo>
                  <a:cubicBezTo>
                    <a:pt x="223" y="208"/>
                    <a:pt x="220" y="208"/>
                    <a:pt x="217" y="209"/>
                  </a:cubicBezTo>
                  <a:cubicBezTo>
                    <a:pt x="215" y="211"/>
                    <a:pt x="213" y="213"/>
                    <a:pt x="213" y="216"/>
                  </a:cubicBezTo>
                  <a:cubicBezTo>
                    <a:pt x="213" y="246"/>
                    <a:pt x="213" y="246"/>
                    <a:pt x="213" y="246"/>
                  </a:cubicBezTo>
                  <a:cubicBezTo>
                    <a:pt x="213" y="260"/>
                    <a:pt x="201" y="272"/>
                    <a:pt x="187" y="272"/>
                  </a:cubicBezTo>
                  <a:cubicBezTo>
                    <a:pt x="42" y="272"/>
                    <a:pt x="42" y="272"/>
                    <a:pt x="42" y="272"/>
                  </a:cubicBezTo>
                  <a:cubicBezTo>
                    <a:pt x="28" y="272"/>
                    <a:pt x="16" y="260"/>
                    <a:pt x="16" y="246"/>
                  </a:cubicBezTo>
                  <a:cubicBezTo>
                    <a:pt x="16" y="229"/>
                    <a:pt x="16" y="229"/>
                    <a:pt x="16" y="229"/>
                  </a:cubicBezTo>
                  <a:cubicBezTo>
                    <a:pt x="16" y="224"/>
                    <a:pt x="12" y="221"/>
                    <a:pt x="8" y="221"/>
                  </a:cubicBezTo>
                  <a:cubicBezTo>
                    <a:pt x="4" y="221"/>
                    <a:pt x="0" y="224"/>
                    <a:pt x="0" y="229"/>
                  </a:cubicBezTo>
                  <a:cubicBezTo>
                    <a:pt x="0" y="246"/>
                    <a:pt x="0" y="246"/>
                    <a:pt x="0" y="246"/>
                  </a:cubicBezTo>
                  <a:cubicBezTo>
                    <a:pt x="0" y="269"/>
                    <a:pt x="19" y="288"/>
                    <a:pt x="42" y="288"/>
                  </a:cubicBezTo>
                  <a:cubicBezTo>
                    <a:pt x="187" y="288"/>
                    <a:pt x="187" y="288"/>
                    <a:pt x="187" y="288"/>
                  </a:cubicBezTo>
                  <a:cubicBezTo>
                    <a:pt x="210" y="288"/>
                    <a:pt x="229" y="269"/>
                    <a:pt x="229" y="246"/>
                  </a:cubicBezTo>
                  <a:cubicBezTo>
                    <a:pt x="229" y="233"/>
                    <a:pt x="229" y="233"/>
                    <a:pt x="229" y="233"/>
                  </a:cubicBezTo>
                  <a:cubicBezTo>
                    <a:pt x="246" y="246"/>
                    <a:pt x="266" y="262"/>
                    <a:pt x="271" y="266"/>
                  </a:cubicBezTo>
                  <a:cubicBezTo>
                    <a:pt x="275" y="269"/>
                    <a:pt x="279" y="271"/>
                    <a:pt x="284" y="271"/>
                  </a:cubicBezTo>
                  <a:cubicBezTo>
                    <a:pt x="288" y="272"/>
                    <a:pt x="293" y="269"/>
                    <a:pt x="296" y="265"/>
                  </a:cubicBezTo>
                  <a:cubicBezTo>
                    <a:pt x="299" y="261"/>
                    <a:pt x="300" y="257"/>
                    <a:pt x="300" y="252"/>
                  </a:cubicBezTo>
                  <a:cubicBezTo>
                    <a:pt x="300" y="250"/>
                    <a:pt x="300" y="143"/>
                    <a:pt x="300" y="142"/>
                  </a:cubicBezTo>
                  <a:close/>
                  <a:moveTo>
                    <a:pt x="66" y="83"/>
                  </a:moveTo>
                  <a:cubicBezTo>
                    <a:pt x="89" y="83"/>
                    <a:pt x="107" y="64"/>
                    <a:pt x="107" y="41"/>
                  </a:cubicBezTo>
                  <a:cubicBezTo>
                    <a:pt x="107" y="19"/>
                    <a:pt x="89" y="0"/>
                    <a:pt x="66" y="0"/>
                  </a:cubicBezTo>
                  <a:cubicBezTo>
                    <a:pt x="43" y="0"/>
                    <a:pt x="25" y="19"/>
                    <a:pt x="25" y="41"/>
                  </a:cubicBezTo>
                  <a:cubicBezTo>
                    <a:pt x="25" y="64"/>
                    <a:pt x="43" y="83"/>
                    <a:pt x="66" y="83"/>
                  </a:cubicBezTo>
                  <a:close/>
                </a:path>
              </a:pathLst>
            </a:custGeom>
            <a:blipFill dpi="0" rotWithShape="1">
              <a:blip r:embed="rId9"/>
              <a:srcRect/>
              <a:stretch>
                <a:fillRect/>
              </a:stretch>
            </a:blipFill>
            <a:ln w="9525">
              <a:noFill/>
              <a:round/>
              <a:headEnd/>
              <a:tailEnd/>
            </a:ln>
          </p:spPr>
          <p:txBody>
            <a:bodyPr/>
            <a:lstStyle/>
            <a:p>
              <a:endParaRPr lang="en-GB"/>
            </a:p>
          </p:txBody>
        </p:sp>
        <p:sp>
          <p:nvSpPr>
            <p:cNvPr id="31791" name="Freeform 7"/>
            <p:cNvSpPr>
              <a:spLocks noChangeAspect="1" noEditPoints="1"/>
            </p:cNvSpPr>
            <p:nvPr/>
          </p:nvSpPr>
          <p:spPr bwMode="auto">
            <a:xfrm>
              <a:off x="4036114" y="2593393"/>
              <a:ext cx="96146" cy="82973"/>
            </a:xfrm>
            <a:custGeom>
              <a:avLst/>
              <a:gdLst>
                <a:gd name="T0" fmla="*/ 2147483647 w 322"/>
                <a:gd name="T1" fmla="*/ 2147483647 h 267"/>
                <a:gd name="T2" fmla="*/ 2147483647 w 322"/>
                <a:gd name="T3" fmla="*/ 2147483647 h 267"/>
                <a:gd name="T4" fmla="*/ 2147483647 w 322"/>
                <a:gd name="T5" fmla="*/ 2147483647 h 267"/>
                <a:gd name="T6" fmla="*/ 2147483647 w 322"/>
                <a:gd name="T7" fmla="*/ 2147483647 h 267"/>
                <a:gd name="T8" fmla="*/ 2147483647 w 322"/>
                <a:gd name="T9" fmla="*/ 2147483647 h 267"/>
                <a:gd name="T10" fmla="*/ 2147483647 w 322"/>
                <a:gd name="T11" fmla="*/ 2147483647 h 267"/>
                <a:gd name="T12" fmla="*/ 2147483647 w 322"/>
                <a:gd name="T13" fmla="*/ 2147483647 h 267"/>
                <a:gd name="T14" fmla="*/ 2147483647 w 322"/>
                <a:gd name="T15" fmla="*/ 2147483647 h 267"/>
                <a:gd name="T16" fmla="*/ 2147483647 w 322"/>
                <a:gd name="T17" fmla="*/ 2147483647 h 267"/>
                <a:gd name="T18" fmla="*/ 2147483647 w 322"/>
                <a:gd name="T19" fmla="*/ 2147483647 h 267"/>
                <a:gd name="T20" fmla="*/ 2147483647 w 322"/>
                <a:gd name="T21" fmla="*/ 2147483647 h 267"/>
                <a:gd name="T22" fmla="*/ 2147483647 w 322"/>
                <a:gd name="T23" fmla="*/ 2147483647 h 267"/>
                <a:gd name="T24" fmla="*/ 2147483647 w 322"/>
                <a:gd name="T25" fmla="*/ 2147483647 h 267"/>
                <a:gd name="T26" fmla="*/ 2147483647 w 322"/>
                <a:gd name="T27" fmla="*/ 2147483647 h 267"/>
                <a:gd name="T28" fmla="*/ 2147483647 w 322"/>
                <a:gd name="T29" fmla="*/ 2147483647 h 267"/>
                <a:gd name="T30" fmla="*/ 0 w 322"/>
                <a:gd name="T31" fmla="*/ 2147483647 h 267"/>
                <a:gd name="T32" fmla="*/ 2147483647 w 322"/>
                <a:gd name="T33" fmla="*/ 2147483647 h 267"/>
                <a:gd name="T34" fmla="*/ 2147483647 w 322"/>
                <a:gd name="T35" fmla="*/ 2147483647 h 267"/>
                <a:gd name="T36" fmla="*/ 2147483647 w 322"/>
                <a:gd name="T37" fmla="*/ 2147483647 h 267"/>
                <a:gd name="T38" fmla="*/ 2147483647 w 322"/>
                <a:gd name="T39" fmla="*/ 2147483647 h 267"/>
                <a:gd name="T40" fmla="*/ 2147483647 w 322"/>
                <a:gd name="T41" fmla="*/ 2147483647 h 267"/>
                <a:gd name="T42" fmla="*/ 2147483647 w 322"/>
                <a:gd name="T43" fmla="*/ 2147483647 h 267"/>
                <a:gd name="T44" fmla="*/ 2147483647 w 322"/>
                <a:gd name="T45" fmla="*/ 2147483647 h 267"/>
                <a:gd name="T46" fmla="*/ 2147483647 w 322"/>
                <a:gd name="T47" fmla="*/ 2147483647 h 267"/>
                <a:gd name="T48" fmla="*/ 2147483647 w 322"/>
                <a:gd name="T49" fmla="*/ 2147483647 h 267"/>
                <a:gd name="T50" fmla="*/ 2147483647 w 322"/>
                <a:gd name="T51" fmla="*/ 2147483647 h 267"/>
                <a:gd name="T52" fmla="*/ 2147483647 w 322"/>
                <a:gd name="T53" fmla="*/ 2147483647 h 267"/>
                <a:gd name="T54" fmla="*/ 2147483647 w 322"/>
                <a:gd name="T55" fmla="*/ 2147483647 h 267"/>
                <a:gd name="T56" fmla="*/ 2147483647 w 322"/>
                <a:gd name="T57" fmla="*/ 2147483647 h 267"/>
                <a:gd name="T58" fmla="*/ 2147483647 w 322"/>
                <a:gd name="T59" fmla="*/ 2147483647 h 267"/>
                <a:gd name="T60" fmla="*/ 2147483647 w 322"/>
                <a:gd name="T61" fmla="*/ 2147483647 h 267"/>
                <a:gd name="T62" fmla="*/ 2147483647 w 322"/>
                <a:gd name="T63" fmla="*/ 2147483647 h 267"/>
                <a:gd name="T64" fmla="*/ 2147483647 w 322"/>
                <a:gd name="T65" fmla="*/ 2147483647 h 267"/>
                <a:gd name="T66" fmla="*/ 2147483647 w 322"/>
                <a:gd name="T67" fmla="*/ 2147483647 h 267"/>
                <a:gd name="T68" fmla="*/ 2147483647 w 322"/>
                <a:gd name="T69" fmla="*/ 2147483647 h 267"/>
                <a:gd name="T70" fmla="*/ 2147483647 w 322"/>
                <a:gd name="T71" fmla="*/ 2147483647 h 267"/>
                <a:gd name="T72" fmla="*/ 2147483647 w 322"/>
                <a:gd name="T73" fmla="*/ 2147483647 h 267"/>
                <a:gd name="T74" fmla="*/ 2147483647 w 322"/>
                <a:gd name="T75" fmla="*/ 2147483647 h 267"/>
                <a:gd name="T76" fmla="*/ 2147483647 w 322"/>
                <a:gd name="T77" fmla="*/ 2147483647 h 267"/>
                <a:gd name="T78" fmla="*/ 2147483647 w 322"/>
                <a:gd name="T79" fmla="*/ 2147483647 h 267"/>
                <a:gd name="T80" fmla="*/ 2147483647 w 322"/>
                <a:gd name="T81" fmla="*/ 2147483647 h 267"/>
                <a:gd name="T82" fmla="*/ 2147483647 w 322"/>
                <a:gd name="T83" fmla="*/ 2147483647 h 267"/>
                <a:gd name="T84" fmla="*/ 2147483647 w 322"/>
                <a:gd name="T85" fmla="*/ 2147483647 h 267"/>
                <a:gd name="T86" fmla="*/ 2147483647 w 322"/>
                <a:gd name="T87" fmla="*/ 2147483647 h 267"/>
                <a:gd name="T88" fmla="*/ 2147483647 w 322"/>
                <a:gd name="T89" fmla="*/ 2147483647 h 267"/>
                <a:gd name="T90" fmla="*/ 2147483647 w 322"/>
                <a:gd name="T91" fmla="*/ 2147483647 h 267"/>
                <a:gd name="T92" fmla="*/ 2147483647 w 322"/>
                <a:gd name="T93" fmla="*/ 2147483647 h 267"/>
                <a:gd name="T94" fmla="*/ 2147483647 w 322"/>
                <a:gd name="T95" fmla="*/ 2147483647 h 26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322"/>
                <a:gd name="T145" fmla="*/ 0 h 267"/>
                <a:gd name="T146" fmla="*/ 322 w 322"/>
                <a:gd name="T147" fmla="*/ 267 h 26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322" h="267">
                  <a:moveTo>
                    <a:pt x="140" y="181"/>
                  </a:moveTo>
                  <a:cubicBezTo>
                    <a:pt x="140" y="224"/>
                    <a:pt x="140" y="224"/>
                    <a:pt x="140" y="224"/>
                  </a:cubicBezTo>
                  <a:cubicBezTo>
                    <a:pt x="140" y="228"/>
                    <a:pt x="144" y="232"/>
                    <a:pt x="148" y="232"/>
                  </a:cubicBezTo>
                  <a:cubicBezTo>
                    <a:pt x="153" y="232"/>
                    <a:pt x="156" y="228"/>
                    <a:pt x="156" y="224"/>
                  </a:cubicBezTo>
                  <a:cubicBezTo>
                    <a:pt x="156" y="181"/>
                    <a:pt x="156" y="181"/>
                    <a:pt x="156" y="181"/>
                  </a:cubicBezTo>
                  <a:cubicBezTo>
                    <a:pt x="156" y="176"/>
                    <a:pt x="153" y="173"/>
                    <a:pt x="148" y="173"/>
                  </a:cubicBezTo>
                  <a:cubicBezTo>
                    <a:pt x="144" y="173"/>
                    <a:pt x="140" y="176"/>
                    <a:pt x="140" y="181"/>
                  </a:cubicBezTo>
                  <a:close/>
                  <a:moveTo>
                    <a:pt x="182" y="173"/>
                  </a:moveTo>
                  <a:cubicBezTo>
                    <a:pt x="178" y="173"/>
                    <a:pt x="174" y="176"/>
                    <a:pt x="174" y="181"/>
                  </a:cubicBezTo>
                  <a:cubicBezTo>
                    <a:pt x="174" y="223"/>
                    <a:pt x="174" y="223"/>
                    <a:pt x="174" y="223"/>
                  </a:cubicBezTo>
                  <a:cubicBezTo>
                    <a:pt x="174" y="227"/>
                    <a:pt x="178" y="231"/>
                    <a:pt x="182" y="231"/>
                  </a:cubicBezTo>
                  <a:cubicBezTo>
                    <a:pt x="212" y="231"/>
                    <a:pt x="212" y="231"/>
                    <a:pt x="212" y="231"/>
                  </a:cubicBezTo>
                  <a:cubicBezTo>
                    <a:pt x="217" y="231"/>
                    <a:pt x="220" y="227"/>
                    <a:pt x="220" y="223"/>
                  </a:cubicBezTo>
                  <a:cubicBezTo>
                    <a:pt x="220" y="181"/>
                    <a:pt x="220" y="181"/>
                    <a:pt x="220" y="181"/>
                  </a:cubicBezTo>
                  <a:cubicBezTo>
                    <a:pt x="220" y="176"/>
                    <a:pt x="217" y="173"/>
                    <a:pt x="212" y="173"/>
                  </a:cubicBezTo>
                  <a:lnTo>
                    <a:pt x="182" y="173"/>
                  </a:lnTo>
                  <a:close/>
                  <a:moveTo>
                    <a:pt x="247" y="173"/>
                  </a:moveTo>
                  <a:cubicBezTo>
                    <a:pt x="242" y="173"/>
                    <a:pt x="239" y="176"/>
                    <a:pt x="239" y="181"/>
                  </a:cubicBezTo>
                  <a:cubicBezTo>
                    <a:pt x="239" y="223"/>
                    <a:pt x="239" y="223"/>
                    <a:pt x="239" y="223"/>
                  </a:cubicBezTo>
                  <a:cubicBezTo>
                    <a:pt x="239" y="227"/>
                    <a:pt x="242" y="231"/>
                    <a:pt x="247" y="231"/>
                  </a:cubicBezTo>
                  <a:cubicBezTo>
                    <a:pt x="277" y="231"/>
                    <a:pt x="277" y="231"/>
                    <a:pt x="277" y="231"/>
                  </a:cubicBezTo>
                  <a:cubicBezTo>
                    <a:pt x="281" y="231"/>
                    <a:pt x="285" y="227"/>
                    <a:pt x="285" y="223"/>
                  </a:cubicBezTo>
                  <a:cubicBezTo>
                    <a:pt x="285" y="181"/>
                    <a:pt x="285" y="181"/>
                    <a:pt x="285" y="181"/>
                  </a:cubicBezTo>
                  <a:cubicBezTo>
                    <a:pt x="285" y="176"/>
                    <a:pt x="281" y="173"/>
                    <a:pt x="277" y="173"/>
                  </a:cubicBezTo>
                  <a:lnTo>
                    <a:pt x="247" y="173"/>
                  </a:lnTo>
                  <a:close/>
                  <a:moveTo>
                    <a:pt x="314" y="173"/>
                  </a:moveTo>
                  <a:cubicBezTo>
                    <a:pt x="318" y="173"/>
                    <a:pt x="322" y="169"/>
                    <a:pt x="322" y="165"/>
                  </a:cubicBezTo>
                  <a:cubicBezTo>
                    <a:pt x="322" y="150"/>
                    <a:pt x="322" y="150"/>
                    <a:pt x="322" y="150"/>
                  </a:cubicBezTo>
                  <a:cubicBezTo>
                    <a:pt x="322" y="142"/>
                    <a:pt x="315" y="135"/>
                    <a:pt x="307" y="135"/>
                  </a:cubicBezTo>
                  <a:cubicBezTo>
                    <a:pt x="15" y="135"/>
                    <a:pt x="15" y="135"/>
                    <a:pt x="15" y="135"/>
                  </a:cubicBezTo>
                  <a:cubicBezTo>
                    <a:pt x="7" y="135"/>
                    <a:pt x="0" y="142"/>
                    <a:pt x="0" y="150"/>
                  </a:cubicBezTo>
                  <a:cubicBezTo>
                    <a:pt x="0" y="252"/>
                    <a:pt x="0" y="252"/>
                    <a:pt x="0" y="252"/>
                  </a:cubicBezTo>
                  <a:cubicBezTo>
                    <a:pt x="0" y="261"/>
                    <a:pt x="7" y="267"/>
                    <a:pt x="15" y="267"/>
                  </a:cubicBezTo>
                  <a:cubicBezTo>
                    <a:pt x="307" y="267"/>
                    <a:pt x="307" y="267"/>
                    <a:pt x="307" y="267"/>
                  </a:cubicBezTo>
                  <a:cubicBezTo>
                    <a:pt x="315" y="267"/>
                    <a:pt x="322" y="261"/>
                    <a:pt x="322" y="252"/>
                  </a:cubicBezTo>
                  <a:cubicBezTo>
                    <a:pt x="322" y="196"/>
                    <a:pt x="322" y="196"/>
                    <a:pt x="322" y="196"/>
                  </a:cubicBezTo>
                  <a:cubicBezTo>
                    <a:pt x="322" y="192"/>
                    <a:pt x="318" y="188"/>
                    <a:pt x="314" y="188"/>
                  </a:cubicBezTo>
                  <a:cubicBezTo>
                    <a:pt x="310" y="188"/>
                    <a:pt x="306" y="192"/>
                    <a:pt x="306" y="196"/>
                  </a:cubicBezTo>
                  <a:cubicBezTo>
                    <a:pt x="306" y="251"/>
                    <a:pt x="306" y="251"/>
                    <a:pt x="306" y="251"/>
                  </a:cubicBezTo>
                  <a:cubicBezTo>
                    <a:pt x="16" y="251"/>
                    <a:pt x="16" y="251"/>
                    <a:pt x="16" y="251"/>
                  </a:cubicBezTo>
                  <a:cubicBezTo>
                    <a:pt x="16" y="151"/>
                    <a:pt x="16" y="151"/>
                    <a:pt x="16" y="151"/>
                  </a:cubicBezTo>
                  <a:cubicBezTo>
                    <a:pt x="306" y="151"/>
                    <a:pt x="306" y="151"/>
                    <a:pt x="306" y="151"/>
                  </a:cubicBezTo>
                  <a:cubicBezTo>
                    <a:pt x="306" y="165"/>
                    <a:pt x="306" y="165"/>
                    <a:pt x="306" y="165"/>
                  </a:cubicBezTo>
                  <a:cubicBezTo>
                    <a:pt x="306" y="169"/>
                    <a:pt x="310" y="173"/>
                    <a:pt x="314" y="173"/>
                  </a:cubicBezTo>
                  <a:close/>
                  <a:moveTo>
                    <a:pt x="37" y="181"/>
                  </a:moveTo>
                  <a:cubicBezTo>
                    <a:pt x="37" y="224"/>
                    <a:pt x="37" y="224"/>
                    <a:pt x="37" y="224"/>
                  </a:cubicBezTo>
                  <a:cubicBezTo>
                    <a:pt x="37" y="228"/>
                    <a:pt x="41" y="232"/>
                    <a:pt x="45" y="232"/>
                  </a:cubicBezTo>
                  <a:cubicBezTo>
                    <a:pt x="50" y="232"/>
                    <a:pt x="53" y="228"/>
                    <a:pt x="53" y="224"/>
                  </a:cubicBezTo>
                  <a:cubicBezTo>
                    <a:pt x="53" y="181"/>
                    <a:pt x="53" y="181"/>
                    <a:pt x="53" y="181"/>
                  </a:cubicBezTo>
                  <a:cubicBezTo>
                    <a:pt x="53" y="176"/>
                    <a:pt x="50" y="173"/>
                    <a:pt x="45" y="173"/>
                  </a:cubicBezTo>
                  <a:cubicBezTo>
                    <a:pt x="41" y="173"/>
                    <a:pt x="37" y="176"/>
                    <a:pt x="37" y="181"/>
                  </a:cubicBezTo>
                  <a:close/>
                  <a:moveTo>
                    <a:pt x="106" y="181"/>
                  </a:moveTo>
                  <a:cubicBezTo>
                    <a:pt x="106" y="224"/>
                    <a:pt x="106" y="224"/>
                    <a:pt x="106" y="224"/>
                  </a:cubicBezTo>
                  <a:cubicBezTo>
                    <a:pt x="106" y="228"/>
                    <a:pt x="109" y="232"/>
                    <a:pt x="114" y="232"/>
                  </a:cubicBezTo>
                  <a:cubicBezTo>
                    <a:pt x="118" y="232"/>
                    <a:pt x="122" y="228"/>
                    <a:pt x="122" y="224"/>
                  </a:cubicBezTo>
                  <a:cubicBezTo>
                    <a:pt x="122" y="181"/>
                    <a:pt x="122" y="181"/>
                    <a:pt x="122" y="181"/>
                  </a:cubicBezTo>
                  <a:cubicBezTo>
                    <a:pt x="122" y="176"/>
                    <a:pt x="118" y="173"/>
                    <a:pt x="114" y="173"/>
                  </a:cubicBezTo>
                  <a:cubicBezTo>
                    <a:pt x="109" y="173"/>
                    <a:pt x="106" y="176"/>
                    <a:pt x="106" y="181"/>
                  </a:cubicBezTo>
                  <a:close/>
                  <a:moveTo>
                    <a:pt x="71" y="181"/>
                  </a:moveTo>
                  <a:cubicBezTo>
                    <a:pt x="71" y="224"/>
                    <a:pt x="71" y="224"/>
                    <a:pt x="71" y="224"/>
                  </a:cubicBezTo>
                  <a:cubicBezTo>
                    <a:pt x="71" y="228"/>
                    <a:pt x="75" y="232"/>
                    <a:pt x="79" y="232"/>
                  </a:cubicBezTo>
                  <a:cubicBezTo>
                    <a:pt x="84" y="232"/>
                    <a:pt x="87" y="228"/>
                    <a:pt x="87" y="224"/>
                  </a:cubicBezTo>
                  <a:cubicBezTo>
                    <a:pt x="87" y="181"/>
                    <a:pt x="87" y="181"/>
                    <a:pt x="87" y="181"/>
                  </a:cubicBezTo>
                  <a:cubicBezTo>
                    <a:pt x="87" y="176"/>
                    <a:pt x="84" y="173"/>
                    <a:pt x="79" y="173"/>
                  </a:cubicBezTo>
                  <a:cubicBezTo>
                    <a:pt x="75" y="173"/>
                    <a:pt x="71" y="176"/>
                    <a:pt x="71" y="181"/>
                  </a:cubicBezTo>
                  <a:close/>
                  <a:moveTo>
                    <a:pt x="76" y="51"/>
                  </a:moveTo>
                  <a:cubicBezTo>
                    <a:pt x="76" y="51"/>
                    <a:pt x="76" y="51"/>
                    <a:pt x="76" y="51"/>
                  </a:cubicBezTo>
                  <a:cubicBezTo>
                    <a:pt x="100" y="28"/>
                    <a:pt x="130" y="16"/>
                    <a:pt x="161" y="16"/>
                  </a:cubicBezTo>
                  <a:cubicBezTo>
                    <a:pt x="192" y="16"/>
                    <a:pt x="223" y="28"/>
                    <a:pt x="246" y="51"/>
                  </a:cubicBezTo>
                  <a:cubicBezTo>
                    <a:pt x="250" y="55"/>
                    <a:pt x="255" y="55"/>
                    <a:pt x="258" y="51"/>
                  </a:cubicBezTo>
                  <a:cubicBezTo>
                    <a:pt x="259" y="50"/>
                    <a:pt x="260" y="48"/>
                    <a:pt x="260" y="46"/>
                  </a:cubicBezTo>
                  <a:cubicBezTo>
                    <a:pt x="260" y="44"/>
                    <a:pt x="259" y="42"/>
                    <a:pt x="258" y="40"/>
                  </a:cubicBezTo>
                  <a:cubicBezTo>
                    <a:pt x="231" y="13"/>
                    <a:pt x="196" y="0"/>
                    <a:pt x="161" y="0"/>
                  </a:cubicBezTo>
                  <a:cubicBezTo>
                    <a:pt x="126" y="0"/>
                    <a:pt x="91" y="13"/>
                    <a:pt x="65" y="40"/>
                  </a:cubicBezTo>
                  <a:cubicBezTo>
                    <a:pt x="62" y="43"/>
                    <a:pt x="62" y="48"/>
                    <a:pt x="65" y="51"/>
                  </a:cubicBezTo>
                  <a:cubicBezTo>
                    <a:pt x="68" y="55"/>
                    <a:pt x="73" y="55"/>
                    <a:pt x="76" y="51"/>
                  </a:cubicBezTo>
                  <a:close/>
                  <a:moveTo>
                    <a:pt x="119" y="95"/>
                  </a:moveTo>
                  <a:cubicBezTo>
                    <a:pt x="116" y="98"/>
                    <a:pt x="116" y="103"/>
                    <a:pt x="119" y="106"/>
                  </a:cubicBezTo>
                  <a:cubicBezTo>
                    <a:pt x="122" y="109"/>
                    <a:pt x="127" y="109"/>
                    <a:pt x="130" y="106"/>
                  </a:cubicBezTo>
                  <a:cubicBezTo>
                    <a:pt x="139" y="97"/>
                    <a:pt x="150" y="93"/>
                    <a:pt x="161" y="93"/>
                  </a:cubicBezTo>
                  <a:cubicBezTo>
                    <a:pt x="172" y="93"/>
                    <a:pt x="183" y="97"/>
                    <a:pt x="192" y="106"/>
                  </a:cubicBezTo>
                  <a:cubicBezTo>
                    <a:pt x="195" y="109"/>
                    <a:pt x="200" y="109"/>
                    <a:pt x="203" y="106"/>
                  </a:cubicBezTo>
                  <a:cubicBezTo>
                    <a:pt x="205" y="104"/>
                    <a:pt x="206" y="102"/>
                    <a:pt x="206" y="100"/>
                  </a:cubicBezTo>
                  <a:cubicBezTo>
                    <a:pt x="206" y="98"/>
                    <a:pt x="205" y="96"/>
                    <a:pt x="203" y="95"/>
                  </a:cubicBezTo>
                  <a:cubicBezTo>
                    <a:pt x="192" y="83"/>
                    <a:pt x="176" y="77"/>
                    <a:pt x="161" y="77"/>
                  </a:cubicBezTo>
                  <a:cubicBezTo>
                    <a:pt x="146" y="77"/>
                    <a:pt x="131" y="83"/>
                    <a:pt x="119" y="95"/>
                  </a:cubicBezTo>
                  <a:close/>
                  <a:moveTo>
                    <a:pt x="231" y="79"/>
                  </a:moveTo>
                  <a:cubicBezTo>
                    <a:pt x="232" y="77"/>
                    <a:pt x="233" y="75"/>
                    <a:pt x="233" y="73"/>
                  </a:cubicBezTo>
                  <a:cubicBezTo>
                    <a:pt x="233" y="71"/>
                    <a:pt x="232" y="69"/>
                    <a:pt x="231" y="67"/>
                  </a:cubicBezTo>
                  <a:cubicBezTo>
                    <a:pt x="211" y="48"/>
                    <a:pt x="186" y="39"/>
                    <a:pt x="161" y="39"/>
                  </a:cubicBezTo>
                  <a:cubicBezTo>
                    <a:pt x="136" y="39"/>
                    <a:pt x="111" y="48"/>
                    <a:pt x="92" y="67"/>
                  </a:cubicBezTo>
                  <a:cubicBezTo>
                    <a:pt x="89" y="71"/>
                    <a:pt x="89" y="76"/>
                    <a:pt x="92" y="79"/>
                  </a:cubicBezTo>
                  <a:cubicBezTo>
                    <a:pt x="95" y="82"/>
                    <a:pt x="100" y="82"/>
                    <a:pt x="103" y="79"/>
                  </a:cubicBezTo>
                  <a:cubicBezTo>
                    <a:pt x="119" y="63"/>
                    <a:pt x="140" y="55"/>
                    <a:pt x="161" y="55"/>
                  </a:cubicBezTo>
                  <a:cubicBezTo>
                    <a:pt x="182" y="55"/>
                    <a:pt x="203" y="63"/>
                    <a:pt x="219" y="79"/>
                  </a:cubicBezTo>
                  <a:cubicBezTo>
                    <a:pt x="222" y="82"/>
                    <a:pt x="227" y="82"/>
                    <a:pt x="231" y="79"/>
                  </a:cubicBezTo>
                  <a:close/>
                </a:path>
              </a:pathLst>
            </a:custGeom>
            <a:blipFill dpi="0" rotWithShape="1">
              <a:blip r:embed="rId10"/>
              <a:srcRect/>
              <a:stretch>
                <a:fillRect/>
              </a:stretch>
            </a:blipFill>
            <a:ln w="9525">
              <a:noFill/>
              <a:round/>
              <a:headEnd/>
              <a:tailEnd/>
            </a:ln>
          </p:spPr>
          <p:txBody>
            <a:bodyPr/>
            <a:lstStyle/>
            <a:p>
              <a:endParaRPr lang="en-GB"/>
            </a:p>
          </p:txBody>
        </p:sp>
        <p:sp>
          <p:nvSpPr>
            <p:cNvPr id="31792" name="Freeform 6"/>
            <p:cNvSpPr>
              <a:spLocks noEditPoints="1"/>
            </p:cNvSpPr>
            <p:nvPr/>
          </p:nvSpPr>
          <p:spPr bwMode="auto">
            <a:xfrm>
              <a:off x="3610889" y="1952297"/>
              <a:ext cx="117779" cy="122554"/>
            </a:xfrm>
            <a:custGeom>
              <a:avLst/>
              <a:gdLst>
                <a:gd name="T0" fmla="*/ 2147483647 w 394"/>
                <a:gd name="T1" fmla="*/ 2147483647 h 395"/>
                <a:gd name="T2" fmla="*/ 2147483647 w 394"/>
                <a:gd name="T3" fmla="*/ 2147483647 h 395"/>
                <a:gd name="T4" fmla="*/ 2147483647 w 394"/>
                <a:gd name="T5" fmla="*/ 2147483647 h 395"/>
                <a:gd name="T6" fmla="*/ 2147483647 w 394"/>
                <a:gd name="T7" fmla="*/ 2147483647 h 395"/>
                <a:gd name="T8" fmla="*/ 2147483647 w 394"/>
                <a:gd name="T9" fmla="*/ 0 h 395"/>
                <a:gd name="T10" fmla="*/ 2147483647 w 394"/>
                <a:gd name="T11" fmla="*/ 2147483647 h 395"/>
                <a:gd name="T12" fmla="*/ 2147483647 w 394"/>
                <a:gd name="T13" fmla="*/ 2147483647 h 395"/>
                <a:gd name="T14" fmla="*/ 2147483647 w 394"/>
                <a:gd name="T15" fmla="*/ 2147483647 h 395"/>
                <a:gd name="T16" fmla="*/ 2147483647 w 394"/>
                <a:gd name="T17" fmla="*/ 2147483647 h 395"/>
                <a:gd name="T18" fmla="*/ 2147483647 w 394"/>
                <a:gd name="T19" fmla="*/ 2147483647 h 395"/>
                <a:gd name="T20" fmla="*/ 2147483647 w 394"/>
                <a:gd name="T21" fmla="*/ 2147483647 h 395"/>
                <a:gd name="T22" fmla="*/ 2147483647 w 394"/>
                <a:gd name="T23" fmla="*/ 2147483647 h 395"/>
                <a:gd name="T24" fmla="*/ 2147483647 w 394"/>
                <a:gd name="T25" fmla="*/ 2147483647 h 395"/>
                <a:gd name="T26" fmla="*/ 2147483647 w 394"/>
                <a:gd name="T27" fmla="*/ 2147483647 h 395"/>
                <a:gd name="T28" fmla="*/ 2147483647 w 394"/>
                <a:gd name="T29" fmla="*/ 2147483647 h 395"/>
                <a:gd name="T30" fmla="*/ 2147483647 w 394"/>
                <a:gd name="T31" fmla="*/ 2147483647 h 395"/>
                <a:gd name="T32" fmla="*/ 2147483647 w 394"/>
                <a:gd name="T33" fmla="*/ 2147483647 h 395"/>
                <a:gd name="T34" fmla="*/ 2147483647 w 394"/>
                <a:gd name="T35" fmla="*/ 2147483647 h 395"/>
                <a:gd name="T36" fmla="*/ 2147483647 w 394"/>
                <a:gd name="T37" fmla="*/ 2147483647 h 395"/>
                <a:gd name="T38" fmla="*/ 2147483647 w 394"/>
                <a:gd name="T39" fmla="*/ 2147483647 h 395"/>
                <a:gd name="T40" fmla="*/ 2147483647 w 394"/>
                <a:gd name="T41" fmla="*/ 2147483647 h 395"/>
                <a:gd name="T42" fmla="*/ 2147483647 w 394"/>
                <a:gd name="T43" fmla="*/ 2147483647 h 395"/>
                <a:gd name="T44" fmla="*/ 2147483647 w 394"/>
                <a:gd name="T45" fmla="*/ 2147483647 h 395"/>
                <a:gd name="T46" fmla="*/ 2147483647 w 394"/>
                <a:gd name="T47" fmla="*/ 2147483647 h 395"/>
                <a:gd name="T48" fmla="*/ 2147483647 w 394"/>
                <a:gd name="T49" fmla="*/ 2147483647 h 395"/>
                <a:gd name="T50" fmla="*/ 2147483647 w 394"/>
                <a:gd name="T51" fmla="*/ 2147483647 h 395"/>
                <a:gd name="T52" fmla="*/ 2147483647 w 394"/>
                <a:gd name="T53" fmla="*/ 2147483647 h 395"/>
                <a:gd name="T54" fmla="*/ 2147483647 w 394"/>
                <a:gd name="T55" fmla="*/ 2147483647 h 395"/>
                <a:gd name="T56" fmla="*/ 2147483647 w 394"/>
                <a:gd name="T57" fmla="*/ 2147483647 h 395"/>
                <a:gd name="T58" fmla="*/ 2147483647 w 394"/>
                <a:gd name="T59" fmla="*/ 2147483647 h 395"/>
                <a:gd name="T60" fmla="*/ 2147483647 w 394"/>
                <a:gd name="T61" fmla="*/ 2147483647 h 395"/>
                <a:gd name="T62" fmla="*/ 2147483647 w 394"/>
                <a:gd name="T63" fmla="*/ 2147483647 h 395"/>
                <a:gd name="T64" fmla="*/ 2147483647 w 394"/>
                <a:gd name="T65" fmla="*/ 2147483647 h 395"/>
                <a:gd name="T66" fmla="*/ 2147483647 w 394"/>
                <a:gd name="T67" fmla="*/ 2147483647 h 395"/>
                <a:gd name="T68" fmla="*/ 2147483647 w 394"/>
                <a:gd name="T69" fmla="*/ 2147483647 h 395"/>
                <a:gd name="T70" fmla="*/ 2147483647 w 394"/>
                <a:gd name="T71" fmla="*/ 2147483647 h 395"/>
                <a:gd name="T72" fmla="*/ 2147483647 w 394"/>
                <a:gd name="T73" fmla="*/ 2147483647 h 395"/>
                <a:gd name="T74" fmla="*/ 2147483647 w 394"/>
                <a:gd name="T75" fmla="*/ 2147483647 h 395"/>
                <a:gd name="T76" fmla="*/ 2147483647 w 394"/>
                <a:gd name="T77" fmla="*/ 2147483647 h 395"/>
                <a:gd name="T78" fmla="*/ 2147483647 w 394"/>
                <a:gd name="T79" fmla="*/ 2147483647 h 395"/>
                <a:gd name="T80" fmla="*/ 2147483647 w 394"/>
                <a:gd name="T81" fmla="*/ 2147483647 h 395"/>
                <a:gd name="T82" fmla="*/ 2147483647 w 394"/>
                <a:gd name="T83" fmla="*/ 2147483647 h 395"/>
                <a:gd name="T84" fmla="*/ 2147483647 w 394"/>
                <a:gd name="T85" fmla="*/ 2147483647 h 395"/>
                <a:gd name="T86" fmla="*/ 2147483647 w 394"/>
                <a:gd name="T87" fmla="*/ 2147483647 h 395"/>
                <a:gd name="T88" fmla="*/ 2147483647 w 394"/>
                <a:gd name="T89" fmla="*/ 2147483647 h 395"/>
                <a:gd name="T90" fmla="*/ 2147483647 w 394"/>
                <a:gd name="T91" fmla="*/ 2147483647 h 395"/>
                <a:gd name="T92" fmla="*/ 2147483647 w 394"/>
                <a:gd name="T93" fmla="*/ 2147483647 h 395"/>
                <a:gd name="T94" fmla="*/ 2147483647 w 394"/>
                <a:gd name="T95" fmla="*/ 2147483647 h 395"/>
                <a:gd name="T96" fmla="*/ 2147483647 w 394"/>
                <a:gd name="T97" fmla="*/ 2147483647 h 395"/>
                <a:gd name="T98" fmla="*/ 2147483647 w 394"/>
                <a:gd name="T99" fmla="*/ 2147483647 h 395"/>
                <a:gd name="T100" fmla="*/ 2147483647 w 394"/>
                <a:gd name="T101" fmla="*/ 2147483647 h 395"/>
                <a:gd name="T102" fmla="*/ 2147483647 w 394"/>
                <a:gd name="T103" fmla="*/ 2147483647 h 395"/>
                <a:gd name="T104" fmla="*/ 2147483647 w 394"/>
                <a:gd name="T105" fmla="*/ 2147483647 h 395"/>
                <a:gd name="T106" fmla="*/ 2147483647 w 394"/>
                <a:gd name="T107" fmla="*/ 2147483647 h 395"/>
                <a:gd name="T108" fmla="*/ 2147483647 w 394"/>
                <a:gd name="T109" fmla="*/ 2147483647 h 395"/>
                <a:gd name="T110" fmla="*/ 2147483647 w 394"/>
                <a:gd name="T111" fmla="*/ 2147483647 h 395"/>
                <a:gd name="T112" fmla="*/ 2147483647 w 394"/>
                <a:gd name="T113" fmla="*/ 2147483647 h 395"/>
                <a:gd name="T114" fmla="*/ 2147483647 w 394"/>
                <a:gd name="T115" fmla="*/ 2147483647 h 395"/>
                <a:gd name="T116" fmla="*/ 2147483647 w 394"/>
                <a:gd name="T117" fmla="*/ 2147483647 h 395"/>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394"/>
                <a:gd name="T178" fmla="*/ 0 h 395"/>
                <a:gd name="T179" fmla="*/ 394 w 394"/>
                <a:gd name="T180" fmla="*/ 395 h 395"/>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394" h="395">
                  <a:moveTo>
                    <a:pt x="348" y="70"/>
                  </a:moveTo>
                  <a:cubicBezTo>
                    <a:pt x="345" y="67"/>
                    <a:pt x="340" y="66"/>
                    <a:pt x="337" y="69"/>
                  </a:cubicBezTo>
                  <a:cubicBezTo>
                    <a:pt x="333" y="72"/>
                    <a:pt x="333" y="77"/>
                    <a:pt x="336" y="81"/>
                  </a:cubicBezTo>
                  <a:cubicBezTo>
                    <a:pt x="362" y="112"/>
                    <a:pt x="378" y="153"/>
                    <a:pt x="378" y="198"/>
                  </a:cubicBezTo>
                  <a:cubicBezTo>
                    <a:pt x="378" y="248"/>
                    <a:pt x="358" y="293"/>
                    <a:pt x="325" y="326"/>
                  </a:cubicBezTo>
                  <a:cubicBezTo>
                    <a:pt x="292" y="359"/>
                    <a:pt x="247" y="379"/>
                    <a:pt x="197" y="379"/>
                  </a:cubicBezTo>
                  <a:cubicBezTo>
                    <a:pt x="147" y="379"/>
                    <a:pt x="102" y="359"/>
                    <a:pt x="69" y="326"/>
                  </a:cubicBezTo>
                  <a:cubicBezTo>
                    <a:pt x="36" y="293"/>
                    <a:pt x="16" y="248"/>
                    <a:pt x="16" y="198"/>
                  </a:cubicBezTo>
                  <a:cubicBezTo>
                    <a:pt x="16" y="147"/>
                    <a:pt x="36" y="102"/>
                    <a:pt x="69" y="69"/>
                  </a:cubicBezTo>
                  <a:cubicBezTo>
                    <a:pt x="102" y="37"/>
                    <a:pt x="147" y="16"/>
                    <a:pt x="197" y="16"/>
                  </a:cubicBezTo>
                  <a:cubicBezTo>
                    <a:pt x="242" y="16"/>
                    <a:pt x="282" y="32"/>
                    <a:pt x="314" y="59"/>
                  </a:cubicBezTo>
                  <a:cubicBezTo>
                    <a:pt x="317" y="62"/>
                    <a:pt x="322" y="61"/>
                    <a:pt x="325" y="58"/>
                  </a:cubicBezTo>
                  <a:cubicBezTo>
                    <a:pt x="328" y="55"/>
                    <a:pt x="328" y="50"/>
                    <a:pt x="324" y="47"/>
                  </a:cubicBezTo>
                  <a:cubicBezTo>
                    <a:pt x="324" y="47"/>
                    <a:pt x="324" y="47"/>
                    <a:pt x="324" y="47"/>
                  </a:cubicBezTo>
                  <a:cubicBezTo>
                    <a:pt x="290" y="18"/>
                    <a:pt x="245" y="0"/>
                    <a:pt x="197" y="0"/>
                  </a:cubicBezTo>
                  <a:cubicBezTo>
                    <a:pt x="88" y="0"/>
                    <a:pt x="0" y="89"/>
                    <a:pt x="0" y="198"/>
                  </a:cubicBezTo>
                  <a:cubicBezTo>
                    <a:pt x="0" y="307"/>
                    <a:pt x="88" y="395"/>
                    <a:pt x="197" y="395"/>
                  </a:cubicBezTo>
                  <a:cubicBezTo>
                    <a:pt x="306" y="395"/>
                    <a:pt x="394" y="307"/>
                    <a:pt x="394" y="198"/>
                  </a:cubicBezTo>
                  <a:cubicBezTo>
                    <a:pt x="394" y="149"/>
                    <a:pt x="377" y="105"/>
                    <a:pt x="348" y="70"/>
                  </a:cubicBezTo>
                  <a:close/>
                  <a:moveTo>
                    <a:pt x="327" y="103"/>
                  </a:moveTo>
                  <a:cubicBezTo>
                    <a:pt x="327" y="99"/>
                    <a:pt x="323" y="95"/>
                    <a:pt x="319" y="95"/>
                  </a:cubicBezTo>
                  <a:cubicBezTo>
                    <a:pt x="74" y="95"/>
                    <a:pt x="74" y="95"/>
                    <a:pt x="74" y="95"/>
                  </a:cubicBezTo>
                  <a:cubicBezTo>
                    <a:pt x="70" y="95"/>
                    <a:pt x="66" y="99"/>
                    <a:pt x="66" y="103"/>
                  </a:cubicBezTo>
                  <a:cubicBezTo>
                    <a:pt x="66" y="107"/>
                    <a:pt x="70" y="111"/>
                    <a:pt x="74" y="111"/>
                  </a:cubicBezTo>
                  <a:cubicBezTo>
                    <a:pt x="319" y="111"/>
                    <a:pt x="319" y="111"/>
                    <a:pt x="319" y="111"/>
                  </a:cubicBezTo>
                  <a:cubicBezTo>
                    <a:pt x="323" y="111"/>
                    <a:pt x="327" y="107"/>
                    <a:pt x="327" y="103"/>
                  </a:cubicBezTo>
                  <a:close/>
                  <a:moveTo>
                    <a:pt x="245" y="149"/>
                  </a:moveTo>
                  <a:cubicBezTo>
                    <a:pt x="239" y="149"/>
                    <a:pt x="234" y="154"/>
                    <a:pt x="234" y="159"/>
                  </a:cubicBezTo>
                  <a:cubicBezTo>
                    <a:pt x="234" y="236"/>
                    <a:pt x="234" y="236"/>
                    <a:pt x="234" y="236"/>
                  </a:cubicBezTo>
                  <a:cubicBezTo>
                    <a:pt x="234" y="242"/>
                    <a:pt x="239" y="246"/>
                    <a:pt x="245" y="246"/>
                  </a:cubicBezTo>
                  <a:cubicBezTo>
                    <a:pt x="282" y="246"/>
                    <a:pt x="282" y="246"/>
                    <a:pt x="282" y="246"/>
                  </a:cubicBezTo>
                  <a:cubicBezTo>
                    <a:pt x="288" y="246"/>
                    <a:pt x="292" y="242"/>
                    <a:pt x="292" y="236"/>
                  </a:cubicBezTo>
                  <a:cubicBezTo>
                    <a:pt x="292" y="159"/>
                    <a:pt x="292" y="159"/>
                    <a:pt x="292" y="159"/>
                  </a:cubicBezTo>
                  <a:cubicBezTo>
                    <a:pt x="292" y="154"/>
                    <a:pt x="288" y="149"/>
                    <a:pt x="282" y="149"/>
                  </a:cubicBezTo>
                  <a:lnTo>
                    <a:pt x="245" y="149"/>
                  </a:lnTo>
                  <a:close/>
                  <a:moveTo>
                    <a:pt x="284" y="210"/>
                  </a:moveTo>
                  <a:cubicBezTo>
                    <a:pt x="284" y="219"/>
                    <a:pt x="277" y="224"/>
                    <a:pt x="269" y="226"/>
                  </a:cubicBezTo>
                  <a:cubicBezTo>
                    <a:pt x="268" y="226"/>
                    <a:pt x="267" y="226"/>
                    <a:pt x="267" y="226"/>
                  </a:cubicBezTo>
                  <a:cubicBezTo>
                    <a:pt x="266" y="226"/>
                    <a:pt x="264" y="225"/>
                    <a:pt x="264" y="223"/>
                  </a:cubicBezTo>
                  <a:cubicBezTo>
                    <a:pt x="264" y="222"/>
                    <a:pt x="265" y="221"/>
                    <a:pt x="267" y="221"/>
                  </a:cubicBezTo>
                  <a:cubicBezTo>
                    <a:pt x="273" y="220"/>
                    <a:pt x="278" y="216"/>
                    <a:pt x="278" y="210"/>
                  </a:cubicBezTo>
                  <a:cubicBezTo>
                    <a:pt x="278" y="204"/>
                    <a:pt x="273" y="199"/>
                    <a:pt x="262" y="199"/>
                  </a:cubicBezTo>
                  <a:cubicBezTo>
                    <a:pt x="253" y="199"/>
                    <a:pt x="248" y="204"/>
                    <a:pt x="248" y="210"/>
                  </a:cubicBezTo>
                  <a:cubicBezTo>
                    <a:pt x="248" y="217"/>
                    <a:pt x="253" y="220"/>
                    <a:pt x="260" y="221"/>
                  </a:cubicBezTo>
                  <a:cubicBezTo>
                    <a:pt x="261" y="221"/>
                    <a:pt x="262" y="222"/>
                    <a:pt x="262" y="223"/>
                  </a:cubicBezTo>
                  <a:cubicBezTo>
                    <a:pt x="262" y="225"/>
                    <a:pt x="261" y="226"/>
                    <a:pt x="259" y="226"/>
                  </a:cubicBezTo>
                  <a:cubicBezTo>
                    <a:pt x="259" y="226"/>
                    <a:pt x="258" y="226"/>
                    <a:pt x="258" y="226"/>
                  </a:cubicBezTo>
                  <a:cubicBezTo>
                    <a:pt x="249" y="224"/>
                    <a:pt x="242" y="219"/>
                    <a:pt x="242" y="210"/>
                  </a:cubicBezTo>
                  <a:cubicBezTo>
                    <a:pt x="242" y="203"/>
                    <a:pt x="247" y="198"/>
                    <a:pt x="253" y="196"/>
                  </a:cubicBezTo>
                  <a:cubicBezTo>
                    <a:pt x="253" y="196"/>
                    <a:pt x="253" y="196"/>
                    <a:pt x="253" y="196"/>
                  </a:cubicBezTo>
                  <a:cubicBezTo>
                    <a:pt x="247" y="195"/>
                    <a:pt x="244" y="191"/>
                    <a:pt x="244" y="184"/>
                  </a:cubicBezTo>
                  <a:cubicBezTo>
                    <a:pt x="244" y="176"/>
                    <a:pt x="248" y="171"/>
                    <a:pt x="258" y="169"/>
                  </a:cubicBezTo>
                  <a:cubicBezTo>
                    <a:pt x="258" y="169"/>
                    <a:pt x="259" y="169"/>
                    <a:pt x="259" y="169"/>
                  </a:cubicBezTo>
                  <a:cubicBezTo>
                    <a:pt x="261" y="169"/>
                    <a:pt x="262" y="170"/>
                    <a:pt x="262" y="172"/>
                  </a:cubicBezTo>
                  <a:cubicBezTo>
                    <a:pt x="262" y="173"/>
                    <a:pt x="261" y="174"/>
                    <a:pt x="260" y="174"/>
                  </a:cubicBezTo>
                  <a:cubicBezTo>
                    <a:pt x="253" y="175"/>
                    <a:pt x="249" y="178"/>
                    <a:pt x="249" y="184"/>
                  </a:cubicBezTo>
                  <a:cubicBezTo>
                    <a:pt x="249" y="190"/>
                    <a:pt x="254" y="194"/>
                    <a:pt x="264" y="194"/>
                  </a:cubicBezTo>
                  <a:cubicBezTo>
                    <a:pt x="271" y="194"/>
                    <a:pt x="277" y="190"/>
                    <a:pt x="277" y="184"/>
                  </a:cubicBezTo>
                  <a:cubicBezTo>
                    <a:pt x="277" y="178"/>
                    <a:pt x="273" y="175"/>
                    <a:pt x="267" y="174"/>
                  </a:cubicBezTo>
                  <a:cubicBezTo>
                    <a:pt x="265" y="174"/>
                    <a:pt x="264" y="173"/>
                    <a:pt x="264" y="172"/>
                  </a:cubicBezTo>
                  <a:cubicBezTo>
                    <a:pt x="264" y="170"/>
                    <a:pt x="266" y="169"/>
                    <a:pt x="267" y="169"/>
                  </a:cubicBezTo>
                  <a:cubicBezTo>
                    <a:pt x="267" y="169"/>
                    <a:pt x="268" y="169"/>
                    <a:pt x="269" y="169"/>
                  </a:cubicBezTo>
                  <a:cubicBezTo>
                    <a:pt x="278" y="171"/>
                    <a:pt x="282" y="177"/>
                    <a:pt x="282" y="184"/>
                  </a:cubicBezTo>
                  <a:cubicBezTo>
                    <a:pt x="282" y="190"/>
                    <a:pt x="279" y="194"/>
                    <a:pt x="274" y="196"/>
                  </a:cubicBezTo>
                  <a:cubicBezTo>
                    <a:pt x="274" y="196"/>
                    <a:pt x="274" y="196"/>
                    <a:pt x="274" y="196"/>
                  </a:cubicBezTo>
                  <a:cubicBezTo>
                    <a:pt x="279" y="198"/>
                    <a:pt x="283" y="203"/>
                    <a:pt x="284" y="210"/>
                  </a:cubicBezTo>
                  <a:close/>
                  <a:moveTo>
                    <a:pt x="113" y="149"/>
                  </a:moveTo>
                  <a:cubicBezTo>
                    <a:pt x="107" y="149"/>
                    <a:pt x="102" y="154"/>
                    <a:pt x="102" y="159"/>
                  </a:cubicBezTo>
                  <a:cubicBezTo>
                    <a:pt x="102" y="236"/>
                    <a:pt x="102" y="236"/>
                    <a:pt x="102" y="236"/>
                  </a:cubicBezTo>
                  <a:cubicBezTo>
                    <a:pt x="102" y="242"/>
                    <a:pt x="107" y="246"/>
                    <a:pt x="113" y="246"/>
                  </a:cubicBezTo>
                  <a:cubicBezTo>
                    <a:pt x="150" y="246"/>
                    <a:pt x="150" y="246"/>
                    <a:pt x="150" y="246"/>
                  </a:cubicBezTo>
                  <a:cubicBezTo>
                    <a:pt x="156" y="246"/>
                    <a:pt x="161" y="242"/>
                    <a:pt x="161" y="236"/>
                  </a:cubicBezTo>
                  <a:cubicBezTo>
                    <a:pt x="161" y="159"/>
                    <a:pt x="161" y="159"/>
                    <a:pt x="161" y="159"/>
                  </a:cubicBezTo>
                  <a:cubicBezTo>
                    <a:pt x="161" y="154"/>
                    <a:pt x="156" y="149"/>
                    <a:pt x="150" y="149"/>
                  </a:cubicBezTo>
                  <a:lnTo>
                    <a:pt x="113" y="149"/>
                  </a:lnTo>
                  <a:close/>
                  <a:moveTo>
                    <a:pt x="116" y="226"/>
                  </a:moveTo>
                  <a:cubicBezTo>
                    <a:pt x="114" y="226"/>
                    <a:pt x="113" y="225"/>
                    <a:pt x="113" y="223"/>
                  </a:cubicBezTo>
                  <a:cubicBezTo>
                    <a:pt x="113" y="222"/>
                    <a:pt x="114" y="220"/>
                    <a:pt x="116" y="220"/>
                  </a:cubicBezTo>
                  <a:cubicBezTo>
                    <a:pt x="133" y="221"/>
                    <a:pt x="144" y="215"/>
                    <a:pt x="144" y="204"/>
                  </a:cubicBezTo>
                  <a:cubicBezTo>
                    <a:pt x="144" y="198"/>
                    <a:pt x="140" y="194"/>
                    <a:pt x="133" y="194"/>
                  </a:cubicBezTo>
                  <a:cubicBezTo>
                    <a:pt x="126" y="194"/>
                    <a:pt x="122" y="196"/>
                    <a:pt x="120" y="198"/>
                  </a:cubicBezTo>
                  <a:cubicBezTo>
                    <a:pt x="116" y="199"/>
                    <a:pt x="115" y="197"/>
                    <a:pt x="115" y="195"/>
                  </a:cubicBezTo>
                  <a:cubicBezTo>
                    <a:pt x="115" y="174"/>
                    <a:pt x="115" y="174"/>
                    <a:pt x="115" y="174"/>
                  </a:cubicBezTo>
                  <a:cubicBezTo>
                    <a:pt x="115" y="171"/>
                    <a:pt x="117" y="170"/>
                    <a:pt x="120" y="170"/>
                  </a:cubicBezTo>
                  <a:cubicBezTo>
                    <a:pt x="144" y="169"/>
                    <a:pt x="144" y="169"/>
                    <a:pt x="144" y="169"/>
                  </a:cubicBezTo>
                  <a:cubicBezTo>
                    <a:pt x="145" y="169"/>
                    <a:pt x="147" y="171"/>
                    <a:pt x="147" y="172"/>
                  </a:cubicBezTo>
                  <a:cubicBezTo>
                    <a:pt x="147" y="174"/>
                    <a:pt x="145" y="175"/>
                    <a:pt x="144" y="175"/>
                  </a:cubicBezTo>
                  <a:cubicBezTo>
                    <a:pt x="120" y="175"/>
                    <a:pt x="120" y="175"/>
                    <a:pt x="120" y="175"/>
                  </a:cubicBezTo>
                  <a:cubicBezTo>
                    <a:pt x="120" y="192"/>
                    <a:pt x="120" y="192"/>
                    <a:pt x="120" y="192"/>
                  </a:cubicBezTo>
                  <a:cubicBezTo>
                    <a:pt x="123" y="190"/>
                    <a:pt x="127" y="189"/>
                    <a:pt x="133" y="189"/>
                  </a:cubicBezTo>
                  <a:cubicBezTo>
                    <a:pt x="143" y="189"/>
                    <a:pt x="150" y="195"/>
                    <a:pt x="150" y="204"/>
                  </a:cubicBezTo>
                  <a:cubicBezTo>
                    <a:pt x="150" y="218"/>
                    <a:pt x="137" y="227"/>
                    <a:pt x="116" y="226"/>
                  </a:cubicBezTo>
                  <a:close/>
                  <a:moveTo>
                    <a:pt x="74" y="300"/>
                  </a:moveTo>
                  <a:cubicBezTo>
                    <a:pt x="319" y="300"/>
                    <a:pt x="319" y="300"/>
                    <a:pt x="319" y="300"/>
                  </a:cubicBezTo>
                  <a:cubicBezTo>
                    <a:pt x="323" y="300"/>
                    <a:pt x="327" y="297"/>
                    <a:pt x="327" y="292"/>
                  </a:cubicBezTo>
                  <a:cubicBezTo>
                    <a:pt x="327" y="288"/>
                    <a:pt x="323" y="284"/>
                    <a:pt x="319" y="284"/>
                  </a:cubicBezTo>
                  <a:cubicBezTo>
                    <a:pt x="74" y="284"/>
                    <a:pt x="74" y="284"/>
                    <a:pt x="74" y="284"/>
                  </a:cubicBezTo>
                  <a:cubicBezTo>
                    <a:pt x="70" y="284"/>
                    <a:pt x="66" y="288"/>
                    <a:pt x="66" y="292"/>
                  </a:cubicBezTo>
                  <a:cubicBezTo>
                    <a:pt x="66" y="297"/>
                    <a:pt x="70" y="300"/>
                    <a:pt x="74" y="300"/>
                  </a:cubicBezTo>
                  <a:close/>
                  <a:moveTo>
                    <a:pt x="37" y="159"/>
                  </a:moveTo>
                  <a:cubicBezTo>
                    <a:pt x="37" y="236"/>
                    <a:pt x="37" y="236"/>
                    <a:pt x="37" y="236"/>
                  </a:cubicBezTo>
                  <a:cubicBezTo>
                    <a:pt x="37" y="242"/>
                    <a:pt x="41" y="246"/>
                    <a:pt x="47" y="246"/>
                  </a:cubicBezTo>
                  <a:cubicBezTo>
                    <a:pt x="84" y="246"/>
                    <a:pt x="84" y="246"/>
                    <a:pt x="84" y="246"/>
                  </a:cubicBezTo>
                  <a:cubicBezTo>
                    <a:pt x="90" y="246"/>
                    <a:pt x="95" y="242"/>
                    <a:pt x="95" y="236"/>
                  </a:cubicBezTo>
                  <a:cubicBezTo>
                    <a:pt x="95" y="159"/>
                    <a:pt x="95" y="159"/>
                    <a:pt x="95" y="159"/>
                  </a:cubicBezTo>
                  <a:cubicBezTo>
                    <a:pt x="95" y="154"/>
                    <a:pt x="90" y="149"/>
                    <a:pt x="84" y="149"/>
                  </a:cubicBezTo>
                  <a:cubicBezTo>
                    <a:pt x="47" y="149"/>
                    <a:pt x="47" y="149"/>
                    <a:pt x="47" y="149"/>
                  </a:cubicBezTo>
                  <a:cubicBezTo>
                    <a:pt x="41" y="149"/>
                    <a:pt x="37" y="154"/>
                    <a:pt x="37" y="159"/>
                  </a:cubicBezTo>
                  <a:close/>
                  <a:moveTo>
                    <a:pt x="65" y="175"/>
                  </a:moveTo>
                  <a:cubicBezTo>
                    <a:pt x="59" y="175"/>
                    <a:pt x="55" y="177"/>
                    <a:pt x="53" y="181"/>
                  </a:cubicBezTo>
                  <a:cubicBezTo>
                    <a:pt x="53" y="181"/>
                    <a:pt x="52" y="182"/>
                    <a:pt x="51" y="182"/>
                  </a:cubicBezTo>
                  <a:cubicBezTo>
                    <a:pt x="50" y="182"/>
                    <a:pt x="48" y="181"/>
                    <a:pt x="48" y="180"/>
                  </a:cubicBezTo>
                  <a:cubicBezTo>
                    <a:pt x="47" y="179"/>
                    <a:pt x="48" y="178"/>
                    <a:pt x="48" y="178"/>
                  </a:cubicBezTo>
                  <a:cubicBezTo>
                    <a:pt x="51" y="174"/>
                    <a:pt x="56" y="169"/>
                    <a:pt x="65" y="169"/>
                  </a:cubicBezTo>
                  <a:cubicBezTo>
                    <a:pt x="77" y="169"/>
                    <a:pt x="83" y="176"/>
                    <a:pt x="83" y="184"/>
                  </a:cubicBezTo>
                  <a:cubicBezTo>
                    <a:pt x="83" y="193"/>
                    <a:pt x="78" y="197"/>
                    <a:pt x="65" y="206"/>
                  </a:cubicBezTo>
                  <a:cubicBezTo>
                    <a:pt x="57" y="212"/>
                    <a:pt x="53" y="216"/>
                    <a:pt x="53" y="220"/>
                  </a:cubicBezTo>
                  <a:cubicBezTo>
                    <a:pt x="81" y="220"/>
                    <a:pt x="81" y="220"/>
                    <a:pt x="81" y="220"/>
                  </a:cubicBezTo>
                  <a:cubicBezTo>
                    <a:pt x="83" y="220"/>
                    <a:pt x="84" y="222"/>
                    <a:pt x="84" y="223"/>
                  </a:cubicBezTo>
                  <a:cubicBezTo>
                    <a:pt x="84" y="225"/>
                    <a:pt x="83" y="226"/>
                    <a:pt x="81" y="226"/>
                  </a:cubicBezTo>
                  <a:cubicBezTo>
                    <a:pt x="52" y="226"/>
                    <a:pt x="52" y="226"/>
                    <a:pt x="52" y="226"/>
                  </a:cubicBezTo>
                  <a:cubicBezTo>
                    <a:pt x="49" y="226"/>
                    <a:pt x="48" y="224"/>
                    <a:pt x="48" y="222"/>
                  </a:cubicBezTo>
                  <a:cubicBezTo>
                    <a:pt x="48" y="215"/>
                    <a:pt x="51" y="209"/>
                    <a:pt x="60" y="203"/>
                  </a:cubicBezTo>
                  <a:cubicBezTo>
                    <a:pt x="73" y="194"/>
                    <a:pt x="77" y="191"/>
                    <a:pt x="77" y="184"/>
                  </a:cubicBezTo>
                  <a:cubicBezTo>
                    <a:pt x="77" y="180"/>
                    <a:pt x="74" y="175"/>
                    <a:pt x="65" y="175"/>
                  </a:cubicBezTo>
                  <a:close/>
                  <a:moveTo>
                    <a:pt x="179" y="149"/>
                  </a:moveTo>
                  <a:cubicBezTo>
                    <a:pt x="173" y="149"/>
                    <a:pt x="168" y="154"/>
                    <a:pt x="168" y="159"/>
                  </a:cubicBezTo>
                  <a:cubicBezTo>
                    <a:pt x="168" y="236"/>
                    <a:pt x="168" y="236"/>
                    <a:pt x="168" y="236"/>
                  </a:cubicBezTo>
                  <a:cubicBezTo>
                    <a:pt x="168" y="242"/>
                    <a:pt x="173" y="246"/>
                    <a:pt x="179" y="246"/>
                  </a:cubicBezTo>
                  <a:cubicBezTo>
                    <a:pt x="216" y="246"/>
                    <a:pt x="216" y="246"/>
                    <a:pt x="216" y="246"/>
                  </a:cubicBezTo>
                  <a:cubicBezTo>
                    <a:pt x="222" y="246"/>
                    <a:pt x="226" y="242"/>
                    <a:pt x="226" y="236"/>
                  </a:cubicBezTo>
                  <a:cubicBezTo>
                    <a:pt x="226" y="159"/>
                    <a:pt x="226" y="159"/>
                    <a:pt x="226" y="159"/>
                  </a:cubicBezTo>
                  <a:cubicBezTo>
                    <a:pt x="226" y="154"/>
                    <a:pt x="222" y="149"/>
                    <a:pt x="216" y="149"/>
                  </a:cubicBezTo>
                  <a:lnTo>
                    <a:pt x="179" y="149"/>
                  </a:lnTo>
                  <a:close/>
                  <a:moveTo>
                    <a:pt x="182" y="226"/>
                  </a:moveTo>
                  <a:cubicBezTo>
                    <a:pt x="180" y="226"/>
                    <a:pt x="179" y="225"/>
                    <a:pt x="179" y="223"/>
                  </a:cubicBezTo>
                  <a:cubicBezTo>
                    <a:pt x="179" y="221"/>
                    <a:pt x="180" y="220"/>
                    <a:pt x="182" y="220"/>
                  </a:cubicBezTo>
                  <a:cubicBezTo>
                    <a:pt x="199" y="221"/>
                    <a:pt x="210" y="216"/>
                    <a:pt x="210" y="205"/>
                  </a:cubicBezTo>
                  <a:cubicBezTo>
                    <a:pt x="210" y="199"/>
                    <a:pt x="205" y="195"/>
                    <a:pt x="198" y="195"/>
                  </a:cubicBezTo>
                  <a:cubicBezTo>
                    <a:pt x="195" y="195"/>
                    <a:pt x="194" y="196"/>
                    <a:pt x="193" y="196"/>
                  </a:cubicBezTo>
                  <a:cubicBezTo>
                    <a:pt x="191" y="196"/>
                    <a:pt x="190" y="194"/>
                    <a:pt x="190" y="193"/>
                  </a:cubicBezTo>
                  <a:cubicBezTo>
                    <a:pt x="190" y="192"/>
                    <a:pt x="190" y="192"/>
                    <a:pt x="191" y="191"/>
                  </a:cubicBezTo>
                  <a:cubicBezTo>
                    <a:pt x="205" y="175"/>
                    <a:pt x="205" y="175"/>
                    <a:pt x="205" y="175"/>
                  </a:cubicBezTo>
                  <a:cubicBezTo>
                    <a:pt x="182" y="175"/>
                    <a:pt x="182" y="175"/>
                    <a:pt x="182" y="175"/>
                  </a:cubicBezTo>
                  <a:cubicBezTo>
                    <a:pt x="180" y="175"/>
                    <a:pt x="179" y="174"/>
                    <a:pt x="179" y="172"/>
                  </a:cubicBezTo>
                  <a:cubicBezTo>
                    <a:pt x="179" y="171"/>
                    <a:pt x="180" y="169"/>
                    <a:pt x="182" y="169"/>
                  </a:cubicBezTo>
                  <a:cubicBezTo>
                    <a:pt x="208" y="169"/>
                    <a:pt x="208" y="169"/>
                    <a:pt x="208" y="169"/>
                  </a:cubicBezTo>
                  <a:cubicBezTo>
                    <a:pt x="210" y="169"/>
                    <a:pt x="212" y="171"/>
                    <a:pt x="212" y="174"/>
                  </a:cubicBezTo>
                  <a:cubicBezTo>
                    <a:pt x="212" y="174"/>
                    <a:pt x="212" y="175"/>
                    <a:pt x="211" y="176"/>
                  </a:cubicBezTo>
                  <a:cubicBezTo>
                    <a:pt x="199" y="190"/>
                    <a:pt x="199" y="190"/>
                    <a:pt x="199" y="190"/>
                  </a:cubicBezTo>
                  <a:cubicBezTo>
                    <a:pt x="208" y="190"/>
                    <a:pt x="216" y="196"/>
                    <a:pt x="216" y="205"/>
                  </a:cubicBezTo>
                  <a:cubicBezTo>
                    <a:pt x="216" y="219"/>
                    <a:pt x="203" y="227"/>
                    <a:pt x="182" y="226"/>
                  </a:cubicBezTo>
                  <a:close/>
                  <a:moveTo>
                    <a:pt x="358" y="236"/>
                  </a:moveTo>
                  <a:cubicBezTo>
                    <a:pt x="358" y="159"/>
                    <a:pt x="358" y="159"/>
                    <a:pt x="358" y="159"/>
                  </a:cubicBezTo>
                  <a:cubicBezTo>
                    <a:pt x="358" y="154"/>
                    <a:pt x="353" y="149"/>
                    <a:pt x="348" y="149"/>
                  </a:cubicBezTo>
                  <a:cubicBezTo>
                    <a:pt x="310" y="149"/>
                    <a:pt x="310" y="149"/>
                    <a:pt x="310" y="149"/>
                  </a:cubicBezTo>
                  <a:cubicBezTo>
                    <a:pt x="305" y="149"/>
                    <a:pt x="300" y="154"/>
                    <a:pt x="300" y="159"/>
                  </a:cubicBezTo>
                  <a:cubicBezTo>
                    <a:pt x="300" y="236"/>
                    <a:pt x="300" y="236"/>
                    <a:pt x="300" y="236"/>
                  </a:cubicBezTo>
                  <a:cubicBezTo>
                    <a:pt x="300" y="242"/>
                    <a:pt x="305" y="246"/>
                    <a:pt x="310" y="246"/>
                  </a:cubicBezTo>
                  <a:cubicBezTo>
                    <a:pt x="348" y="246"/>
                    <a:pt x="348" y="246"/>
                    <a:pt x="348" y="246"/>
                  </a:cubicBezTo>
                  <a:cubicBezTo>
                    <a:pt x="353" y="246"/>
                    <a:pt x="358" y="242"/>
                    <a:pt x="358" y="236"/>
                  </a:cubicBezTo>
                  <a:close/>
                  <a:moveTo>
                    <a:pt x="315" y="226"/>
                  </a:moveTo>
                  <a:cubicBezTo>
                    <a:pt x="314" y="226"/>
                    <a:pt x="313" y="225"/>
                    <a:pt x="312" y="224"/>
                  </a:cubicBezTo>
                  <a:cubicBezTo>
                    <a:pt x="312" y="222"/>
                    <a:pt x="314" y="221"/>
                    <a:pt x="315" y="221"/>
                  </a:cubicBezTo>
                  <a:cubicBezTo>
                    <a:pt x="334" y="221"/>
                    <a:pt x="343" y="216"/>
                    <a:pt x="343" y="197"/>
                  </a:cubicBezTo>
                  <a:cubicBezTo>
                    <a:pt x="343" y="194"/>
                    <a:pt x="343" y="191"/>
                    <a:pt x="343" y="189"/>
                  </a:cubicBezTo>
                  <a:cubicBezTo>
                    <a:pt x="342" y="179"/>
                    <a:pt x="338" y="174"/>
                    <a:pt x="328" y="174"/>
                  </a:cubicBezTo>
                  <a:cubicBezTo>
                    <a:pt x="319" y="174"/>
                    <a:pt x="315" y="179"/>
                    <a:pt x="315" y="187"/>
                  </a:cubicBezTo>
                  <a:cubicBezTo>
                    <a:pt x="315" y="196"/>
                    <a:pt x="318" y="200"/>
                    <a:pt x="328" y="200"/>
                  </a:cubicBezTo>
                  <a:cubicBezTo>
                    <a:pt x="330" y="200"/>
                    <a:pt x="332" y="199"/>
                    <a:pt x="336" y="198"/>
                  </a:cubicBezTo>
                  <a:cubicBezTo>
                    <a:pt x="338" y="198"/>
                    <a:pt x="339" y="199"/>
                    <a:pt x="339" y="200"/>
                  </a:cubicBezTo>
                  <a:cubicBezTo>
                    <a:pt x="340" y="202"/>
                    <a:pt x="339" y="203"/>
                    <a:pt x="337" y="204"/>
                  </a:cubicBezTo>
                  <a:cubicBezTo>
                    <a:pt x="334" y="204"/>
                    <a:pt x="332" y="205"/>
                    <a:pt x="328" y="205"/>
                  </a:cubicBezTo>
                  <a:cubicBezTo>
                    <a:pt x="316" y="205"/>
                    <a:pt x="309" y="199"/>
                    <a:pt x="309" y="188"/>
                  </a:cubicBezTo>
                  <a:cubicBezTo>
                    <a:pt x="309" y="178"/>
                    <a:pt x="316" y="169"/>
                    <a:pt x="328" y="169"/>
                  </a:cubicBezTo>
                  <a:cubicBezTo>
                    <a:pt x="341" y="169"/>
                    <a:pt x="348" y="176"/>
                    <a:pt x="349" y="189"/>
                  </a:cubicBezTo>
                  <a:cubicBezTo>
                    <a:pt x="349" y="191"/>
                    <a:pt x="349" y="193"/>
                    <a:pt x="349" y="197"/>
                  </a:cubicBezTo>
                  <a:cubicBezTo>
                    <a:pt x="348" y="219"/>
                    <a:pt x="337" y="226"/>
                    <a:pt x="315" y="226"/>
                  </a:cubicBezTo>
                  <a:close/>
                </a:path>
              </a:pathLst>
            </a:custGeom>
            <a:blipFill dpi="0" rotWithShape="1">
              <a:blip r:embed="rId11"/>
              <a:srcRect/>
              <a:stretch>
                <a:fillRect/>
              </a:stretch>
            </a:blipFill>
            <a:ln w="9525">
              <a:noFill/>
              <a:round/>
              <a:headEnd/>
              <a:tailEnd/>
            </a:ln>
          </p:spPr>
          <p:txBody>
            <a:bodyPr/>
            <a:lstStyle/>
            <a:p>
              <a:endParaRPr lang="en-GB"/>
            </a:p>
          </p:txBody>
        </p:sp>
        <p:sp>
          <p:nvSpPr>
            <p:cNvPr id="31793" name="Freeform 9"/>
            <p:cNvSpPr>
              <a:spLocks noEditPoints="1"/>
            </p:cNvSpPr>
            <p:nvPr/>
          </p:nvSpPr>
          <p:spPr bwMode="auto">
            <a:xfrm>
              <a:off x="4151356" y="1952297"/>
              <a:ext cx="139664" cy="117030"/>
            </a:xfrm>
            <a:custGeom>
              <a:avLst/>
              <a:gdLst>
                <a:gd name="T0" fmla="*/ 2147483647 w 467"/>
                <a:gd name="T1" fmla="*/ 2147483647 h 377"/>
                <a:gd name="T2" fmla="*/ 2147483647 w 467"/>
                <a:gd name="T3" fmla="*/ 2147483647 h 377"/>
                <a:gd name="T4" fmla="*/ 2147483647 w 467"/>
                <a:gd name="T5" fmla="*/ 2147483647 h 377"/>
                <a:gd name="T6" fmla="*/ 2147483647 w 467"/>
                <a:gd name="T7" fmla="*/ 0 h 377"/>
                <a:gd name="T8" fmla="*/ 2147483647 w 467"/>
                <a:gd name="T9" fmla="*/ 0 h 377"/>
                <a:gd name="T10" fmla="*/ 0 w 467"/>
                <a:gd name="T11" fmla="*/ 2147483647 h 377"/>
                <a:gd name="T12" fmla="*/ 0 w 467"/>
                <a:gd name="T13" fmla="*/ 2147483647 h 377"/>
                <a:gd name="T14" fmla="*/ 2147483647 w 467"/>
                <a:gd name="T15" fmla="*/ 2147483647 h 377"/>
                <a:gd name="T16" fmla="*/ 2147483647 w 467"/>
                <a:gd name="T17" fmla="*/ 2147483647 h 377"/>
                <a:gd name="T18" fmla="*/ 2147483647 w 467"/>
                <a:gd name="T19" fmla="*/ 2147483647 h 377"/>
                <a:gd name="T20" fmla="*/ 2147483647 w 467"/>
                <a:gd name="T21" fmla="*/ 2147483647 h 377"/>
                <a:gd name="T22" fmla="*/ 2147483647 w 467"/>
                <a:gd name="T23" fmla="*/ 2147483647 h 377"/>
                <a:gd name="T24" fmla="*/ 2147483647 w 467"/>
                <a:gd name="T25" fmla="*/ 2147483647 h 377"/>
                <a:gd name="T26" fmla="*/ 2147483647 w 467"/>
                <a:gd name="T27" fmla="*/ 2147483647 h 377"/>
                <a:gd name="T28" fmla="*/ 2147483647 w 467"/>
                <a:gd name="T29" fmla="*/ 2147483647 h 377"/>
                <a:gd name="T30" fmla="*/ 2147483647 w 467"/>
                <a:gd name="T31" fmla="*/ 2147483647 h 377"/>
                <a:gd name="T32" fmla="*/ 2147483647 w 467"/>
                <a:gd name="T33" fmla="*/ 2147483647 h 377"/>
                <a:gd name="T34" fmla="*/ 2147483647 w 467"/>
                <a:gd name="T35" fmla="*/ 2147483647 h 377"/>
                <a:gd name="T36" fmla="*/ 2147483647 w 467"/>
                <a:gd name="T37" fmla="*/ 2147483647 h 377"/>
                <a:gd name="T38" fmla="*/ 2147483647 w 467"/>
                <a:gd name="T39" fmla="*/ 2147483647 h 377"/>
                <a:gd name="T40" fmla="*/ 2147483647 w 467"/>
                <a:gd name="T41" fmla="*/ 2147483647 h 377"/>
                <a:gd name="T42" fmla="*/ 2147483647 w 467"/>
                <a:gd name="T43" fmla="*/ 2147483647 h 377"/>
                <a:gd name="T44" fmla="*/ 2147483647 w 467"/>
                <a:gd name="T45" fmla="*/ 2147483647 h 377"/>
                <a:gd name="T46" fmla="*/ 2147483647 w 467"/>
                <a:gd name="T47" fmla="*/ 2147483647 h 377"/>
                <a:gd name="T48" fmla="*/ 2147483647 w 467"/>
                <a:gd name="T49" fmla="*/ 2147483647 h 377"/>
                <a:gd name="T50" fmla="*/ 2147483647 w 467"/>
                <a:gd name="T51" fmla="*/ 2147483647 h 377"/>
                <a:gd name="T52" fmla="*/ 2147483647 w 467"/>
                <a:gd name="T53" fmla="*/ 2147483647 h 377"/>
                <a:gd name="T54" fmla="*/ 2147483647 w 467"/>
                <a:gd name="T55" fmla="*/ 2147483647 h 377"/>
                <a:gd name="T56" fmla="*/ 2147483647 w 467"/>
                <a:gd name="T57" fmla="*/ 2147483647 h 377"/>
                <a:gd name="T58" fmla="*/ 2147483647 w 467"/>
                <a:gd name="T59" fmla="*/ 2147483647 h 377"/>
                <a:gd name="T60" fmla="*/ 2147483647 w 467"/>
                <a:gd name="T61" fmla="*/ 2147483647 h 377"/>
                <a:gd name="T62" fmla="*/ 2147483647 w 467"/>
                <a:gd name="T63" fmla="*/ 2147483647 h 377"/>
                <a:gd name="T64" fmla="*/ 2147483647 w 467"/>
                <a:gd name="T65" fmla="*/ 2147483647 h 377"/>
                <a:gd name="T66" fmla="*/ 2147483647 w 467"/>
                <a:gd name="T67" fmla="*/ 2147483647 h 377"/>
                <a:gd name="T68" fmla="*/ 2147483647 w 467"/>
                <a:gd name="T69" fmla="*/ 2147483647 h 377"/>
                <a:gd name="T70" fmla="*/ 2147483647 w 467"/>
                <a:gd name="T71" fmla="*/ 2147483647 h 377"/>
                <a:gd name="T72" fmla="*/ 2147483647 w 467"/>
                <a:gd name="T73" fmla="*/ 2147483647 h 377"/>
                <a:gd name="T74" fmla="*/ 2147483647 w 467"/>
                <a:gd name="T75" fmla="*/ 2147483647 h 377"/>
                <a:gd name="T76" fmla="*/ 2147483647 w 467"/>
                <a:gd name="T77" fmla="*/ 2147483647 h 377"/>
                <a:gd name="T78" fmla="*/ 2147483647 w 467"/>
                <a:gd name="T79" fmla="*/ 2147483647 h 377"/>
                <a:gd name="T80" fmla="*/ 2147483647 w 467"/>
                <a:gd name="T81" fmla="*/ 2147483647 h 377"/>
                <a:gd name="T82" fmla="*/ 2147483647 w 467"/>
                <a:gd name="T83" fmla="*/ 2147483647 h 377"/>
                <a:gd name="T84" fmla="*/ 2147483647 w 467"/>
                <a:gd name="T85" fmla="*/ 2147483647 h 37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467"/>
                <a:gd name="T130" fmla="*/ 0 h 377"/>
                <a:gd name="T131" fmla="*/ 467 w 467"/>
                <a:gd name="T132" fmla="*/ 377 h 37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467" h="377">
                  <a:moveTo>
                    <a:pt x="459" y="42"/>
                  </a:moveTo>
                  <a:cubicBezTo>
                    <a:pt x="463" y="42"/>
                    <a:pt x="467" y="38"/>
                    <a:pt x="467" y="34"/>
                  </a:cubicBezTo>
                  <a:cubicBezTo>
                    <a:pt x="467" y="14"/>
                    <a:pt x="467" y="14"/>
                    <a:pt x="467" y="14"/>
                  </a:cubicBezTo>
                  <a:cubicBezTo>
                    <a:pt x="467" y="6"/>
                    <a:pt x="461" y="0"/>
                    <a:pt x="453" y="0"/>
                  </a:cubicBezTo>
                  <a:cubicBezTo>
                    <a:pt x="13" y="0"/>
                    <a:pt x="13" y="0"/>
                    <a:pt x="13" y="0"/>
                  </a:cubicBezTo>
                  <a:cubicBezTo>
                    <a:pt x="6" y="0"/>
                    <a:pt x="0" y="6"/>
                    <a:pt x="0" y="14"/>
                  </a:cubicBezTo>
                  <a:cubicBezTo>
                    <a:pt x="0" y="276"/>
                    <a:pt x="0" y="276"/>
                    <a:pt x="0" y="276"/>
                  </a:cubicBezTo>
                  <a:cubicBezTo>
                    <a:pt x="0" y="283"/>
                    <a:pt x="6" y="290"/>
                    <a:pt x="13" y="290"/>
                  </a:cubicBezTo>
                  <a:cubicBezTo>
                    <a:pt x="185" y="290"/>
                    <a:pt x="185" y="290"/>
                    <a:pt x="185" y="290"/>
                  </a:cubicBezTo>
                  <a:cubicBezTo>
                    <a:pt x="185" y="314"/>
                    <a:pt x="185" y="314"/>
                    <a:pt x="185" y="314"/>
                  </a:cubicBezTo>
                  <a:cubicBezTo>
                    <a:pt x="117" y="314"/>
                    <a:pt x="117" y="314"/>
                    <a:pt x="117" y="314"/>
                  </a:cubicBezTo>
                  <a:cubicBezTo>
                    <a:pt x="115" y="314"/>
                    <a:pt x="114" y="314"/>
                    <a:pt x="112" y="315"/>
                  </a:cubicBezTo>
                  <a:cubicBezTo>
                    <a:pt x="40" y="362"/>
                    <a:pt x="40" y="362"/>
                    <a:pt x="40" y="362"/>
                  </a:cubicBezTo>
                  <a:cubicBezTo>
                    <a:pt x="37" y="364"/>
                    <a:pt x="35" y="368"/>
                    <a:pt x="36" y="371"/>
                  </a:cubicBezTo>
                  <a:cubicBezTo>
                    <a:pt x="37" y="375"/>
                    <a:pt x="41" y="377"/>
                    <a:pt x="44" y="377"/>
                  </a:cubicBezTo>
                  <a:cubicBezTo>
                    <a:pt x="422" y="377"/>
                    <a:pt x="422" y="377"/>
                    <a:pt x="422" y="377"/>
                  </a:cubicBezTo>
                  <a:cubicBezTo>
                    <a:pt x="426" y="377"/>
                    <a:pt x="429" y="375"/>
                    <a:pt x="430" y="371"/>
                  </a:cubicBezTo>
                  <a:cubicBezTo>
                    <a:pt x="431" y="368"/>
                    <a:pt x="429" y="364"/>
                    <a:pt x="426" y="362"/>
                  </a:cubicBezTo>
                  <a:cubicBezTo>
                    <a:pt x="354" y="315"/>
                    <a:pt x="354" y="315"/>
                    <a:pt x="354" y="315"/>
                  </a:cubicBezTo>
                  <a:cubicBezTo>
                    <a:pt x="352" y="314"/>
                    <a:pt x="351" y="314"/>
                    <a:pt x="349" y="314"/>
                  </a:cubicBezTo>
                  <a:cubicBezTo>
                    <a:pt x="281" y="314"/>
                    <a:pt x="281" y="314"/>
                    <a:pt x="281" y="314"/>
                  </a:cubicBezTo>
                  <a:cubicBezTo>
                    <a:pt x="281" y="290"/>
                    <a:pt x="281" y="290"/>
                    <a:pt x="281" y="290"/>
                  </a:cubicBezTo>
                  <a:cubicBezTo>
                    <a:pt x="453" y="290"/>
                    <a:pt x="453" y="290"/>
                    <a:pt x="453" y="290"/>
                  </a:cubicBezTo>
                  <a:cubicBezTo>
                    <a:pt x="461" y="290"/>
                    <a:pt x="467" y="283"/>
                    <a:pt x="467" y="276"/>
                  </a:cubicBezTo>
                  <a:cubicBezTo>
                    <a:pt x="467" y="66"/>
                    <a:pt x="467" y="66"/>
                    <a:pt x="467" y="66"/>
                  </a:cubicBezTo>
                  <a:cubicBezTo>
                    <a:pt x="467" y="61"/>
                    <a:pt x="463" y="58"/>
                    <a:pt x="459" y="58"/>
                  </a:cubicBezTo>
                  <a:cubicBezTo>
                    <a:pt x="454" y="58"/>
                    <a:pt x="451" y="61"/>
                    <a:pt x="451" y="66"/>
                  </a:cubicBezTo>
                  <a:cubicBezTo>
                    <a:pt x="451" y="274"/>
                    <a:pt x="451" y="274"/>
                    <a:pt x="451" y="274"/>
                  </a:cubicBezTo>
                  <a:cubicBezTo>
                    <a:pt x="16" y="274"/>
                    <a:pt x="16" y="274"/>
                    <a:pt x="16" y="274"/>
                  </a:cubicBezTo>
                  <a:cubicBezTo>
                    <a:pt x="16" y="16"/>
                    <a:pt x="16" y="16"/>
                    <a:pt x="16" y="16"/>
                  </a:cubicBezTo>
                  <a:cubicBezTo>
                    <a:pt x="451" y="16"/>
                    <a:pt x="451" y="16"/>
                    <a:pt x="451" y="16"/>
                  </a:cubicBezTo>
                  <a:cubicBezTo>
                    <a:pt x="451" y="34"/>
                    <a:pt x="451" y="34"/>
                    <a:pt x="451" y="34"/>
                  </a:cubicBezTo>
                  <a:cubicBezTo>
                    <a:pt x="451" y="38"/>
                    <a:pt x="454" y="42"/>
                    <a:pt x="459" y="42"/>
                  </a:cubicBezTo>
                  <a:close/>
                  <a:moveTo>
                    <a:pt x="347" y="330"/>
                  </a:moveTo>
                  <a:cubicBezTo>
                    <a:pt x="395" y="361"/>
                    <a:pt x="395" y="361"/>
                    <a:pt x="395" y="361"/>
                  </a:cubicBezTo>
                  <a:cubicBezTo>
                    <a:pt x="71" y="361"/>
                    <a:pt x="71" y="361"/>
                    <a:pt x="71" y="361"/>
                  </a:cubicBezTo>
                  <a:cubicBezTo>
                    <a:pt x="119" y="330"/>
                    <a:pt x="119" y="330"/>
                    <a:pt x="119" y="330"/>
                  </a:cubicBezTo>
                  <a:lnTo>
                    <a:pt x="347" y="330"/>
                  </a:lnTo>
                  <a:close/>
                  <a:moveTo>
                    <a:pt x="201" y="290"/>
                  </a:moveTo>
                  <a:cubicBezTo>
                    <a:pt x="265" y="290"/>
                    <a:pt x="265" y="290"/>
                    <a:pt x="265" y="290"/>
                  </a:cubicBezTo>
                  <a:cubicBezTo>
                    <a:pt x="265" y="314"/>
                    <a:pt x="265" y="314"/>
                    <a:pt x="265" y="314"/>
                  </a:cubicBezTo>
                  <a:cubicBezTo>
                    <a:pt x="201" y="314"/>
                    <a:pt x="201" y="314"/>
                    <a:pt x="201" y="314"/>
                  </a:cubicBezTo>
                  <a:lnTo>
                    <a:pt x="201" y="290"/>
                  </a:lnTo>
                  <a:close/>
                </a:path>
              </a:pathLst>
            </a:custGeom>
            <a:blipFill dpi="0" rotWithShape="1">
              <a:blip r:embed="rId12"/>
              <a:srcRect/>
              <a:stretch>
                <a:fillRect/>
              </a:stretch>
            </a:blipFill>
            <a:ln w="9525">
              <a:noFill/>
              <a:round/>
              <a:headEnd/>
              <a:tailEnd/>
            </a:ln>
          </p:spPr>
          <p:txBody>
            <a:bodyPr/>
            <a:lstStyle/>
            <a:p>
              <a:endParaRPr lang="en-GB"/>
            </a:p>
          </p:txBody>
        </p:sp>
        <p:sp>
          <p:nvSpPr>
            <p:cNvPr id="31794" name="Freeform 3"/>
            <p:cNvSpPr>
              <a:spLocks noChangeAspect="1" noEditPoints="1"/>
            </p:cNvSpPr>
            <p:nvPr/>
          </p:nvSpPr>
          <p:spPr bwMode="auto">
            <a:xfrm>
              <a:off x="3070174" y="2436873"/>
              <a:ext cx="141183" cy="35372"/>
            </a:xfrm>
            <a:custGeom>
              <a:avLst/>
              <a:gdLst>
                <a:gd name="T0" fmla="*/ 2147483647 w 472"/>
                <a:gd name="T1" fmla="*/ 2147483647 h 114"/>
                <a:gd name="T2" fmla="*/ 2147483647 w 472"/>
                <a:gd name="T3" fmla="*/ 2147483647 h 114"/>
                <a:gd name="T4" fmla="*/ 2147483647 w 472"/>
                <a:gd name="T5" fmla="*/ 2147483647 h 114"/>
                <a:gd name="T6" fmla="*/ 2147483647 w 472"/>
                <a:gd name="T7" fmla="*/ 2147483647 h 114"/>
                <a:gd name="T8" fmla="*/ 2147483647 w 472"/>
                <a:gd name="T9" fmla="*/ 2147483647 h 114"/>
                <a:gd name="T10" fmla="*/ 2147483647 w 472"/>
                <a:gd name="T11" fmla="*/ 2147483647 h 114"/>
                <a:gd name="T12" fmla="*/ 2147483647 w 472"/>
                <a:gd name="T13" fmla="*/ 2147483647 h 114"/>
                <a:gd name="T14" fmla="*/ 2147483647 w 472"/>
                <a:gd name="T15" fmla="*/ 2147483647 h 114"/>
                <a:gd name="T16" fmla="*/ 2147483647 w 472"/>
                <a:gd name="T17" fmla="*/ 2147483647 h 114"/>
                <a:gd name="T18" fmla="*/ 2147483647 w 472"/>
                <a:gd name="T19" fmla="*/ 2147483647 h 114"/>
                <a:gd name="T20" fmla="*/ 2147483647 w 472"/>
                <a:gd name="T21" fmla="*/ 2147483647 h 114"/>
                <a:gd name="T22" fmla="*/ 2147483647 w 472"/>
                <a:gd name="T23" fmla="*/ 2147483647 h 114"/>
                <a:gd name="T24" fmla="*/ 2147483647 w 472"/>
                <a:gd name="T25" fmla="*/ 2147483647 h 114"/>
                <a:gd name="T26" fmla="*/ 2147483647 w 472"/>
                <a:gd name="T27" fmla="*/ 2147483647 h 114"/>
                <a:gd name="T28" fmla="*/ 2147483647 w 472"/>
                <a:gd name="T29" fmla="*/ 2147483647 h 114"/>
                <a:gd name="T30" fmla="*/ 2147483647 w 472"/>
                <a:gd name="T31" fmla="*/ 2147483647 h 114"/>
                <a:gd name="T32" fmla="*/ 2147483647 w 472"/>
                <a:gd name="T33" fmla="*/ 2147483647 h 114"/>
                <a:gd name="T34" fmla="*/ 2147483647 w 472"/>
                <a:gd name="T35" fmla="*/ 2147483647 h 114"/>
                <a:gd name="T36" fmla="*/ 2147483647 w 472"/>
                <a:gd name="T37" fmla="*/ 2147483647 h 114"/>
                <a:gd name="T38" fmla="*/ 2147483647 w 472"/>
                <a:gd name="T39" fmla="*/ 2147483647 h 114"/>
                <a:gd name="T40" fmla="*/ 2147483647 w 472"/>
                <a:gd name="T41" fmla="*/ 2147483647 h 114"/>
                <a:gd name="T42" fmla="*/ 2147483647 w 472"/>
                <a:gd name="T43" fmla="*/ 2147483647 h 114"/>
                <a:gd name="T44" fmla="*/ 2147483647 w 472"/>
                <a:gd name="T45" fmla="*/ 0 h 114"/>
                <a:gd name="T46" fmla="*/ 2147483647 w 472"/>
                <a:gd name="T47" fmla="*/ 0 h 114"/>
                <a:gd name="T48" fmla="*/ 0 w 472"/>
                <a:gd name="T49" fmla="*/ 2147483647 h 114"/>
                <a:gd name="T50" fmla="*/ 0 w 472"/>
                <a:gd name="T51" fmla="*/ 2147483647 h 114"/>
                <a:gd name="T52" fmla="*/ 2147483647 w 472"/>
                <a:gd name="T53" fmla="*/ 2147483647 h 114"/>
                <a:gd name="T54" fmla="*/ 2147483647 w 472"/>
                <a:gd name="T55" fmla="*/ 2147483647 h 114"/>
                <a:gd name="T56" fmla="*/ 2147483647 w 472"/>
                <a:gd name="T57" fmla="*/ 2147483647 h 114"/>
                <a:gd name="T58" fmla="*/ 2147483647 w 472"/>
                <a:gd name="T59" fmla="*/ 2147483647 h 114"/>
                <a:gd name="T60" fmla="*/ 2147483647 w 472"/>
                <a:gd name="T61" fmla="*/ 2147483647 h 114"/>
                <a:gd name="T62" fmla="*/ 2147483647 w 472"/>
                <a:gd name="T63" fmla="*/ 2147483647 h 114"/>
                <a:gd name="T64" fmla="*/ 2147483647 w 472"/>
                <a:gd name="T65" fmla="*/ 2147483647 h 114"/>
                <a:gd name="T66" fmla="*/ 2147483647 w 472"/>
                <a:gd name="T67" fmla="*/ 2147483647 h 114"/>
                <a:gd name="T68" fmla="*/ 2147483647 w 472"/>
                <a:gd name="T69" fmla="*/ 2147483647 h 114"/>
                <a:gd name="T70" fmla="*/ 2147483647 w 472"/>
                <a:gd name="T71" fmla="*/ 2147483647 h 114"/>
                <a:gd name="T72" fmla="*/ 2147483647 w 472"/>
                <a:gd name="T73" fmla="*/ 2147483647 h 114"/>
                <a:gd name="T74" fmla="*/ 2147483647 w 472"/>
                <a:gd name="T75" fmla="*/ 2147483647 h 114"/>
                <a:gd name="T76" fmla="*/ 2147483647 w 472"/>
                <a:gd name="T77" fmla="*/ 2147483647 h 114"/>
                <a:gd name="T78" fmla="*/ 2147483647 w 472"/>
                <a:gd name="T79" fmla="*/ 2147483647 h 114"/>
                <a:gd name="T80" fmla="*/ 2147483647 w 472"/>
                <a:gd name="T81" fmla="*/ 2147483647 h 114"/>
                <a:gd name="T82" fmla="*/ 2147483647 w 472"/>
                <a:gd name="T83" fmla="*/ 2147483647 h 114"/>
                <a:gd name="T84" fmla="*/ 2147483647 w 472"/>
                <a:gd name="T85" fmla="*/ 2147483647 h 114"/>
                <a:gd name="T86" fmla="*/ 2147483647 w 472"/>
                <a:gd name="T87" fmla="*/ 2147483647 h 114"/>
                <a:gd name="T88" fmla="*/ 2147483647 w 472"/>
                <a:gd name="T89" fmla="*/ 2147483647 h 114"/>
                <a:gd name="T90" fmla="*/ 2147483647 w 472"/>
                <a:gd name="T91" fmla="*/ 2147483647 h 114"/>
                <a:gd name="T92" fmla="*/ 2147483647 w 472"/>
                <a:gd name="T93" fmla="*/ 2147483647 h 114"/>
                <a:gd name="T94" fmla="*/ 2147483647 w 472"/>
                <a:gd name="T95" fmla="*/ 2147483647 h 114"/>
                <a:gd name="T96" fmla="*/ 2147483647 w 472"/>
                <a:gd name="T97" fmla="*/ 2147483647 h 114"/>
                <a:gd name="T98" fmla="*/ 2147483647 w 472"/>
                <a:gd name="T99" fmla="*/ 2147483647 h 114"/>
                <a:gd name="T100" fmla="*/ 2147483647 w 472"/>
                <a:gd name="T101" fmla="*/ 2147483647 h 114"/>
                <a:gd name="T102" fmla="*/ 2147483647 w 472"/>
                <a:gd name="T103" fmla="*/ 2147483647 h 11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472"/>
                <a:gd name="T157" fmla="*/ 0 h 114"/>
                <a:gd name="T158" fmla="*/ 472 w 472"/>
                <a:gd name="T159" fmla="*/ 114 h 11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472" h="114">
                  <a:moveTo>
                    <a:pt x="392" y="46"/>
                  </a:moveTo>
                  <a:cubicBezTo>
                    <a:pt x="396" y="46"/>
                    <a:pt x="400" y="43"/>
                    <a:pt x="400" y="39"/>
                  </a:cubicBezTo>
                  <a:cubicBezTo>
                    <a:pt x="400" y="34"/>
                    <a:pt x="396" y="31"/>
                    <a:pt x="392" y="31"/>
                  </a:cubicBezTo>
                  <a:cubicBezTo>
                    <a:pt x="388" y="31"/>
                    <a:pt x="384" y="34"/>
                    <a:pt x="384" y="39"/>
                  </a:cubicBezTo>
                  <a:cubicBezTo>
                    <a:pt x="384" y="43"/>
                    <a:pt x="388" y="46"/>
                    <a:pt x="392" y="46"/>
                  </a:cubicBezTo>
                  <a:close/>
                  <a:moveTo>
                    <a:pt x="392" y="82"/>
                  </a:moveTo>
                  <a:cubicBezTo>
                    <a:pt x="396" y="82"/>
                    <a:pt x="400" y="79"/>
                    <a:pt x="400" y="74"/>
                  </a:cubicBezTo>
                  <a:cubicBezTo>
                    <a:pt x="400" y="70"/>
                    <a:pt x="396" y="67"/>
                    <a:pt x="392" y="67"/>
                  </a:cubicBezTo>
                  <a:cubicBezTo>
                    <a:pt x="388" y="67"/>
                    <a:pt x="384" y="70"/>
                    <a:pt x="384" y="74"/>
                  </a:cubicBezTo>
                  <a:cubicBezTo>
                    <a:pt x="384" y="79"/>
                    <a:pt x="388" y="82"/>
                    <a:pt x="392" y="82"/>
                  </a:cubicBezTo>
                  <a:close/>
                  <a:moveTo>
                    <a:pt x="208" y="71"/>
                  </a:moveTo>
                  <a:cubicBezTo>
                    <a:pt x="362" y="71"/>
                    <a:pt x="362" y="71"/>
                    <a:pt x="362" y="71"/>
                  </a:cubicBezTo>
                  <a:cubicBezTo>
                    <a:pt x="366" y="71"/>
                    <a:pt x="370" y="67"/>
                    <a:pt x="370" y="63"/>
                  </a:cubicBezTo>
                  <a:cubicBezTo>
                    <a:pt x="370" y="51"/>
                    <a:pt x="370" y="51"/>
                    <a:pt x="370" y="51"/>
                  </a:cubicBezTo>
                  <a:cubicBezTo>
                    <a:pt x="370" y="46"/>
                    <a:pt x="366" y="43"/>
                    <a:pt x="362" y="43"/>
                  </a:cubicBezTo>
                  <a:cubicBezTo>
                    <a:pt x="208" y="43"/>
                    <a:pt x="208" y="43"/>
                    <a:pt x="208" y="43"/>
                  </a:cubicBezTo>
                  <a:cubicBezTo>
                    <a:pt x="204" y="43"/>
                    <a:pt x="200" y="46"/>
                    <a:pt x="200" y="51"/>
                  </a:cubicBezTo>
                  <a:cubicBezTo>
                    <a:pt x="200" y="63"/>
                    <a:pt x="200" y="63"/>
                    <a:pt x="200" y="63"/>
                  </a:cubicBezTo>
                  <a:cubicBezTo>
                    <a:pt x="200" y="67"/>
                    <a:pt x="204" y="71"/>
                    <a:pt x="208" y="71"/>
                  </a:cubicBezTo>
                  <a:close/>
                  <a:moveTo>
                    <a:pt x="464" y="36"/>
                  </a:moveTo>
                  <a:cubicBezTo>
                    <a:pt x="468" y="36"/>
                    <a:pt x="472" y="33"/>
                    <a:pt x="472" y="28"/>
                  </a:cubicBezTo>
                  <a:cubicBezTo>
                    <a:pt x="472" y="19"/>
                    <a:pt x="472" y="19"/>
                    <a:pt x="472" y="19"/>
                  </a:cubicBezTo>
                  <a:cubicBezTo>
                    <a:pt x="472" y="8"/>
                    <a:pt x="463" y="0"/>
                    <a:pt x="453" y="0"/>
                  </a:cubicBezTo>
                  <a:cubicBezTo>
                    <a:pt x="19" y="0"/>
                    <a:pt x="19" y="0"/>
                    <a:pt x="19" y="0"/>
                  </a:cubicBezTo>
                  <a:cubicBezTo>
                    <a:pt x="9" y="0"/>
                    <a:pt x="0" y="8"/>
                    <a:pt x="0" y="19"/>
                  </a:cubicBezTo>
                  <a:cubicBezTo>
                    <a:pt x="0" y="94"/>
                    <a:pt x="0" y="94"/>
                    <a:pt x="0" y="94"/>
                  </a:cubicBezTo>
                  <a:cubicBezTo>
                    <a:pt x="0" y="105"/>
                    <a:pt x="9" y="114"/>
                    <a:pt x="19" y="114"/>
                  </a:cubicBezTo>
                  <a:cubicBezTo>
                    <a:pt x="453" y="114"/>
                    <a:pt x="453" y="114"/>
                    <a:pt x="453" y="114"/>
                  </a:cubicBezTo>
                  <a:cubicBezTo>
                    <a:pt x="463" y="114"/>
                    <a:pt x="472" y="105"/>
                    <a:pt x="472" y="94"/>
                  </a:cubicBezTo>
                  <a:cubicBezTo>
                    <a:pt x="472" y="60"/>
                    <a:pt x="472" y="60"/>
                    <a:pt x="472" y="60"/>
                  </a:cubicBezTo>
                  <a:cubicBezTo>
                    <a:pt x="472" y="56"/>
                    <a:pt x="468" y="52"/>
                    <a:pt x="464" y="52"/>
                  </a:cubicBezTo>
                  <a:cubicBezTo>
                    <a:pt x="460" y="52"/>
                    <a:pt x="456" y="56"/>
                    <a:pt x="456" y="60"/>
                  </a:cubicBezTo>
                  <a:cubicBezTo>
                    <a:pt x="456" y="94"/>
                    <a:pt x="456" y="94"/>
                    <a:pt x="456" y="94"/>
                  </a:cubicBezTo>
                  <a:cubicBezTo>
                    <a:pt x="456" y="96"/>
                    <a:pt x="455" y="98"/>
                    <a:pt x="453" y="98"/>
                  </a:cubicBezTo>
                  <a:cubicBezTo>
                    <a:pt x="431" y="98"/>
                    <a:pt x="431" y="98"/>
                    <a:pt x="431" y="98"/>
                  </a:cubicBezTo>
                  <a:cubicBezTo>
                    <a:pt x="431" y="16"/>
                    <a:pt x="431" y="16"/>
                    <a:pt x="431" y="16"/>
                  </a:cubicBezTo>
                  <a:cubicBezTo>
                    <a:pt x="453" y="16"/>
                    <a:pt x="453" y="16"/>
                    <a:pt x="453" y="16"/>
                  </a:cubicBezTo>
                  <a:cubicBezTo>
                    <a:pt x="455" y="16"/>
                    <a:pt x="456" y="17"/>
                    <a:pt x="456" y="19"/>
                  </a:cubicBezTo>
                  <a:cubicBezTo>
                    <a:pt x="456" y="28"/>
                    <a:pt x="456" y="28"/>
                    <a:pt x="456" y="28"/>
                  </a:cubicBezTo>
                  <a:cubicBezTo>
                    <a:pt x="456" y="33"/>
                    <a:pt x="460" y="36"/>
                    <a:pt x="464" y="36"/>
                  </a:cubicBezTo>
                  <a:close/>
                  <a:moveTo>
                    <a:pt x="41" y="98"/>
                  </a:moveTo>
                  <a:cubicBezTo>
                    <a:pt x="19" y="98"/>
                    <a:pt x="19" y="98"/>
                    <a:pt x="19" y="98"/>
                  </a:cubicBezTo>
                  <a:cubicBezTo>
                    <a:pt x="17" y="98"/>
                    <a:pt x="16" y="96"/>
                    <a:pt x="16" y="94"/>
                  </a:cubicBezTo>
                  <a:cubicBezTo>
                    <a:pt x="16" y="19"/>
                    <a:pt x="16" y="19"/>
                    <a:pt x="16" y="19"/>
                  </a:cubicBezTo>
                  <a:cubicBezTo>
                    <a:pt x="16" y="17"/>
                    <a:pt x="17" y="16"/>
                    <a:pt x="19" y="16"/>
                  </a:cubicBezTo>
                  <a:cubicBezTo>
                    <a:pt x="41" y="16"/>
                    <a:pt x="41" y="16"/>
                    <a:pt x="41" y="16"/>
                  </a:cubicBezTo>
                  <a:lnTo>
                    <a:pt x="41" y="98"/>
                  </a:lnTo>
                  <a:close/>
                  <a:moveTo>
                    <a:pt x="415" y="98"/>
                  </a:moveTo>
                  <a:cubicBezTo>
                    <a:pt x="57" y="98"/>
                    <a:pt x="57" y="98"/>
                    <a:pt x="57" y="98"/>
                  </a:cubicBezTo>
                  <a:cubicBezTo>
                    <a:pt x="57" y="16"/>
                    <a:pt x="57" y="16"/>
                    <a:pt x="57" y="16"/>
                  </a:cubicBezTo>
                  <a:cubicBezTo>
                    <a:pt x="415" y="16"/>
                    <a:pt x="415" y="16"/>
                    <a:pt x="415" y="16"/>
                  </a:cubicBezTo>
                  <a:lnTo>
                    <a:pt x="415" y="98"/>
                  </a:lnTo>
                  <a:close/>
                </a:path>
              </a:pathLst>
            </a:custGeom>
            <a:blipFill dpi="0" rotWithShape="1">
              <a:blip r:embed="rId13"/>
              <a:srcRect/>
              <a:stretch>
                <a:fillRect/>
              </a:stretch>
            </a:blipFill>
            <a:ln w="9525">
              <a:noFill/>
              <a:round/>
              <a:headEnd/>
              <a:tailEnd/>
            </a:ln>
          </p:spPr>
          <p:txBody>
            <a:bodyPr/>
            <a:lstStyle/>
            <a:p>
              <a:endParaRPr lang="en-GB"/>
            </a:p>
          </p:txBody>
        </p:sp>
        <p:sp>
          <p:nvSpPr>
            <p:cNvPr id="31795" name="Freeform 3"/>
            <p:cNvSpPr>
              <a:spLocks noChangeAspect="1" noEditPoints="1"/>
            </p:cNvSpPr>
            <p:nvPr/>
          </p:nvSpPr>
          <p:spPr bwMode="auto">
            <a:xfrm>
              <a:off x="3454302" y="2102708"/>
              <a:ext cx="101333" cy="89022"/>
            </a:xfrm>
            <a:custGeom>
              <a:avLst/>
              <a:gdLst>
                <a:gd name="T0" fmla="*/ 2147483647 w 339"/>
                <a:gd name="T1" fmla="*/ 2147483647 h 287"/>
                <a:gd name="T2" fmla="*/ 2147483647 w 339"/>
                <a:gd name="T3" fmla="*/ 2147483647 h 287"/>
                <a:gd name="T4" fmla="*/ 2147483647 w 339"/>
                <a:gd name="T5" fmla="*/ 2147483647 h 287"/>
                <a:gd name="T6" fmla="*/ 2147483647 w 339"/>
                <a:gd name="T7" fmla="*/ 2147483647 h 287"/>
                <a:gd name="T8" fmla="*/ 2147483647 w 339"/>
                <a:gd name="T9" fmla="*/ 2147483647 h 287"/>
                <a:gd name="T10" fmla="*/ 2147483647 w 339"/>
                <a:gd name="T11" fmla="*/ 2147483647 h 287"/>
                <a:gd name="T12" fmla="*/ 2147483647 w 339"/>
                <a:gd name="T13" fmla="*/ 2147483647 h 287"/>
                <a:gd name="T14" fmla="*/ 2147483647 w 339"/>
                <a:gd name="T15" fmla="*/ 2147483647 h 287"/>
                <a:gd name="T16" fmla="*/ 2147483647 w 339"/>
                <a:gd name="T17" fmla="*/ 2147483647 h 287"/>
                <a:gd name="T18" fmla="*/ 2147483647 w 339"/>
                <a:gd name="T19" fmla="*/ 2147483647 h 287"/>
                <a:gd name="T20" fmla="*/ 2147483647 w 339"/>
                <a:gd name="T21" fmla="*/ 2147483647 h 287"/>
                <a:gd name="T22" fmla="*/ 2147483647 w 339"/>
                <a:gd name="T23" fmla="*/ 2147483647 h 287"/>
                <a:gd name="T24" fmla="*/ 2147483647 w 339"/>
                <a:gd name="T25" fmla="*/ 2147483647 h 287"/>
                <a:gd name="T26" fmla="*/ 2147483647 w 339"/>
                <a:gd name="T27" fmla="*/ 2147483647 h 287"/>
                <a:gd name="T28" fmla="*/ 2147483647 w 339"/>
                <a:gd name="T29" fmla="*/ 2147483647 h 287"/>
                <a:gd name="T30" fmla="*/ 2147483647 w 339"/>
                <a:gd name="T31" fmla="*/ 2147483647 h 287"/>
                <a:gd name="T32" fmla="*/ 2147483647 w 339"/>
                <a:gd name="T33" fmla="*/ 2147483647 h 287"/>
                <a:gd name="T34" fmla="*/ 2147483647 w 339"/>
                <a:gd name="T35" fmla="*/ 2147483647 h 287"/>
                <a:gd name="T36" fmla="*/ 2147483647 w 339"/>
                <a:gd name="T37" fmla="*/ 2147483647 h 287"/>
                <a:gd name="T38" fmla="*/ 2147483647 w 339"/>
                <a:gd name="T39" fmla="*/ 2147483647 h 287"/>
                <a:gd name="T40" fmla="*/ 2147483647 w 339"/>
                <a:gd name="T41" fmla="*/ 2147483647 h 287"/>
                <a:gd name="T42" fmla="*/ 2147483647 w 339"/>
                <a:gd name="T43" fmla="*/ 2147483647 h 287"/>
                <a:gd name="T44" fmla="*/ 2147483647 w 339"/>
                <a:gd name="T45" fmla="*/ 2147483647 h 287"/>
                <a:gd name="T46" fmla="*/ 2147483647 w 339"/>
                <a:gd name="T47" fmla="*/ 2147483647 h 287"/>
                <a:gd name="T48" fmla="*/ 2147483647 w 339"/>
                <a:gd name="T49" fmla="*/ 2147483647 h 287"/>
                <a:gd name="T50" fmla="*/ 2147483647 w 339"/>
                <a:gd name="T51" fmla="*/ 2147483647 h 287"/>
                <a:gd name="T52" fmla="*/ 2147483647 w 339"/>
                <a:gd name="T53" fmla="*/ 2147483647 h 287"/>
                <a:gd name="T54" fmla="*/ 2147483647 w 339"/>
                <a:gd name="T55" fmla="*/ 2147483647 h 287"/>
                <a:gd name="T56" fmla="*/ 2147483647 w 339"/>
                <a:gd name="T57" fmla="*/ 0 h 287"/>
                <a:gd name="T58" fmla="*/ 2147483647 w 339"/>
                <a:gd name="T59" fmla="*/ 0 h 287"/>
                <a:gd name="T60" fmla="*/ 2147483647 w 339"/>
                <a:gd name="T61" fmla="*/ 2147483647 h 287"/>
                <a:gd name="T62" fmla="*/ 2147483647 w 339"/>
                <a:gd name="T63" fmla="*/ 2147483647 h 287"/>
                <a:gd name="T64" fmla="*/ 2147483647 w 339"/>
                <a:gd name="T65" fmla="*/ 2147483647 h 287"/>
                <a:gd name="T66" fmla="*/ 2147483647 w 339"/>
                <a:gd name="T67" fmla="*/ 2147483647 h 287"/>
                <a:gd name="T68" fmla="*/ 0 w 339"/>
                <a:gd name="T69" fmla="*/ 2147483647 h 287"/>
                <a:gd name="T70" fmla="*/ 0 w 339"/>
                <a:gd name="T71" fmla="*/ 2147483647 h 287"/>
                <a:gd name="T72" fmla="*/ 2147483647 w 339"/>
                <a:gd name="T73" fmla="*/ 2147483647 h 287"/>
                <a:gd name="T74" fmla="*/ 2147483647 w 339"/>
                <a:gd name="T75" fmla="*/ 2147483647 h 287"/>
                <a:gd name="T76" fmla="*/ 2147483647 w 339"/>
                <a:gd name="T77" fmla="*/ 2147483647 h 287"/>
                <a:gd name="T78" fmla="*/ 2147483647 w 339"/>
                <a:gd name="T79" fmla="*/ 2147483647 h 287"/>
                <a:gd name="T80" fmla="*/ 2147483647 w 339"/>
                <a:gd name="T81" fmla="*/ 2147483647 h 28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39"/>
                <a:gd name="T124" fmla="*/ 0 h 287"/>
                <a:gd name="T125" fmla="*/ 339 w 339"/>
                <a:gd name="T126" fmla="*/ 287 h 28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39" h="287">
                  <a:moveTo>
                    <a:pt x="84" y="162"/>
                  </a:moveTo>
                  <a:cubicBezTo>
                    <a:pt x="84" y="209"/>
                    <a:pt x="122" y="247"/>
                    <a:pt x="169" y="247"/>
                  </a:cubicBezTo>
                  <a:cubicBezTo>
                    <a:pt x="216" y="247"/>
                    <a:pt x="254" y="209"/>
                    <a:pt x="254" y="162"/>
                  </a:cubicBezTo>
                  <a:cubicBezTo>
                    <a:pt x="254" y="115"/>
                    <a:pt x="216" y="77"/>
                    <a:pt x="169" y="77"/>
                  </a:cubicBezTo>
                  <a:cubicBezTo>
                    <a:pt x="122" y="77"/>
                    <a:pt x="84" y="115"/>
                    <a:pt x="84" y="162"/>
                  </a:cubicBezTo>
                  <a:close/>
                  <a:moveTo>
                    <a:pt x="238" y="162"/>
                  </a:moveTo>
                  <a:cubicBezTo>
                    <a:pt x="238" y="200"/>
                    <a:pt x="207" y="231"/>
                    <a:pt x="169" y="231"/>
                  </a:cubicBezTo>
                  <a:cubicBezTo>
                    <a:pt x="131" y="231"/>
                    <a:pt x="100" y="200"/>
                    <a:pt x="100" y="162"/>
                  </a:cubicBezTo>
                  <a:cubicBezTo>
                    <a:pt x="100" y="124"/>
                    <a:pt x="131" y="93"/>
                    <a:pt x="169" y="93"/>
                  </a:cubicBezTo>
                  <a:cubicBezTo>
                    <a:pt x="207" y="93"/>
                    <a:pt x="238" y="124"/>
                    <a:pt x="238" y="162"/>
                  </a:cubicBezTo>
                  <a:close/>
                  <a:moveTo>
                    <a:pt x="331" y="118"/>
                  </a:moveTo>
                  <a:cubicBezTo>
                    <a:pt x="326" y="118"/>
                    <a:pt x="323" y="121"/>
                    <a:pt x="323" y="126"/>
                  </a:cubicBezTo>
                  <a:cubicBezTo>
                    <a:pt x="323" y="240"/>
                    <a:pt x="323" y="240"/>
                    <a:pt x="323" y="240"/>
                  </a:cubicBezTo>
                  <a:cubicBezTo>
                    <a:pt x="323" y="257"/>
                    <a:pt x="309" y="271"/>
                    <a:pt x="292" y="271"/>
                  </a:cubicBezTo>
                  <a:cubicBezTo>
                    <a:pt x="47" y="271"/>
                    <a:pt x="47" y="271"/>
                    <a:pt x="47" y="271"/>
                  </a:cubicBezTo>
                  <a:cubicBezTo>
                    <a:pt x="30" y="271"/>
                    <a:pt x="16" y="257"/>
                    <a:pt x="16" y="240"/>
                  </a:cubicBezTo>
                  <a:cubicBezTo>
                    <a:pt x="16" y="84"/>
                    <a:pt x="16" y="84"/>
                    <a:pt x="16" y="84"/>
                  </a:cubicBezTo>
                  <a:cubicBezTo>
                    <a:pt x="16" y="67"/>
                    <a:pt x="30" y="54"/>
                    <a:pt x="47" y="53"/>
                  </a:cubicBezTo>
                  <a:cubicBezTo>
                    <a:pt x="292" y="53"/>
                    <a:pt x="292" y="53"/>
                    <a:pt x="292" y="53"/>
                  </a:cubicBezTo>
                  <a:cubicBezTo>
                    <a:pt x="309" y="54"/>
                    <a:pt x="323" y="67"/>
                    <a:pt x="323" y="84"/>
                  </a:cubicBezTo>
                  <a:cubicBezTo>
                    <a:pt x="323" y="94"/>
                    <a:pt x="323" y="94"/>
                    <a:pt x="323" y="94"/>
                  </a:cubicBezTo>
                  <a:cubicBezTo>
                    <a:pt x="323" y="99"/>
                    <a:pt x="326" y="102"/>
                    <a:pt x="331" y="102"/>
                  </a:cubicBezTo>
                  <a:cubicBezTo>
                    <a:pt x="335" y="102"/>
                    <a:pt x="339" y="99"/>
                    <a:pt x="339" y="94"/>
                  </a:cubicBezTo>
                  <a:cubicBezTo>
                    <a:pt x="339" y="84"/>
                    <a:pt x="339" y="84"/>
                    <a:pt x="339" y="84"/>
                  </a:cubicBezTo>
                  <a:cubicBezTo>
                    <a:pt x="339" y="58"/>
                    <a:pt x="318" y="37"/>
                    <a:pt x="292" y="37"/>
                  </a:cubicBezTo>
                  <a:cubicBezTo>
                    <a:pt x="96" y="37"/>
                    <a:pt x="96" y="37"/>
                    <a:pt x="96" y="37"/>
                  </a:cubicBezTo>
                  <a:cubicBezTo>
                    <a:pt x="98" y="35"/>
                    <a:pt x="98" y="33"/>
                    <a:pt x="98" y="30"/>
                  </a:cubicBezTo>
                  <a:cubicBezTo>
                    <a:pt x="98" y="16"/>
                    <a:pt x="98" y="16"/>
                    <a:pt x="98" y="16"/>
                  </a:cubicBezTo>
                  <a:cubicBezTo>
                    <a:pt x="98" y="7"/>
                    <a:pt x="91" y="0"/>
                    <a:pt x="83" y="0"/>
                  </a:cubicBezTo>
                  <a:cubicBezTo>
                    <a:pt x="62" y="0"/>
                    <a:pt x="62" y="0"/>
                    <a:pt x="62" y="0"/>
                  </a:cubicBezTo>
                  <a:cubicBezTo>
                    <a:pt x="53" y="0"/>
                    <a:pt x="46" y="7"/>
                    <a:pt x="46" y="16"/>
                  </a:cubicBezTo>
                  <a:cubicBezTo>
                    <a:pt x="46" y="30"/>
                    <a:pt x="46" y="30"/>
                    <a:pt x="46" y="30"/>
                  </a:cubicBezTo>
                  <a:cubicBezTo>
                    <a:pt x="46" y="33"/>
                    <a:pt x="47" y="35"/>
                    <a:pt x="48" y="37"/>
                  </a:cubicBezTo>
                  <a:cubicBezTo>
                    <a:pt x="47" y="37"/>
                    <a:pt x="47" y="37"/>
                    <a:pt x="47" y="37"/>
                  </a:cubicBezTo>
                  <a:cubicBezTo>
                    <a:pt x="21" y="37"/>
                    <a:pt x="0" y="58"/>
                    <a:pt x="0" y="84"/>
                  </a:cubicBezTo>
                  <a:cubicBezTo>
                    <a:pt x="0" y="240"/>
                    <a:pt x="0" y="240"/>
                    <a:pt x="0" y="240"/>
                  </a:cubicBezTo>
                  <a:cubicBezTo>
                    <a:pt x="0" y="266"/>
                    <a:pt x="21" y="287"/>
                    <a:pt x="47" y="287"/>
                  </a:cubicBezTo>
                  <a:cubicBezTo>
                    <a:pt x="292" y="287"/>
                    <a:pt x="292" y="287"/>
                    <a:pt x="292" y="287"/>
                  </a:cubicBezTo>
                  <a:cubicBezTo>
                    <a:pt x="318" y="287"/>
                    <a:pt x="339" y="266"/>
                    <a:pt x="339" y="240"/>
                  </a:cubicBezTo>
                  <a:cubicBezTo>
                    <a:pt x="339" y="126"/>
                    <a:pt x="339" y="126"/>
                    <a:pt x="339" y="126"/>
                  </a:cubicBezTo>
                  <a:cubicBezTo>
                    <a:pt x="339" y="121"/>
                    <a:pt x="335" y="118"/>
                    <a:pt x="331" y="118"/>
                  </a:cubicBezTo>
                  <a:close/>
                </a:path>
              </a:pathLst>
            </a:custGeom>
            <a:blipFill dpi="0" rotWithShape="1">
              <a:blip r:embed="rId14"/>
              <a:srcRect/>
              <a:stretch>
                <a:fillRect/>
              </a:stretch>
            </a:blipFill>
            <a:ln w="9525">
              <a:noFill/>
              <a:round/>
              <a:headEnd/>
              <a:tailEnd/>
            </a:ln>
          </p:spPr>
          <p:txBody>
            <a:bodyPr/>
            <a:lstStyle/>
            <a:p>
              <a:endParaRPr lang="en-GB"/>
            </a:p>
          </p:txBody>
        </p:sp>
        <p:sp>
          <p:nvSpPr>
            <p:cNvPr id="31796" name="Freeform 3"/>
            <p:cNvSpPr>
              <a:spLocks noChangeAspect="1" noEditPoints="1"/>
            </p:cNvSpPr>
            <p:nvPr/>
          </p:nvSpPr>
          <p:spPr bwMode="auto">
            <a:xfrm>
              <a:off x="3744038" y="2278938"/>
              <a:ext cx="143966" cy="57068"/>
            </a:xfrm>
            <a:custGeom>
              <a:avLst/>
              <a:gdLst>
                <a:gd name="T0" fmla="*/ 2147483647 w 482"/>
                <a:gd name="T1" fmla="*/ 2147483647 h 184"/>
                <a:gd name="T2" fmla="*/ 2147483647 w 482"/>
                <a:gd name="T3" fmla="*/ 2147483647 h 184"/>
                <a:gd name="T4" fmla="*/ 2147483647 w 482"/>
                <a:gd name="T5" fmla="*/ 2147483647 h 184"/>
                <a:gd name="T6" fmla="*/ 2147483647 w 482"/>
                <a:gd name="T7" fmla="*/ 2147483647 h 184"/>
                <a:gd name="T8" fmla="*/ 2147483647 w 482"/>
                <a:gd name="T9" fmla="*/ 2147483647 h 184"/>
                <a:gd name="T10" fmla="*/ 2147483647 w 482"/>
                <a:gd name="T11" fmla="*/ 2147483647 h 184"/>
                <a:gd name="T12" fmla="*/ 2147483647 w 482"/>
                <a:gd name="T13" fmla="*/ 2147483647 h 184"/>
                <a:gd name="T14" fmla="*/ 2147483647 w 482"/>
                <a:gd name="T15" fmla="*/ 0 h 184"/>
                <a:gd name="T16" fmla="*/ 0 w 482"/>
                <a:gd name="T17" fmla="*/ 2147483647 h 184"/>
                <a:gd name="T18" fmla="*/ 2147483647 w 482"/>
                <a:gd name="T19" fmla="*/ 2147483647 h 184"/>
                <a:gd name="T20" fmla="*/ 2147483647 w 482"/>
                <a:gd name="T21" fmla="*/ 2147483647 h 184"/>
                <a:gd name="T22" fmla="*/ 2147483647 w 482"/>
                <a:gd name="T23" fmla="*/ 2147483647 h 184"/>
                <a:gd name="T24" fmla="*/ 2147483647 w 482"/>
                <a:gd name="T25" fmla="*/ 2147483647 h 184"/>
                <a:gd name="T26" fmla="*/ 2147483647 w 482"/>
                <a:gd name="T27" fmla="*/ 2147483647 h 184"/>
                <a:gd name="T28" fmla="*/ 2147483647 w 482"/>
                <a:gd name="T29" fmla="*/ 2147483647 h 184"/>
                <a:gd name="T30" fmla="*/ 2147483647 w 482"/>
                <a:gd name="T31" fmla="*/ 2147483647 h 184"/>
                <a:gd name="T32" fmla="*/ 2147483647 w 482"/>
                <a:gd name="T33" fmla="*/ 2147483647 h 184"/>
                <a:gd name="T34" fmla="*/ 2147483647 w 482"/>
                <a:gd name="T35" fmla="*/ 2147483647 h 184"/>
                <a:gd name="T36" fmla="*/ 2147483647 w 482"/>
                <a:gd name="T37" fmla="*/ 2147483647 h 184"/>
                <a:gd name="T38" fmla="*/ 2147483647 w 482"/>
                <a:gd name="T39" fmla="*/ 2147483647 h 184"/>
                <a:gd name="T40" fmla="*/ 2147483647 w 482"/>
                <a:gd name="T41" fmla="*/ 2147483647 h 184"/>
                <a:gd name="T42" fmla="*/ 2147483647 w 482"/>
                <a:gd name="T43" fmla="*/ 2147483647 h 184"/>
                <a:gd name="T44" fmla="*/ 2147483647 w 482"/>
                <a:gd name="T45" fmla="*/ 2147483647 h 184"/>
                <a:gd name="T46" fmla="*/ 2147483647 w 482"/>
                <a:gd name="T47" fmla="*/ 2147483647 h 184"/>
                <a:gd name="T48" fmla="*/ 2147483647 w 482"/>
                <a:gd name="T49" fmla="*/ 2147483647 h 184"/>
                <a:gd name="T50" fmla="*/ 2147483647 w 482"/>
                <a:gd name="T51" fmla="*/ 2147483647 h 184"/>
                <a:gd name="T52" fmla="*/ 2147483647 w 482"/>
                <a:gd name="T53" fmla="*/ 2147483647 h 184"/>
                <a:gd name="T54" fmla="*/ 2147483647 w 482"/>
                <a:gd name="T55" fmla="*/ 2147483647 h 184"/>
                <a:gd name="T56" fmla="*/ 2147483647 w 482"/>
                <a:gd name="T57" fmla="*/ 2147483647 h 184"/>
                <a:gd name="T58" fmla="*/ 2147483647 w 482"/>
                <a:gd name="T59" fmla="*/ 2147483647 h 184"/>
                <a:gd name="T60" fmla="*/ 2147483647 w 482"/>
                <a:gd name="T61" fmla="*/ 2147483647 h 184"/>
                <a:gd name="T62" fmla="*/ 2147483647 w 482"/>
                <a:gd name="T63" fmla="*/ 2147483647 h 184"/>
                <a:gd name="T64" fmla="*/ 2147483647 w 482"/>
                <a:gd name="T65" fmla="*/ 2147483647 h 184"/>
                <a:gd name="T66" fmla="*/ 2147483647 w 482"/>
                <a:gd name="T67" fmla="*/ 2147483647 h 18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82"/>
                <a:gd name="T103" fmla="*/ 0 h 184"/>
                <a:gd name="T104" fmla="*/ 482 w 482"/>
                <a:gd name="T105" fmla="*/ 184 h 18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82" h="184">
                  <a:moveTo>
                    <a:pt x="46" y="134"/>
                  </a:moveTo>
                  <a:cubicBezTo>
                    <a:pt x="436" y="134"/>
                    <a:pt x="436" y="134"/>
                    <a:pt x="436" y="134"/>
                  </a:cubicBezTo>
                  <a:cubicBezTo>
                    <a:pt x="441" y="134"/>
                    <a:pt x="444" y="131"/>
                    <a:pt x="444" y="126"/>
                  </a:cubicBezTo>
                  <a:cubicBezTo>
                    <a:pt x="444" y="122"/>
                    <a:pt x="441" y="118"/>
                    <a:pt x="436" y="118"/>
                  </a:cubicBezTo>
                  <a:cubicBezTo>
                    <a:pt x="46" y="118"/>
                    <a:pt x="46" y="118"/>
                    <a:pt x="46" y="118"/>
                  </a:cubicBezTo>
                  <a:cubicBezTo>
                    <a:pt x="42" y="118"/>
                    <a:pt x="38" y="122"/>
                    <a:pt x="38" y="126"/>
                  </a:cubicBezTo>
                  <a:cubicBezTo>
                    <a:pt x="38" y="131"/>
                    <a:pt x="42" y="134"/>
                    <a:pt x="46" y="134"/>
                  </a:cubicBezTo>
                  <a:close/>
                  <a:moveTo>
                    <a:pt x="142" y="46"/>
                  </a:moveTo>
                  <a:cubicBezTo>
                    <a:pt x="142" y="36"/>
                    <a:pt x="134" y="28"/>
                    <a:pt x="124" y="28"/>
                  </a:cubicBezTo>
                  <a:cubicBezTo>
                    <a:pt x="113" y="28"/>
                    <a:pt x="105" y="36"/>
                    <a:pt x="105" y="46"/>
                  </a:cubicBezTo>
                  <a:cubicBezTo>
                    <a:pt x="105" y="56"/>
                    <a:pt x="113" y="65"/>
                    <a:pt x="124" y="65"/>
                  </a:cubicBezTo>
                  <a:cubicBezTo>
                    <a:pt x="134" y="65"/>
                    <a:pt x="142" y="56"/>
                    <a:pt x="142" y="46"/>
                  </a:cubicBezTo>
                  <a:close/>
                  <a:moveTo>
                    <a:pt x="474" y="48"/>
                  </a:moveTo>
                  <a:cubicBezTo>
                    <a:pt x="479" y="48"/>
                    <a:pt x="482" y="45"/>
                    <a:pt x="482" y="40"/>
                  </a:cubicBezTo>
                  <a:cubicBezTo>
                    <a:pt x="482" y="16"/>
                    <a:pt x="482" y="16"/>
                    <a:pt x="482" y="16"/>
                  </a:cubicBezTo>
                  <a:cubicBezTo>
                    <a:pt x="482" y="7"/>
                    <a:pt x="475" y="0"/>
                    <a:pt x="466" y="0"/>
                  </a:cubicBezTo>
                  <a:cubicBezTo>
                    <a:pt x="16" y="0"/>
                    <a:pt x="16" y="0"/>
                    <a:pt x="16" y="0"/>
                  </a:cubicBezTo>
                  <a:cubicBezTo>
                    <a:pt x="7" y="0"/>
                    <a:pt x="0" y="7"/>
                    <a:pt x="0" y="16"/>
                  </a:cubicBezTo>
                  <a:cubicBezTo>
                    <a:pt x="0" y="147"/>
                    <a:pt x="0" y="147"/>
                    <a:pt x="0" y="147"/>
                  </a:cubicBezTo>
                  <a:cubicBezTo>
                    <a:pt x="0" y="156"/>
                    <a:pt x="7" y="163"/>
                    <a:pt x="16" y="163"/>
                  </a:cubicBezTo>
                  <a:cubicBezTo>
                    <a:pt x="42" y="163"/>
                    <a:pt x="42" y="163"/>
                    <a:pt x="42" y="163"/>
                  </a:cubicBezTo>
                  <a:cubicBezTo>
                    <a:pt x="42" y="174"/>
                    <a:pt x="42" y="174"/>
                    <a:pt x="42" y="174"/>
                  </a:cubicBezTo>
                  <a:cubicBezTo>
                    <a:pt x="42" y="179"/>
                    <a:pt x="46" y="184"/>
                    <a:pt x="52" y="184"/>
                  </a:cubicBezTo>
                  <a:cubicBezTo>
                    <a:pt x="90" y="184"/>
                    <a:pt x="90" y="184"/>
                    <a:pt x="90" y="184"/>
                  </a:cubicBezTo>
                  <a:cubicBezTo>
                    <a:pt x="96" y="184"/>
                    <a:pt x="100" y="179"/>
                    <a:pt x="100" y="174"/>
                  </a:cubicBezTo>
                  <a:cubicBezTo>
                    <a:pt x="100" y="163"/>
                    <a:pt x="100" y="163"/>
                    <a:pt x="100" y="163"/>
                  </a:cubicBezTo>
                  <a:cubicBezTo>
                    <a:pt x="382" y="163"/>
                    <a:pt x="382" y="163"/>
                    <a:pt x="382" y="163"/>
                  </a:cubicBezTo>
                  <a:cubicBezTo>
                    <a:pt x="382" y="174"/>
                    <a:pt x="382" y="174"/>
                    <a:pt x="382" y="174"/>
                  </a:cubicBezTo>
                  <a:cubicBezTo>
                    <a:pt x="382" y="179"/>
                    <a:pt x="386" y="184"/>
                    <a:pt x="392" y="184"/>
                  </a:cubicBezTo>
                  <a:cubicBezTo>
                    <a:pt x="430" y="184"/>
                    <a:pt x="430" y="184"/>
                    <a:pt x="430" y="184"/>
                  </a:cubicBezTo>
                  <a:cubicBezTo>
                    <a:pt x="436" y="184"/>
                    <a:pt x="440" y="179"/>
                    <a:pt x="440" y="174"/>
                  </a:cubicBezTo>
                  <a:cubicBezTo>
                    <a:pt x="440" y="163"/>
                    <a:pt x="440" y="163"/>
                    <a:pt x="440" y="163"/>
                  </a:cubicBezTo>
                  <a:cubicBezTo>
                    <a:pt x="466" y="163"/>
                    <a:pt x="466" y="163"/>
                    <a:pt x="466" y="163"/>
                  </a:cubicBezTo>
                  <a:cubicBezTo>
                    <a:pt x="475" y="163"/>
                    <a:pt x="482" y="156"/>
                    <a:pt x="482" y="147"/>
                  </a:cubicBezTo>
                  <a:cubicBezTo>
                    <a:pt x="482" y="72"/>
                    <a:pt x="482" y="72"/>
                    <a:pt x="482" y="72"/>
                  </a:cubicBezTo>
                  <a:cubicBezTo>
                    <a:pt x="482" y="67"/>
                    <a:pt x="479" y="64"/>
                    <a:pt x="474" y="64"/>
                  </a:cubicBezTo>
                  <a:cubicBezTo>
                    <a:pt x="470" y="64"/>
                    <a:pt x="466" y="67"/>
                    <a:pt x="466" y="72"/>
                  </a:cubicBezTo>
                  <a:cubicBezTo>
                    <a:pt x="466" y="72"/>
                    <a:pt x="466" y="72"/>
                    <a:pt x="466" y="72"/>
                  </a:cubicBezTo>
                  <a:cubicBezTo>
                    <a:pt x="466" y="147"/>
                    <a:pt x="466" y="147"/>
                    <a:pt x="466" y="147"/>
                  </a:cubicBezTo>
                  <a:cubicBezTo>
                    <a:pt x="16" y="147"/>
                    <a:pt x="16" y="147"/>
                    <a:pt x="16" y="147"/>
                  </a:cubicBezTo>
                  <a:cubicBezTo>
                    <a:pt x="16" y="16"/>
                    <a:pt x="16" y="16"/>
                    <a:pt x="16" y="16"/>
                  </a:cubicBezTo>
                  <a:cubicBezTo>
                    <a:pt x="466" y="16"/>
                    <a:pt x="466" y="16"/>
                    <a:pt x="466" y="16"/>
                  </a:cubicBezTo>
                  <a:cubicBezTo>
                    <a:pt x="466" y="40"/>
                    <a:pt x="466" y="40"/>
                    <a:pt x="466" y="40"/>
                  </a:cubicBezTo>
                  <a:cubicBezTo>
                    <a:pt x="466" y="45"/>
                    <a:pt x="470" y="48"/>
                    <a:pt x="474" y="48"/>
                  </a:cubicBezTo>
                  <a:close/>
                  <a:moveTo>
                    <a:pt x="49" y="88"/>
                  </a:moveTo>
                  <a:cubicBezTo>
                    <a:pt x="78" y="88"/>
                    <a:pt x="78" y="88"/>
                    <a:pt x="78" y="88"/>
                  </a:cubicBezTo>
                  <a:cubicBezTo>
                    <a:pt x="82" y="88"/>
                    <a:pt x="86" y="84"/>
                    <a:pt x="86" y="80"/>
                  </a:cubicBezTo>
                  <a:cubicBezTo>
                    <a:pt x="86" y="36"/>
                    <a:pt x="86" y="36"/>
                    <a:pt x="86" y="36"/>
                  </a:cubicBezTo>
                  <a:cubicBezTo>
                    <a:pt x="86" y="32"/>
                    <a:pt x="82" y="28"/>
                    <a:pt x="78" y="28"/>
                  </a:cubicBezTo>
                  <a:cubicBezTo>
                    <a:pt x="49" y="28"/>
                    <a:pt x="49" y="28"/>
                    <a:pt x="49" y="28"/>
                  </a:cubicBezTo>
                  <a:cubicBezTo>
                    <a:pt x="44" y="28"/>
                    <a:pt x="41" y="32"/>
                    <a:pt x="41" y="36"/>
                  </a:cubicBezTo>
                  <a:cubicBezTo>
                    <a:pt x="41" y="80"/>
                    <a:pt x="41" y="80"/>
                    <a:pt x="41" y="80"/>
                  </a:cubicBezTo>
                  <a:cubicBezTo>
                    <a:pt x="41" y="84"/>
                    <a:pt x="44" y="88"/>
                    <a:pt x="49" y="88"/>
                  </a:cubicBezTo>
                  <a:close/>
                  <a:moveTo>
                    <a:pt x="310" y="46"/>
                  </a:moveTo>
                  <a:cubicBezTo>
                    <a:pt x="310" y="36"/>
                    <a:pt x="302" y="28"/>
                    <a:pt x="292" y="28"/>
                  </a:cubicBezTo>
                  <a:cubicBezTo>
                    <a:pt x="281" y="28"/>
                    <a:pt x="273" y="36"/>
                    <a:pt x="273" y="46"/>
                  </a:cubicBezTo>
                  <a:cubicBezTo>
                    <a:pt x="273" y="56"/>
                    <a:pt x="281" y="65"/>
                    <a:pt x="292" y="65"/>
                  </a:cubicBezTo>
                  <a:cubicBezTo>
                    <a:pt x="302" y="65"/>
                    <a:pt x="310" y="56"/>
                    <a:pt x="310" y="46"/>
                  </a:cubicBezTo>
                  <a:close/>
                  <a:moveTo>
                    <a:pt x="254" y="46"/>
                  </a:moveTo>
                  <a:cubicBezTo>
                    <a:pt x="254" y="36"/>
                    <a:pt x="246" y="28"/>
                    <a:pt x="236" y="28"/>
                  </a:cubicBezTo>
                  <a:cubicBezTo>
                    <a:pt x="225" y="28"/>
                    <a:pt x="217" y="36"/>
                    <a:pt x="217" y="46"/>
                  </a:cubicBezTo>
                  <a:cubicBezTo>
                    <a:pt x="217" y="56"/>
                    <a:pt x="225" y="65"/>
                    <a:pt x="236" y="65"/>
                  </a:cubicBezTo>
                  <a:cubicBezTo>
                    <a:pt x="246" y="65"/>
                    <a:pt x="254" y="56"/>
                    <a:pt x="254" y="46"/>
                  </a:cubicBezTo>
                  <a:close/>
                  <a:moveTo>
                    <a:pt x="198" y="46"/>
                  </a:moveTo>
                  <a:cubicBezTo>
                    <a:pt x="198" y="36"/>
                    <a:pt x="190" y="28"/>
                    <a:pt x="180" y="28"/>
                  </a:cubicBezTo>
                  <a:cubicBezTo>
                    <a:pt x="169" y="28"/>
                    <a:pt x="161" y="36"/>
                    <a:pt x="161" y="46"/>
                  </a:cubicBezTo>
                  <a:cubicBezTo>
                    <a:pt x="161" y="56"/>
                    <a:pt x="169" y="65"/>
                    <a:pt x="180" y="65"/>
                  </a:cubicBezTo>
                  <a:cubicBezTo>
                    <a:pt x="190" y="65"/>
                    <a:pt x="198" y="56"/>
                    <a:pt x="198" y="46"/>
                  </a:cubicBezTo>
                  <a:close/>
                </a:path>
              </a:pathLst>
            </a:custGeom>
            <a:blipFill dpi="0" rotWithShape="1">
              <a:blip r:embed="rId15"/>
              <a:srcRect/>
              <a:stretch>
                <a:fillRect/>
              </a:stretch>
            </a:blipFill>
            <a:ln w="9525">
              <a:noFill/>
              <a:round/>
              <a:headEnd/>
              <a:tailEnd/>
            </a:ln>
          </p:spPr>
          <p:txBody>
            <a:bodyPr/>
            <a:lstStyle/>
            <a:p>
              <a:endParaRPr lang="en-GB"/>
            </a:p>
          </p:txBody>
        </p:sp>
        <p:sp>
          <p:nvSpPr>
            <p:cNvPr id="31797" name="Freeform 3"/>
            <p:cNvSpPr>
              <a:spLocks noChangeAspect="1" noEditPoints="1"/>
            </p:cNvSpPr>
            <p:nvPr/>
          </p:nvSpPr>
          <p:spPr bwMode="auto">
            <a:xfrm>
              <a:off x="3938322" y="2249224"/>
              <a:ext cx="143207" cy="144381"/>
            </a:xfrm>
            <a:custGeom>
              <a:avLst/>
              <a:gdLst>
                <a:gd name="T0" fmla="*/ 2147483647 w 479"/>
                <a:gd name="T1" fmla="*/ 2147483647 h 465"/>
                <a:gd name="T2" fmla="*/ 2147483647 w 479"/>
                <a:gd name="T3" fmla="*/ 0 h 465"/>
                <a:gd name="T4" fmla="*/ 2147483647 w 479"/>
                <a:gd name="T5" fmla="*/ 2147483647 h 465"/>
                <a:gd name="T6" fmla="*/ 2147483647 w 479"/>
                <a:gd name="T7" fmla="*/ 2147483647 h 465"/>
                <a:gd name="T8" fmla="*/ 2147483647 w 479"/>
                <a:gd name="T9" fmla="*/ 2147483647 h 465"/>
                <a:gd name="T10" fmla="*/ 2147483647 w 479"/>
                <a:gd name="T11" fmla="*/ 2147483647 h 465"/>
                <a:gd name="T12" fmla="*/ 2147483647 w 479"/>
                <a:gd name="T13" fmla="*/ 2147483647 h 465"/>
                <a:gd name="T14" fmla="*/ 2147483647 w 479"/>
                <a:gd name="T15" fmla="*/ 2147483647 h 465"/>
                <a:gd name="T16" fmla="*/ 2147483647 w 479"/>
                <a:gd name="T17" fmla="*/ 2147483647 h 465"/>
                <a:gd name="T18" fmla="*/ 2147483647 w 479"/>
                <a:gd name="T19" fmla="*/ 2147483647 h 465"/>
                <a:gd name="T20" fmla="*/ 2147483647 w 479"/>
                <a:gd name="T21" fmla="*/ 2147483647 h 465"/>
                <a:gd name="T22" fmla="*/ 2147483647 w 479"/>
                <a:gd name="T23" fmla="*/ 2147483647 h 465"/>
                <a:gd name="T24" fmla="*/ 2147483647 w 479"/>
                <a:gd name="T25" fmla="*/ 2147483647 h 465"/>
                <a:gd name="T26" fmla="*/ 2147483647 w 479"/>
                <a:gd name="T27" fmla="*/ 2147483647 h 465"/>
                <a:gd name="T28" fmla="*/ 2147483647 w 479"/>
                <a:gd name="T29" fmla="*/ 2147483647 h 465"/>
                <a:gd name="T30" fmla="*/ 2147483647 w 479"/>
                <a:gd name="T31" fmla="*/ 2147483647 h 465"/>
                <a:gd name="T32" fmla="*/ 2147483647 w 479"/>
                <a:gd name="T33" fmla="*/ 2147483647 h 465"/>
                <a:gd name="T34" fmla="*/ 2147483647 w 479"/>
                <a:gd name="T35" fmla="*/ 2147483647 h 465"/>
                <a:gd name="T36" fmla="*/ 2147483647 w 479"/>
                <a:gd name="T37" fmla="*/ 2147483647 h 465"/>
                <a:gd name="T38" fmla="*/ 2147483647 w 479"/>
                <a:gd name="T39" fmla="*/ 2147483647 h 465"/>
                <a:gd name="T40" fmla="*/ 2147483647 w 479"/>
                <a:gd name="T41" fmla="*/ 2147483647 h 465"/>
                <a:gd name="T42" fmla="*/ 2147483647 w 479"/>
                <a:gd name="T43" fmla="*/ 2147483647 h 465"/>
                <a:gd name="T44" fmla="*/ 2147483647 w 479"/>
                <a:gd name="T45" fmla="*/ 2147483647 h 465"/>
                <a:gd name="T46" fmla="*/ 2147483647 w 479"/>
                <a:gd name="T47" fmla="*/ 2147483647 h 465"/>
                <a:gd name="T48" fmla="*/ 2147483647 w 479"/>
                <a:gd name="T49" fmla="*/ 2147483647 h 465"/>
                <a:gd name="T50" fmla="*/ 2147483647 w 479"/>
                <a:gd name="T51" fmla="*/ 2147483647 h 465"/>
                <a:gd name="T52" fmla="*/ 2147483647 w 479"/>
                <a:gd name="T53" fmla="*/ 2147483647 h 465"/>
                <a:gd name="T54" fmla="*/ 2147483647 w 479"/>
                <a:gd name="T55" fmla="*/ 2147483647 h 465"/>
                <a:gd name="T56" fmla="*/ 2147483647 w 479"/>
                <a:gd name="T57" fmla="*/ 2147483647 h 465"/>
                <a:gd name="T58" fmla="*/ 2147483647 w 479"/>
                <a:gd name="T59" fmla="*/ 2147483647 h 465"/>
                <a:gd name="T60" fmla="*/ 2147483647 w 479"/>
                <a:gd name="T61" fmla="*/ 2147483647 h 465"/>
                <a:gd name="T62" fmla="*/ 2147483647 w 479"/>
                <a:gd name="T63" fmla="*/ 2147483647 h 465"/>
                <a:gd name="T64" fmla="*/ 2147483647 w 479"/>
                <a:gd name="T65" fmla="*/ 2147483647 h 465"/>
                <a:gd name="T66" fmla="*/ 2147483647 w 479"/>
                <a:gd name="T67" fmla="*/ 2147483647 h 465"/>
                <a:gd name="T68" fmla="*/ 2147483647 w 479"/>
                <a:gd name="T69" fmla="*/ 2147483647 h 465"/>
                <a:gd name="T70" fmla="*/ 2147483647 w 479"/>
                <a:gd name="T71" fmla="*/ 2147483647 h 465"/>
                <a:gd name="T72" fmla="*/ 2147483647 w 479"/>
                <a:gd name="T73" fmla="*/ 2147483647 h 465"/>
                <a:gd name="T74" fmla="*/ 2147483647 w 479"/>
                <a:gd name="T75" fmla="*/ 2147483647 h 465"/>
                <a:gd name="T76" fmla="*/ 2147483647 w 479"/>
                <a:gd name="T77" fmla="*/ 2147483647 h 465"/>
                <a:gd name="T78" fmla="*/ 2147483647 w 479"/>
                <a:gd name="T79" fmla="*/ 2147483647 h 465"/>
                <a:gd name="T80" fmla="*/ 2147483647 w 479"/>
                <a:gd name="T81" fmla="*/ 2147483647 h 465"/>
                <a:gd name="T82" fmla="*/ 2147483647 w 479"/>
                <a:gd name="T83" fmla="*/ 2147483647 h 465"/>
                <a:gd name="T84" fmla="*/ 2147483647 w 479"/>
                <a:gd name="T85" fmla="*/ 2147483647 h 465"/>
                <a:gd name="T86" fmla="*/ 2147483647 w 479"/>
                <a:gd name="T87" fmla="*/ 2147483647 h 465"/>
                <a:gd name="T88" fmla="*/ 2147483647 w 479"/>
                <a:gd name="T89" fmla="*/ 2147483647 h 465"/>
                <a:gd name="T90" fmla="*/ 2147483647 w 479"/>
                <a:gd name="T91" fmla="*/ 2147483647 h 465"/>
                <a:gd name="T92" fmla="*/ 2147483647 w 479"/>
                <a:gd name="T93" fmla="*/ 2147483647 h 465"/>
                <a:gd name="T94" fmla="*/ 2147483647 w 479"/>
                <a:gd name="T95" fmla="*/ 2147483647 h 465"/>
                <a:gd name="T96" fmla="*/ 2147483647 w 479"/>
                <a:gd name="T97" fmla="*/ 2147483647 h 465"/>
                <a:gd name="T98" fmla="*/ 2147483647 w 479"/>
                <a:gd name="T99" fmla="*/ 2147483647 h 465"/>
                <a:gd name="T100" fmla="*/ 2147483647 w 479"/>
                <a:gd name="T101" fmla="*/ 2147483647 h 465"/>
                <a:gd name="T102" fmla="*/ 2147483647 w 479"/>
                <a:gd name="T103" fmla="*/ 2147483647 h 465"/>
                <a:gd name="T104" fmla="*/ 2147483647 w 479"/>
                <a:gd name="T105" fmla="*/ 2147483647 h 465"/>
                <a:gd name="T106" fmla="*/ 2147483647 w 479"/>
                <a:gd name="T107" fmla="*/ 2147483647 h 465"/>
                <a:gd name="T108" fmla="*/ 2147483647 w 479"/>
                <a:gd name="T109" fmla="*/ 2147483647 h 465"/>
                <a:gd name="T110" fmla="*/ 2147483647 w 479"/>
                <a:gd name="T111" fmla="*/ 2147483647 h 465"/>
                <a:gd name="T112" fmla="*/ 2147483647 w 479"/>
                <a:gd name="T113" fmla="*/ 2147483647 h 465"/>
                <a:gd name="T114" fmla="*/ 2147483647 w 479"/>
                <a:gd name="T115" fmla="*/ 2147483647 h 465"/>
                <a:gd name="T116" fmla="*/ 2147483647 w 479"/>
                <a:gd name="T117" fmla="*/ 2147483647 h 465"/>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79"/>
                <a:gd name="T178" fmla="*/ 0 h 465"/>
                <a:gd name="T179" fmla="*/ 479 w 479"/>
                <a:gd name="T180" fmla="*/ 465 h 465"/>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79" h="465">
                  <a:moveTo>
                    <a:pt x="316" y="16"/>
                  </a:moveTo>
                  <a:cubicBezTo>
                    <a:pt x="316" y="16"/>
                    <a:pt x="316" y="16"/>
                    <a:pt x="316" y="16"/>
                  </a:cubicBezTo>
                  <a:cubicBezTo>
                    <a:pt x="382" y="17"/>
                    <a:pt x="436" y="70"/>
                    <a:pt x="436" y="137"/>
                  </a:cubicBezTo>
                  <a:cubicBezTo>
                    <a:pt x="436" y="141"/>
                    <a:pt x="440" y="145"/>
                    <a:pt x="444" y="145"/>
                  </a:cubicBezTo>
                  <a:cubicBezTo>
                    <a:pt x="448" y="145"/>
                    <a:pt x="452" y="141"/>
                    <a:pt x="452" y="137"/>
                  </a:cubicBezTo>
                  <a:cubicBezTo>
                    <a:pt x="452" y="62"/>
                    <a:pt x="391" y="0"/>
                    <a:pt x="316" y="0"/>
                  </a:cubicBezTo>
                  <a:cubicBezTo>
                    <a:pt x="311" y="0"/>
                    <a:pt x="308" y="4"/>
                    <a:pt x="308" y="8"/>
                  </a:cubicBezTo>
                  <a:cubicBezTo>
                    <a:pt x="308" y="13"/>
                    <a:pt x="311" y="16"/>
                    <a:pt x="316" y="16"/>
                  </a:cubicBezTo>
                  <a:close/>
                  <a:moveTo>
                    <a:pt x="316" y="93"/>
                  </a:moveTo>
                  <a:cubicBezTo>
                    <a:pt x="316" y="93"/>
                    <a:pt x="316" y="93"/>
                    <a:pt x="316" y="93"/>
                  </a:cubicBezTo>
                  <a:cubicBezTo>
                    <a:pt x="340" y="93"/>
                    <a:pt x="359" y="113"/>
                    <a:pt x="359" y="137"/>
                  </a:cubicBezTo>
                  <a:cubicBezTo>
                    <a:pt x="359" y="141"/>
                    <a:pt x="363" y="145"/>
                    <a:pt x="367" y="145"/>
                  </a:cubicBezTo>
                  <a:cubicBezTo>
                    <a:pt x="371" y="145"/>
                    <a:pt x="375" y="141"/>
                    <a:pt x="375" y="137"/>
                  </a:cubicBezTo>
                  <a:cubicBezTo>
                    <a:pt x="375" y="104"/>
                    <a:pt x="348" y="77"/>
                    <a:pt x="316" y="77"/>
                  </a:cubicBezTo>
                  <a:cubicBezTo>
                    <a:pt x="311" y="77"/>
                    <a:pt x="308" y="81"/>
                    <a:pt x="308" y="85"/>
                  </a:cubicBezTo>
                  <a:cubicBezTo>
                    <a:pt x="308" y="90"/>
                    <a:pt x="311" y="93"/>
                    <a:pt x="316" y="93"/>
                  </a:cubicBezTo>
                  <a:close/>
                  <a:moveTo>
                    <a:pt x="316" y="55"/>
                  </a:moveTo>
                  <a:cubicBezTo>
                    <a:pt x="316" y="55"/>
                    <a:pt x="316" y="55"/>
                    <a:pt x="316" y="55"/>
                  </a:cubicBezTo>
                  <a:cubicBezTo>
                    <a:pt x="361" y="55"/>
                    <a:pt x="397" y="92"/>
                    <a:pt x="398" y="137"/>
                  </a:cubicBezTo>
                  <a:cubicBezTo>
                    <a:pt x="398" y="141"/>
                    <a:pt x="401" y="145"/>
                    <a:pt x="406" y="145"/>
                  </a:cubicBezTo>
                  <a:cubicBezTo>
                    <a:pt x="410" y="145"/>
                    <a:pt x="414" y="141"/>
                    <a:pt x="414" y="137"/>
                  </a:cubicBezTo>
                  <a:cubicBezTo>
                    <a:pt x="414" y="83"/>
                    <a:pt x="370" y="39"/>
                    <a:pt x="316" y="39"/>
                  </a:cubicBezTo>
                  <a:cubicBezTo>
                    <a:pt x="311" y="39"/>
                    <a:pt x="308" y="43"/>
                    <a:pt x="308" y="47"/>
                  </a:cubicBezTo>
                  <a:cubicBezTo>
                    <a:pt x="308" y="51"/>
                    <a:pt x="311" y="55"/>
                    <a:pt x="316" y="55"/>
                  </a:cubicBezTo>
                  <a:close/>
                  <a:moveTo>
                    <a:pt x="119" y="222"/>
                  </a:moveTo>
                  <a:cubicBezTo>
                    <a:pt x="119" y="258"/>
                    <a:pt x="148" y="287"/>
                    <a:pt x="184" y="287"/>
                  </a:cubicBezTo>
                  <a:cubicBezTo>
                    <a:pt x="221" y="287"/>
                    <a:pt x="250" y="258"/>
                    <a:pt x="250" y="222"/>
                  </a:cubicBezTo>
                  <a:cubicBezTo>
                    <a:pt x="250" y="185"/>
                    <a:pt x="221" y="156"/>
                    <a:pt x="184" y="156"/>
                  </a:cubicBezTo>
                  <a:cubicBezTo>
                    <a:pt x="148" y="156"/>
                    <a:pt x="119" y="185"/>
                    <a:pt x="119" y="222"/>
                  </a:cubicBezTo>
                  <a:close/>
                  <a:moveTo>
                    <a:pt x="201" y="186"/>
                  </a:moveTo>
                  <a:cubicBezTo>
                    <a:pt x="201" y="205"/>
                    <a:pt x="201" y="205"/>
                    <a:pt x="201" y="205"/>
                  </a:cubicBezTo>
                  <a:cubicBezTo>
                    <a:pt x="220" y="205"/>
                    <a:pt x="220" y="205"/>
                    <a:pt x="220" y="205"/>
                  </a:cubicBezTo>
                  <a:cubicBezTo>
                    <a:pt x="225" y="205"/>
                    <a:pt x="230" y="210"/>
                    <a:pt x="230" y="215"/>
                  </a:cubicBezTo>
                  <a:cubicBezTo>
                    <a:pt x="230" y="228"/>
                    <a:pt x="230" y="228"/>
                    <a:pt x="230" y="228"/>
                  </a:cubicBezTo>
                  <a:cubicBezTo>
                    <a:pt x="230" y="234"/>
                    <a:pt x="225" y="238"/>
                    <a:pt x="220" y="238"/>
                  </a:cubicBezTo>
                  <a:cubicBezTo>
                    <a:pt x="201" y="238"/>
                    <a:pt x="201" y="238"/>
                    <a:pt x="201" y="238"/>
                  </a:cubicBezTo>
                  <a:cubicBezTo>
                    <a:pt x="201" y="257"/>
                    <a:pt x="201" y="257"/>
                    <a:pt x="201" y="257"/>
                  </a:cubicBezTo>
                  <a:cubicBezTo>
                    <a:pt x="201" y="263"/>
                    <a:pt x="196" y="267"/>
                    <a:pt x="191" y="267"/>
                  </a:cubicBezTo>
                  <a:cubicBezTo>
                    <a:pt x="178" y="267"/>
                    <a:pt x="178" y="267"/>
                    <a:pt x="178" y="267"/>
                  </a:cubicBezTo>
                  <a:cubicBezTo>
                    <a:pt x="172" y="267"/>
                    <a:pt x="168" y="263"/>
                    <a:pt x="168" y="257"/>
                  </a:cubicBezTo>
                  <a:cubicBezTo>
                    <a:pt x="168" y="238"/>
                    <a:pt x="168" y="238"/>
                    <a:pt x="168" y="238"/>
                  </a:cubicBezTo>
                  <a:cubicBezTo>
                    <a:pt x="149" y="238"/>
                    <a:pt x="149" y="238"/>
                    <a:pt x="149" y="238"/>
                  </a:cubicBezTo>
                  <a:cubicBezTo>
                    <a:pt x="143" y="238"/>
                    <a:pt x="139" y="234"/>
                    <a:pt x="139" y="228"/>
                  </a:cubicBezTo>
                  <a:cubicBezTo>
                    <a:pt x="139" y="215"/>
                    <a:pt x="139" y="215"/>
                    <a:pt x="139" y="215"/>
                  </a:cubicBezTo>
                  <a:cubicBezTo>
                    <a:pt x="139" y="210"/>
                    <a:pt x="143" y="205"/>
                    <a:pt x="149" y="205"/>
                  </a:cubicBezTo>
                  <a:cubicBezTo>
                    <a:pt x="168" y="205"/>
                    <a:pt x="168" y="205"/>
                    <a:pt x="168" y="205"/>
                  </a:cubicBezTo>
                  <a:cubicBezTo>
                    <a:pt x="168" y="186"/>
                    <a:pt x="168" y="186"/>
                    <a:pt x="168" y="186"/>
                  </a:cubicBezTo>
                  <a:cubicBezTo>
                    <a:pt x="168" y="181"/>
                    <a:pt x="172" y="176"/>
                    <a:pt x="178" y="176"/>
                  </a:cubicBezTo>
                  <a:cubicBezTo>
                    <a:pt x="191" y="176"/>
                    <a:pt x="191" y="176"/>
                    <a:pt x="191" y="176"/>
                  </a:cubicBezTo>
                  <a:cubicBezTo>
                    <a:pt x="196" y="176"/>
                    <a:pt x="201" y="181"/>
                    <a:pt x="201" y="186"/>
                  </a:cubicBezTo>
                  <a:close/>
                  <a:moveTo>
                    <a:pt x="468" y="372"/>
                  </a:moveTo>
                  <a:cubicBezTo>
                    <a:pt x="462" y="364"/>
                    <a:pt x="451" y="359"/>
                    <a:pt x="440" y="359"/>
                  </a:cubicBezTo>
                  <a:cubicBezTo>
                    <a:pt x="433" y="359"/>
                    <a:pt x="427" y="361"/>
                    <a:pt x="420" y="364"/>
                  </a:cubicBezTo>
                  <a:cubicBezTo>
                    <a:pt x="414" y="366"/>
                    <a:pt x="409" y="368"/>
                    <a:pt x="404" y="370"/>
                  </a:cubicBezTo>
                  <a:cubicBezTo>
                    <a:pt x="450" y="322"/>
                    <a:pt x="450" y="322"/>
                    <a:pt x="450" y="322"/>
                  </a:cubicBezTo>
                  <a:cubicBezTo>
                    <a:pt x="452" y="319"/>
                    <a:pt x="452" y="314"/>
                    <a:pt x="450" y="311"/>
                  </a:cubicBezTo>
                  <a:cubicBezTo>
                    <a:pt x="448" y="308"/>
                    <a:pt x="443" y="307"/>
                    <a:pt x="440" y="309"/>
                  </a:cubicBezTo>
                  <a:cubicBezTo>
                    <a:pt x="400" y="330"/>
                    <a:pt x="400" y="330"/>
                    <a:pt x="400" y="330"/>
                  </a:cubicBezTo>
                  <a:cubicBezTo>
                    <a:pt x="413" y="311"/>
                    <a:pt x="413" y="311"/>
                    <a:pt x="413" y="311"/>
                  </a:cubicBezTo>
                  <a:cubicBezTo>
                    <a:pt x="415" y="308"/>
                    <a:pt x="415" y="304"/>
                    <a:pt x="412" y="301"/>
                  </a:cubicBezTo>
                  <a:cubicBezTo>
                    <a:pt x="410" y="298"/>
                    <a:pt x="406" y="297"/>
                    <a:pt x="403" y="299"/>
                  </a:cubicBezTo>
                  <a:cubicBezTo>
                    <a:pt x="355" y="320"/>
                    <a:pt x="355" y="320"/>
                    <a:pt x="355" y="320"/>
                  </a:cubicBezTo>
                  <a:cubicBezTo>
                    <a:pt x="400" y="276"/>
                    <a:pt x="400" y="276"/>
                    <a:pt x="400" y="276"/>
                  </a:cubicBezTo>
                  <a:cubicBezTo>
                    <a:pt x="403" y="273"/>
                    <a:pt x="403" y="269"/>
                    <a:pt x="401" y="265"/>
                  </a:cubicBezTo>
                  <a:cubicBezTo>
                    <a:pt x="399" y="262"/>
                    <a:pt x="394" y="261"/>
                    <a:pt x="391" y="263"/>
                  </a:cubicBezTo>
                  <a:cubicBezTo>
                    <a:pt x="345" y="285"/>
                    <a:pt x="345" y="285"/>
                    <a:pt x="345" y="285"/>
                  </a:cubicBezTo>
                  <a:cubicBezTo>
                    <a:pt x="332" y="273"/>
                    <a:pt x="323" y="268"/>
                    <a:pt x="317" y="266"/>
                  </a:cubicBezTo>
                  <a:cubicBezTo>
                    <a:pt x="317" y="197"/>
                    <a:pt x="317" y="197"/>
                    <a:pt x="317" y="197"/>
                  </a:cubicBezTo>
                  <a:cubicBezTo>
                    <a:pt x="317" y="193"/>
                    <a:pt x="313" y="189"/>
                    <a:pt x="309" y="189"/>
                  </a:cubicBezTo>
                  <a:cubicBezTo>
                    <a:pt x="305" y="189"/>
                    <a:pt x="301" y="193"/>
                    <a:pt x="301" y="197"/>
                  </a:cubicBezTo>
                  <a:cubicBezTo>
                    <a:pt x="301" y="197"/>
                    <a:pt x="301" y="197"/>
                    <a:pt x="301" y="197"/>
                  </a:cubicBezTo>
                  <a:cubicBezTo>
                    <a:pt x="301" y="298"/>
                    <a:pt x="301" y="298"/>
                    <a:pt x="301" y="298"/>
                  </a:cubicBezTo>
                  <a:cubicBezTo>
                    <a:pt x="301" y="300"/>
                    <a:pt x="300" y="301"/>
                    <a:pt x="298" y="301"/>
                  </a:cubicBezTo>
                  <a:cubicBezTo>
                    <a:pt x="70" y="301"/>
                    <a:pt x="70" y="301"/>
                    <a:pt x="70" y="301"/>
                  </a:cubicBezTo>
                  <a:cubicBezTo>
                    <a:pt x="69" y="301"/>
                    <a:pt x="68" y="300"/>
                    <a:pt x="68" y="298"/>
                  </a:cubicBezTo>
                  <a:cubicBezTo>
                    <a:pt x="68" y="145"/>
                    <a:pt x="68" y="145"/>
                    <a:pt x="68" y="145"/>
                  </a:cubicBezTo>
                  <a:cubicBezTo>
                    <a:pt x="68" y="144"/>
                    <a:pt x="69" y="142"/>
                    <a:pt x="70" y="142"/>
                  </a:cubicBezTo>
                  <a:cubicBezTo>
                    <a:pt x="298" y="142"/>
                    <a:pt x="298" y="142"/>
                    <a:pt x="298" y="142"/>
                  </a:cubicBezTo>
                  <a:cubicBezTo>
                    <a:pt x="300" y="142"/>
                    <a:pt x="301" y="144"/>
                    <a:pt x="301" y="145"/>
                  </a:cubicBezTo>
                  <a:cubicBezTo>
                    <a:pt x="301" y="165"/>
                    <a:pt x="301" y="165"/>
                    <a:pt x="301" y="165"/>
                  </a:cubicBezTo>
                  <a:cubicBezTo>
                    <a:pt x="301" y="169"/>
                    <a:pt x="305" y="173"/>
                    <a:pt x="309" y="173"/>
                  </a:cubicBezTo>
                  <a:cubicBezTo>
                    <a:pt x="313" y="173"/>
                    <a:pt x="317" y="169"/>
                    <a:pt x="317" y="165"/>
                  </a:cubicBezTo>
                  <a:cubicBezTo>
                    <a:pt x="317" y="145"/>
                    <a:pt x="317" y="145"/>
                    <a:pt x="317" y="145"/>
                  </a:cubicBezTo>
                  <a:cubicBezTo>
                    <a:pt x="317" y="135"/>
                    <a:pt x="309" y="126"/>
                    <a:pt x="298" y="126"/>
                  </a:cubicBezTo>
                  <a:cubicBezTo>
                    <a:pt x="235" y="126"/>
                    <a:pt x="235" y="126"/>
                    <a:pt x="235" y="126"/>
                  </a:cubicBezTo>
                  <a:cubicBezTo>
                    <a:pt x="235" y="120"/>
                    <a:pt x="235" y="120"/>
                    <a:pt x="235" y="120"/>
                  </a:cubicBezTo>
                  <a:cubicBezTo>
                    <a:pt x="235" y="110"/>
                    <a:pt x="227" y="102"/>
                    <a:pt x="217" y="102"/>
                  </a:cubicBezTo>
                  <a:cubicBezTo>
                    <a:pt x="151" y="102"/>
                    <a:pt x="151" y="102"/>
                    <a:pt x="151" y="102"/>
                  </a:cubicBezTo>
                  <a:cubicBezTo>
                    <a:pt x="142" y="102"/>
                    <a:pt x="133" y="110"/>
                    <a:pt x="133" y="120"/>
                  </a:cubicBezTo>
                  <a:cubicBezTo>
                    <a:pt x="133" y="126"/>
                    <a:pt x="133" y="126"/>
                    <a:pt x="133" y="126"/>
                  </a:cubicBezTo>
                  <a:cubicBezTo>
                    <a:pt x="70" y="126"/>
                    <a:pt x="70" y="126"/>
                    <a:pt x="70" y="126"/>
                  </a:cubicBezTo>
                  <a:cubicBezTo>
                    <a:pt x="60" y="126"/>
                    <a:pt x="52" y="135"/>
                    <a:pt x="52" y="145"/>
                  </a:cubicBezTo>
                  <a:cubicBezTo>
                    <a:pt x="52" y="298"/>
                    <a:pt x="52" y="298"/>
                    <a:pt x="52" y="298"/>
                  </a:cubicBezTo>
                  <a:cubicBezTo>
                    <a:pt x="52" y="309"/>
                    <a:pt x="60" y="317"/>
                    <a:pt x="70" y="317"/>
                  </a:cubicBezTo>
                  <a:cubicBezTo>
                    <a:pt x="298" y="317"/>
                    <a:pt x="298" y="317"/>
                    <a:pt x="298" y="317"/>
                  </a:cubicBezTo>
                  <a:cubicBezTo>
                    <a:pt x="309" y="317"/>
                    <a:pt x="317" y="309"/>
                    <a:pt x="317" y="298"/>
                  </a:cubicBezTo>
                  <a:cubicBezTo>
                    <a:pt x="317" y="283"/>
                    <a:pt x="317" y="283"/>
                    <a:pt x="317" y="283"/>
                  </a:cubicBezTo>
                  <a:cubicBezTo>
                    <a:pt x="322" y="286"/>
                    <a:pt x="328" y="291"/>
                    <a:pt x="337" y="300"/>
                  </a:cubicBezTo>
                  <a:cubicBezTo>
                    <a:pt x="340" y="302"/>
                    <a:pt x="343" y="303"/>
                    <a:pt x="346" y="301"/>
                  </a:cubicBezTo>
                  <a:cubicBezTo>
                    <a:pt x="356" y="297"/>
                    <a:pt x="356" y="297"/>
                    <a:pt x="356" y="297"/>
                  </a:cubicBezTo>
                  <a:cubicBezTo>
                    <a:pt x="313" y="340"/>
                    <a:pt x="313" y="340"/>
                    <a:pt x="313" y="340"/>
                  </a:cubicBezTo>
                  <a:cubicBezTo>
                    <a:pt x="311" y="342"/>
                    <a:pt x="310" y="347"/>
                    <a:pt x="312" y="350"/>
                  </a:cubicBezTo>
                  <a:cubicBezTo>
                    <a:pt x="315" y="353"/>
                    <a:pt x="319" y="354"/>
                    <a:pt x="322" y="353"/>
                  </a:cubicBezTo>
                  <a:cubicBezTo>
                    <a:pt x="383" y="325"/>
                    <a:pt x="383" y="325"/>
                    <a:pt x="383" y="325"/>
                  </a:cubicBezTo>
                  <a:cubicBezTo>
                    <a:pt x="368" y="347"/>
                    <a:pt x="368" y="347"/>
                    <a:pt x="368" y="347"/>
                  </a:cubicBezTo>
                  <a:cubicBezTo>
                    <a:pt x="366" y="350"/>
                    <a:pt x="366" y="354"/>
                    <a:pt x="369" y="357"/>
                  </a:cubicBezTo>
                  <a:cubicBezTo>
                    <a:pt x="371" y="360"/>
                    <a:pt x="375" y="360"/>
                    <a:pt x="378" y="359"/>
                  </a:cubicBezTo>
                  <a:cubicBezTo>
                    <a:pt x="407" y="344"/>
                    <a:pt x="407" y="344"/>
                    <a:pt x="407" y="344"/>
                  </a:cubicBezTo>
                  <a:cubicBezTo>
                    <a:pt x="369" y="385"/>
                    <a:pt x="369" y="385"/>
                    <a:pt x="369" y="385"/>
                  </a:cubicBezTo>
                  <a:cubicBezTo>
                    <a:pt x="367" y="387"/>
                    <a:pt x="366" y="390"/>
                    <a:pt x="367" y="393"/>
                  </a:cubicBezTo>
                  <a:cubicBezTo>
                    <a:pt x="369" y="396"/>
                    <a:pt x="372" y="398"/>
                    <a:pt x="375" y="398"/>
                  </a:cubicBezTo>
                  <a:cubicBezTo>
                    <a:pt x="375" y="398"/>
                    <a:pt x="375" y="398"/>
                    <a:pt x="375" y="398"/>
                  </a:cubicBezTo>
                  <a:cubicBezTo>
                    <a:pt x="377" y="398"/>
                    <a:pt x="377" y="398"/>
                    <a:pt x="379" y="397"/>
                  </a:cubicBezTo>
                  <a:cubicBezTo>
                    <a:pt x="382" y="396"/>
                    <a:pt x="392" y="393"/>
                    <a:pt x="426" y="379"/>
                  </a:cubicBezTo>
                  <a:cubicBezTo>
                    <a:pt x="431" y="376"/>
                    <a:pt x="436" y="375"/>
                    <a:pt x="440" y="375"/>
                  </a:cubicBezTo>
                  <a:cubicBezTo>
                    <a:pt x="454" y="375"/>
                    <a:pt x="462" y="387"/>
                    <a:pt x="462" y="399"/>
                  </a:cubicBezTo>
                  <a:cubicBezTo>
                    <a:pt x="462" y="409"/>
                    <a:pt x="458" y="419"/>
                    <a:pt x="445" y="424"/>
                  </a:cubicBezTo>
                  <a:cubicBezTo>
                    <a:pt x="412" y="438"/>
                    <a:pt x="389" y="448"/>
                    <a:pt x="358" y="448"/>
                  </a:cubicBezTo>
                  <a:cubicBezTo>
                    <a:pt x="350" y="448"/>
                    <a:pt x="341" y="447"/>
                    <a:pt x="332" y="446"/>
                  </a:cubicBezTo>
                  <a:cubicBezTo>
                    <a:pt x="309" y="442"/>
                    <a:pt x="293" y="430"/>
                    <a:pt x="276" y="418"/>
                  </a:cubicBezTo>
                  <a:cubicBezTo>
                    <a:pt x="260" y="407"/>
                    <a:pt x="244" y="396"/>
                    <a:pt x="222" y="394"/>
                  </a:cubicBezTo>
                  <a:cubicBezTo>
                    <a:pt x="222" y="367"/>
                    <a:pt x="222" y="367"/>
                    <a:pt x="222" y="367"/>
                  </a:cubicBezTo>
                  <a:cubicBezTo>
                    <a:pt x="222" y="354"/>
                    <a:pt x="211" y="343"/>
                    <a:pt x="198" y="343"/>
                  </a:cubicBezTo>
                  <a:cubicBezTo>
                    <a:pt x="76" y="343"/>
                    <a:pt x="76" y="343"/>
                    <a:pt x="76" y="343"/>
                  </a:cubicBezTo>
                  <a:cubicBezTo>
                    <a:pt x="65" y="343"/>
                    <a:pt x="56" y="350"/>
                    <a:pt x="53" y="359"/>
                  </a:cubicBezTo>
                  <a:cubicBezTo>
                    <a:pt x="16" y="359"/>
                    <a:pt x="16" y="359"/>
                    <a:pt x="16" y="359"/>
                  </a:cubicBezTo>
                  <a:cubicBezTo>
                    <a:pt x="7" y="359"/>
                    <a:pt x="0" y="366"/>
                    <a:pt x="0" y="375"/>
                  </a:cubicBezTo>
                  <a:cubicBezTo>
                    <a:pt x="0" y="433"/>
                    <a:pt x="0" y="433"/>
                    <a:pt x="0" y="433"/>
                  </a:cubicBezTo>
                  <a:cubicBezTo>
                    <a:pt x="0" y="442"/>
                    <a:pt x="7" y="449"/>
                    <a:pt x="16" y="449"/>
                  </a:cubicBezTo>
                  <a:cubicBezTo>
                    <a:pt x="53" y="449"/>
                    <a:pt x="53" y="449"/>
                    <a:pt x="53" y="449"/>
                  </a:cubicBezTo>
                  <a:cubicBezTo>
                    <a:pt x="56" y="458"/>
                    <a:pt x="65" y="465"/>
                    <a:pt x="76" y="465"/>
                  </a:cubicBezTo>
                  <a:cubicBezTo>
                    <a:pt x="198" y="465"/>
                    <a:pt x="198" y="465"/>
                    <a:pt x="198" y="465"/>
                  </a:cubicBezTo>
                  <a:cubicBezTo>
                    <a:pt x="211" y="465"/>
                    <a:pt x="222" y="454"/>
                    <a:pt x="222" y="441"/>
                  </a:cubicBezTo>
                  <a:cubicBezTo>
                    <a:pt x="222" y="410"/>
                    <a:pt x="222" y="410"/>
                    <a:pt x="222" y="410"/>
                  </a:cubicBezTo>
                  <a:cubicBezTo>
                    <a:pt x="238" y="412"/>
                    <a:pt x="252" y="421"/>
                    <a:pt x="267" y="431"/>
                  </a:cubicBezTo>
                  <a:cubicBezTo>
                    <a:pt x="284" y="443"/>
                    <a:pt x="302" y="457"/>
                    <a:pt x="329" y="462"/>
                  </a:cubicBezTo>
                  <a:cubicBezTo>
                    <a:pt x="340" y="463"/>
                    <a:pt x="349" y="464"/>
                    <a:pt x="358" y="464"/>
                  </a:cubicBezTo>
                  <a:cubicBezTo>
                    <a:pt x="358" y="464"/>
                    <a:pt x="358" y="464"/>
                    <a:pt x="358" y="464"/>
                  </a:cubicBezTo>
                  <a:cubicBezTo>
                    <a:pt x="393" y="464"/>
                    <a:pt x="419" y="453"/>
                    <a:pt x="451" y="439"/>
                  </a:cubicBezTo>
                  <a:cubicBezTo>
                    <a:pt x="470" y="431"/>
                    <a:pt x="479" y="415"/>
                    <a:pt x="478" y="399"/>
                  </a:cubicBezTo>
                  <a:cubicBezTo>
                    <a:pt x="478" y="389"/>
                    <a:pt x="475" y="380"/>
                    <a:pt x="468" y="372"/>
                  </a:cubicBezTo>
                  <a:close/>
                  <a:moveTo>
                    <a:pt x="149" y="120"/>
                  </a:moveTo>
                  <a:cubicBezTo>
                    <a:pt x="149" y="119"/>
                    <a:pt x="150" y="118"/>
                    <a:pt x="151" y="118"/>
                  </a:cubicBezTo>
                  <a:cubicBezTo>
                    <a:pt x="217" y="118"/>
                    <a:pt x="217" y="118"/>
                    <a:pt x="217" y="118"/>
                  </a:cubicBezTo>
                  <a:cubicBezTo>
                    <a:pt x="218" y="118"/>
                    <a:pt x="219" y="119"/>
                    <a:pt x="219" y="120"/>
                  </a:cubicBezTo>
                  <a:cubicBezTo>
                    <a:pt x="219" y="126"/>
                    <a:pt x="219" y="126"/>
                    <a:pt x="219" y="126"/>
                  </a:cubicBezTo>
                  <a:cubicBezTo>
                    <a:pt x="149" y="126"/>
                    <a:pt x="149" y="126"/>
                    <a:pt x="149" y="126"/>
                  </a:cubicBezTo>
                  <a:lnTo>
                    <a:pt x="149" y="120"/>
                  </a:lnTo>
                  <a:close/>
                  <a:moveTo>
                    <a:pt x="50" y="432"/>
                  </a:moveTo>
                  <a:cubicBezTo>
                    <a:pt x="50" y="435"/>
                    <a:pt x="48" y="437"/>
                    <a:pt x="45" y="437"/>
                  </a:cubicBezTo>
                  <a:cubicBezTo>
                    <a:pt x="32" y="437"/>
                    <a:pt x="32" y="437"/>
                    <a:pt x="32" y="437"/>
                  </a:cubicBezTo>
                  <a:cubicBezTo>
                    <a:pt x="29" y="437"/>
                    <a:pt x="27" y="435"/>
                    <a:pt x="27" y="432"/>
                  </a:cubicBezTo>
                  <a:cubicBezTo>
                    <a:pt x="27" y="417"/>
                    <a:pt x="27" y="417"/>
                    <a:pt x="27" y="417"/>
                  </a:cubicBezTo>
                  <a:cubicBezTo>
                    <a:pt x="27" y="415"/>
                    <a:pt x="29" y="412"/>
                    <a:pt x="32" y="412"/>
                  </a:cubicBezTo>
                  <a:cubicBezTo>
                    <a:pt x="45" y="412"/>
                    <a:pt x="45" y="412"/>
                    <a:pt x="45" y="412"/>
                  </a:cubicBezTo>
                  <a:cubicBezTo>
                    <a:pt x="48" y="412"/>
                    <a:pt x="50" y="415"/>
                    <a:pt x="50" y="417"/>
                  </a:cubicBezTo>
                  <a:lnTo>
                    <a:pt x="50" y="432"/>
                  </a:lnTo>
                  <a:close/>
                  <a:moveTo>
                    <a:pt x="50" y="391"/>
                  </a:moveTo>
                  <a:cubicBezTo>
                    <a:pt x="50" y="394"/>
                    <a:pt x="48" y="396"/>
                    <a:pt x="45" y="396"/>
                  </a:cubicBezTo>
                  <a:cubicBezTo>
                    <a:pt x="32" y="396"/>
                    <a:pt x="32" y="396"/>
                    <a:pt x="32" y="396"/>
                  </a:cubicBezTo>
                  <a:cubicBezTo>
                    <a:pt x="29" y="396"/>
                    <a:pt x="27" y="394"/>
                    <a:pt x="27" y="391"/>
                  </a:cubicBezTo>
                  <a:cubicBezTo>
                    <a:pt x="27" y="376"/>
                    <a:pt x="27" y="376"/>
                    <a:pt x="27" y="376"/>
                  </a:cubicBezTo>
                  <a:cubicBezTo>
                    <a:pt x="27" y="374"/>
                    <a:pt x="29" y="372"/>
                    <a:pt x="32" y="372"/>
                  </a:cubicBezTo>
                  <a:cubicBezTo>
                    <a:pt x="45" y="372"/>
                    <a:pt x="45" y="372"/>
                    <a:pt x="45" y="372"/>
                  </a:cubicBezTo>
                  <a:cubicBezTo>
                    <a:pt x="48" y="372"/>
                    <a:pt x="50" y="374"/>
                    <a:pt x="50" y="376"/>
                  </a:cubicBezTo>
                  <a:lnTo>
                    <a:pt x="50" y="391"/>
                  </a:lnTo>
                  <a:close/>
                  <a:moveTo>
                    <a:pt x="206" y="401"/>
                  </a:moveTo>
                  <a:cubicBezTo>
                    <a:pt x="206" y="401"/>
                    <a:pt x="206" y="401"/>
                    <a:pt x="206" y="401"/>
                  </a:cubicBezTo>
                  <a:cubicBezTo>
                    <a:pt x="206" y="401"/>
                    <a:pt x="206" y="401"/>
                    <a:pt x="206" y="401"/>
                  </a:cubicBezTo>
                  <a:cubicBezTo>
                    <a:pt x="206" y="441"/>
                    <a:pt x="206" y="441"/>
                    <a:pt x="206" y="441"/>
                  </a:cubicBezTo>
                  <a:cubicBezTo>
                    <a:pt x="206" y="446"/>
                    <a:pt x="202" y="449"/>
                    <a:pt x="198" y="449"/>
                  </a:cubicBezTo>
                  <a:cubicBezTo>
                    <a:pt x="76" y="449"/>
                    <a:pt x="76" y="449"/>
                    <a:pt x="76" y="449"/>
                  </a:cubicBezTo>
                  <a:cubicBezTo>
                    <a:pt x="71" y="449"/>
                    <a:pt x="68" y="446"/>
                    <a:pt x="68" y="441"/>
                  </a:cubicBezTo>
                  <a:cubicBezTo>
                    <a:pt x="68" y="367"/>
                    <a:pt x="68" y="367"/>
                    <a:pt x="68" y="367"/>
                  </a:cubicBezTo>
                  <a:cubicBezTo>
                    <a:pt x="68" y="363"/>
                    <a:pt x="71" y="359"/>
                    <a:pt x="76" y="359"/>
                  </a:cubicBezTo>
                  <a:cubicBezTo>
                    <a:pt x="198" y="359"/>
                    <a:pt x="198" y="359"/>
                    <a:pt x="198" y="359"/>
                  </a:cubicBezTo>
                  <a:cubicBezTo>
                    <a:pt x="202" y="359"/>
                    <a:pt x="206" y="363"/>
                    <a:pt x="206" y="367"/>
                  </a:cubicBezTo>
                  <a:lnTo>
                    <a:pt x="206" y="401"/>
                  </a:lnTo>
                  <a:close/>
                </a:path>
              </a:pathLst>
            </a:custGeom>
            <a:blipFill dpi="0" rotWithShape="1">
              <a:blip r:embed="rId16"/>
              <a:srcRect/>
              <a:stretch>
                <a:fillRect/>
              </a:stretch>
            </a:blipFill>
            <a:ln w="9525">
              <a:noFill/>
              <a:round/>
              <a:headEnd/>
              <a:tailEnd/>
            </a:ln>
          </p:spPr>
          <p:txBody>
            <a:bodyPr/>
            <a:lstStyle/>
            <a:p>
              <a:endParaRPr lang="en-GB"/>
            </a:p>
          </p:txBody>
        </p:sp>
        <p:sp>
          <p:nvSpPr>
            <p:cNvPr id="31798" name="Freeform 3"/>
            <p:cNvSpPr>
              <a:spLocks noChangeAspect="1" noEditPoints="1"/>
            </p:cNvSpPr>
            <p:nvPr/>
          </p:nvSpPr>
          <p:spPr bwMode="auto">
            <a:xfrm>
              <a:off x="3447158" y="2224009"/>
              <a:ext cx="56422" cy="144644"/>
            </a:xfrm>
            <a:custGeom>
              <a:avLst/>
              <a:gdLst>
                <a:gd name="T0" fmla="*/ 2147483647 w 189"/>
                <a:gd name="T1" fmla="*/ 2147483647 h 466"/>
                <a:gd name="T2" fmla="*/ 2147483647 w 189"/>
                <a:gd name="T3" fmla="*/ 2147483647 h 466"/>
                <a:gd name="T4" fmla="*/ 2147483647 w 189"/>
                <a:gd name="T5" fmla="*/ 2147483647 h 466"/>
                <a:gd name="T6" fmla="*/ 2147483647 w 189"/>
                <a:gd name="T7" fmla="*/ 2147483647 h 466"/>
                <a:gd name="T8" fmla="*/ 2147483647 w 189"/>
                <a:gd name="T9" fmla="*/ 2147483647 h 466"/>
                <a:gd name="T10" fmla="*/ 2147483647 w 189"/>
                <a:gd name="T11" fmla="*/ 2147483647 h 466"/>
                <a:gd name="T12" fmla="*/ 2147483647 w 189"/>
                <a:gd name="T13" fmla="*/ 2147483647 h 466"/>
                <a:gd name="T14" fmla="*/ 2147483647 w 189"/>
                <a:gd name="T15" fmla="*/ 2147483647 h 466"/>
                <a:gd name="T16" fmla="*/ 2147483647 w 189"/>
                <a:gd name="T17" fmla="*/ 2147483647 h 466"/>
                <a:gd name="T18" fmla="*/ 2147483647 w 189"/>
                <a:gd name="T19" fmla="*/ 2147483647 h 466"/>
                <a:gd name="T20" fmla="*/ 2147483647 w 189"/>
                <a:gd name="T21" fmla="*/ 2147483647 h 466"/>
                <a:gd name="T22" fmla="*/ 2147483647 w 189"/>
                <a:gd name="T23" fmla="*/ 2147483647 h 466"/>
                <a:gd name="T24" fmla="*/ 2147483647 w 189"/>
                <a:gd name="T25" fmla="*/ 2147483647 h 466"/>
                <a:gd name="T26" fmla="*/ 2147483647 w 189"/>
                <a:gd name="T27" fmla="*/ 2147483647 h 466"/>
                <a:gd name="T28" fmla="*/ 2147483647 w 189"/>
                <a:gd name="T29" fmla="*/ 2147483647 h 466"/>
                <a:gd name="T30" fmla="*/ 2147483647 w 189"/>
                <a:gd name="T31" fmla="*/ 2147483647 h 466"/>
                <a:gd name="T32" fmla="*/ 2147483647 w 189"/>
                <a:gd name="T33" fmla="*/ 2147483647 h 466"/>
                <a:gd name="T34" fmla="*/ 2147483647 w 189"/>
                <a:gd name="T35" fmla="*/ 2147483647 h 466"/>
                <a:gd name="T36" fmla="*/ 2147483647 w 189"/>
                <a:gd name="T37" fmla="*/ 2147483647 h 466"/>
                <a:gd name="T38" fmla="*/ 2147483647 w 189"/>
                <a:gd name="T39" fmla="*/ 2147483647 h 466"/>
                <a:gd name="T40" fmla="*/ 2147483647 w 189"/>
                <a:gd name="T41" fmla="*/ 2147483647 h 466"/>
                <a:gd name="T42" fmla="*/ 2147483647 w 189"/>
                <a:gd name="T43" fmla="*/ 2147483647 h 466"/>
                <a:gd name="T44" fmla="*/ 2147483647 w 189"/>
                <a:gd name="T45" fmla="*/ 2147483647 h 466"/>
                <a:gd name="T46" fmla="*/ 2147483647 w 189"/>
                <a:gd name="T47" fmla="*/ 2147483647 h 466"/>
                <a:gd name="T48" fmla="*/ 2147483647 w 189"/>
                <a:gd name="T49" fmla="*/ 2147483647 h 466"/>
                <a:gd name="T50" fmla="*/ 2147483647 w 189"/>
                <a:gd name="T51" fmla="*/ 2147483647 h 466"/>
                <a:gd name="T52" fmla="*/ 2147483647 w 189"/>
                <a:gd name="T53" fmla="*/ 2147483647 h 466"/>
                <a:gd name="T54" fmla="*/ 2147483647 w 189"/>
                <a:gd name="T55" fmla="*/ 2147483647 h 466"/>
                <a:gd name="T56" fmla="*/ 2147483647 w 189"/>
                <a:gd name="T57" fmla="*/ 2147483647 h 466"/>
                <a:gd name="T58" fmla="*/ 2147483647 w 189"/>
                <a:gd name="T59" fmla="*/ 2147483647 h 466"/>
                <a:gd name="T60" fmla="*/ 2147483647 w 189"/>
                <a:gd name="T61" fmla="*/ 2147483647 h 466"/>
                <a:gd name="T62" fmla="*/ 2147483647 w 189"/>
                <a:gd name="T63" fmla="*/ 2147483647 h 466"/>
                <a:gd name="T64" fmla="*/ 2147483647 w 189"/>
                <a:gd name="T65" fmla="*/ 2147483647 h 466"/>
                <a:gd name="T66" fmla="*/ 2147483647 w 189"/>
                <a:gd name="T67" fmla="*/ 2147483647 h 466"/>
                <a:gd name="T68" fmla="*/ 2147483647 w 189"/>
                <a:gd name="T69" fmla="*/ 2147483647 h 466"/>
                <a:gd name="T70" fmla="*/ 2147483647 w 189"/>
                <a:gd name="T71" fmla="*/ 2147483647 h 466"/>
                <a:gd name="T72" fmla="*/ 2147483647 w 189"/>
                <a:gd name="T73" fmla="*/ 2147483647 h 466"/>
                <a:gd name="T74" fmla="*/ 2147483647 w 189"/>
                <a:gd name="T75" fmla="*/ 2147483647 h 466"/>
                <a:gd name="T76" fmla="*/ 2147483647 w 189"/>
                <a:gd name="T77" fmla="*/ 2147483647 h 466"/>
                <a:gd name="T78" fmla="*/ 2147483647 w 189"/>
                <a:gd name="T79" fmla="*/ 2147483647 h 466"/>
                <a:gd name="T80" fmla="*/ 2147483647 w 189"/>
                <a:gd name="T81" fmla="*/ 0 h 466"/>
                <a:gd name="T82" fmla="*/ 2147483647 w 189"/>
                <a:gd name="T83" fmla="*/ 0 h 466"/>
                <a:gd name="T84" fmla="*/ 2147483647 w 189"/>
                <a:gd name="T85" fmla="*/ 2147483647 h 466"/>
                <a:gd name="T86" fmla="*/ 2147483647 w 189"/>
                <a:gd name="T87" fmla="*/ 2147483647 h 466"/>
                <a:gd name="T88" fmla="*/ 0 w 189"/>
                <a:gd name="T89" fmla="*/ 2147483647 h 466"/>
                <a:gd name="T90" fmla="*/ 2147483647 w 189"/>
                <a:gd name="T91" fmla="*/ 2147483647 h 466"/>
                <a:gd name="T92" fmla="*/ 2147483647 w 189"/>
                <a:gd name="T93" fmla="*/ 2147483647 h 466"/>
                <a:gd name="T94" fmla="*/ 2147483647 w 189"/>
                <a:gd name="T95" fmla="*/ 2147483647 h 466"/>
                <a:gd name="T96" fmla="*/ 2147483647 w 189"/>
                <a:gd name="T97" fmla="*/ 2147483647 h 466"/>
                <a:gd name="T98" fmla="*/ 2147483647 w 189"/>
                <a:gd name="T99" fmla="*/ 2147483647 h 466"/>
                <a:gd name="T100" fmla="*/ 2147483647 w 189"/>
                <a:gd name="T101" fmla="*/ 2147483647 h 466"/>
                <a:gd name="T102" fmla="*/ 2147483647 w 189"/>
                <a:gd name="T103" fmla="*/ 2147483647 h 466"/>
                <a:gd name="T104" fmla="*/ 2147483647 w 189"/>
                <a:gd name="T105" fmla="*/ 2147483647 h 466"/>
                <a:gd name="T106" fmla="*/ 2147483647 w 189"/>
                <a:gd name="T107" fmla="*/ 2147483647 h 466"/>
                <a:gd name="T108" fmla="*/ 2147483647 w 189"/>
                <a:gd name="T109" fmla="*/ 2147483647 h 46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89"/>
                <a:gd name="T166" fmla="*/ 0 h 466"/>
                <a:gd name="T167" fmla="*/ 189 w 189"/>
                <a:gd name="T168" fmla="*/ 466 h 46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89" h="466">
                  <a:moveTo>
                    <a:pt x="144" y="292"/>
                  </a:moveTo>
                  <a:cubicBezTo>
                    <a:pt x="144" y="83"/>
                    <a:pt x="144" y="83"/>
                    <a:pt x="144" y="83"/>
                  </a:cubicBezTo>
                  <a:cubicBezTo>
                    <a:pt x="144" y="79"/>
                    <a:pt x="141" y="75"/>
                    <a:pt x="136" y="75"/>
                  </a:cubicBezTo>
                  <a:cubicBezTo>
                    <a:pt x="132" y="75"/>
                    <a:pt x="128" y="79"/>
                    <a:pt x="128" y="83"/>
                  </a:cubicBezTo>
                  <a:cubicBezTo>
                    <a:pt x="128" y="107"/>
                    <a:pt x="128" y="107"/>
                    <a:pt x="128" y="107"/>
                  </a:cubicBezTo>
                  <a:cubicBezTo>
                    <a:pt x="94" y="107"/>
                    <a:pt x="94" y="107"/>
                    <a:pt x="94" y="107"/>
                  </a:cubicBezTo>
                  <a:cubicBezTo>
                    <a:pt x="90" y="107"/>
                    <a:pt x="86" y="110"/>
                    <a:pt x="86" y="115"/>
                  </a:cubicBezTo>
                  <a:cubicBezTo>
                    <a:pt x="86" y="119"/>
                    <a:pt x="90" y="123"/>
                    <a:pt x="94" y="123"/>
                  </a:cubicBezTo>
                  <a:cubicBezTo>
                    <a:pt x="128" y="123"/>
                    <a:pt x="128" y="123"/>
                    <a:pt x="128" y="123"/>
                  </a:cubicBezTo>
                  <a:cubicBezTo>
                    <a:pt x="128" y="146"/>
                    <a:pt x="128" y="146"/>
                    <a:pt x="128" y="146"/>
                  </a:cubicBezTo>
                  <a:cubicBezTo>
                    <a:pt x="94" y="146"/>
                    <a:pt x="94" y="146"/>
                    <a:pt x="94" y="146"/>
                  </a:cubicBezTo>
                  <a:cubicBezTo>
                    <a:pt x="90" y="146"/>
                    <a:pt x="86" y="150"/>
                    <a:pt x="86" y="154"/>
                  </a:cubicBezTo>
                  <a:cubicBezTo>
                    <a:pt x="86" y="159"/>
                    <a:pt x="90" y="162"/>
                    <a:pt x="94" y="162"/>
                  </a:cubicBezTo>
                  <a:cubicBezTo>
                    <a:pt x="128" y="162"/>
                    <a:pt x="128" y="162"/>
                    <a:pt x="128" y="162"/>
                  </a:cubicBezTo>
                  <a:cubicBezTo>
                    <a:pt x="128" y="186"/>
                    <a:pt x="128" y="186"/>
                    <a:pt x="128" y="186"/>
                  </a:cubicBezTo>
                  <a:cubicBezTo>
                    <a:pt x="94" y="186"/>
                    <a:pt x="94" y="186"/>
                    <a:pt x="94" y="186"/>
                  </a:cubicBezTo>
                  <a:cubicBezTo>
                    <a:pt x="90" y="186"/>
                    <a:pt x="86" y="190"/>
                    <a:pt x="86" y="194"/>
                  </a:cubicBezTo>
                  <a:cubicBezTo>
                    <a:pt x="86" y="199"/>
                    <a:pt x="90" y="202"/>
                    <a:pt x="94" y="202"/>
                  </a:cubicBezTo>
                  <a:cubicBezTo>
                    <a:pt x="128" y="202"/>
                    <a:pt x="128" y="202"/>
                    <a:pt x="128" y="202"/>
                  </a:cubicBezTo>
                  <a:cubicBezTo>
                    <a:pt x="128" y="226"/>
                    <a:pt x="128" y="226"/>
                    <a:pt x="128" y="226"/>
                  </a:cubicBezTo>
                  <a:cubicBezTo>
                    <a:pt x="94" y="226"/>
                    <a:pt x="94" y="226"/>
                    <a:pt x="94" y="226"/>
                  </a:cubicBezTo>
                  <a:cubicBezTo>
                    <a:pt x="90" y="226"/>
                    <a:pt x="86" y="230"/>
                    <a:pt x="86" y="234"/>
                  </a:cubicBezTo>
                  <a:cubicBezTo>
                    <a:pt x="86" y="239"/>
                    <a:pt x="90" y="242"/>
                    <a:pt x="94" y="242"/>
                  </a:cubicBezTo>
                  <a:cubicBezTo>
                    <a:pt x="128" y="242"/>
                    <a:pt x="128" y="242"/>
                    <a:pt x="128" y="242"/>
                  </a:cubicBezTo>
                  <a:cubicBezTo>
                    <a:pt x="128" y="266"/>
                    <a:pt x="128" y="266"/>
                    <a:pt x="128" y="266"/>
                  </a:cubicBezTo>
                  <a:cubicBezTo>
                    <a:pt x="94" y="266"/>
                    <a:pt x="94" y="266"/>
                    <a:pt x="94" y="266"/>
                  </a:cubicBezTo>
                  <a:cubicBezTo>
                    <a:pt x="90" y="266"/>
                    <a:pt x="86" y="270"/>
                    <a:pt x="86" y="274"/>
                  </a:cubicBezTo>
                  <a:cubicBezTo>
                    <a:pt x="86" y="278"/>
                    <a:pt x="90" y="282"/>
                    <a:pt x="94" y="282"/>
                  </a:cubicBezTo>
                  <a:cubicBezTo>
                    <a:pt x="128" y="282"/>
                    <a:pt x="128" y="282"/>
                    <a:pt x="128" y="282"/>
                  </a:cubicBezTo>
                  <a:cubicBezTo>
                    <a:pt x="128" y="306"/>
                    <a:pt x="128" y="306"/>
                    <a:pt x="128" y="306"/>
                  </a:cubicBezTo>
                  <a:cubicBezTo>
                    <a:pt x="128" y="312"/>
                    <a:pt x="110" y="319"/>
                    <a:pt x="94" y="319"/>
                  </a:cubicBezTo>
                  <a:cubicBezTo>
                    <a:pt x="78" y="319"/>
                    <a:pt x="60" y="313"/>
                    <a:pt x="60" y="306"/>
                  </a:cubicBezTo>
                  <a:cubicBezTo>
                    <a:pt x="60" y="42"/>
                    <a:pt x="60" y="42"/>
                    <a:pt x="60" y="42"/>
                  </a:cubicBezTo>
                  <a:cubicBezTo>
                    <a:pt x="60" y="27"/>
                    <a:pt x="72" y="16"/>
                    <a:pt x="86" y="16"/>
                  </a:cubicBezTo>
                  <a:cubicBezTo>
                    <a:pt x="102" y="16"/>
                    <a:pt x="102" y="16"/>
                    <a:pt x="102" y="16"/>
                  </a:cubicBezTo>
                  <a:cubicBezTo>
                    <a:pt x="117" y="16"/>
                    <a:pt x="128" y="27"/>
                    <a:pt x="128" y="42"/>
                  </a:cubicBezTo>
                  <a:cubicBezTo>
                    <a:pt x="128" y="51"/>
                    <a:pt x="128" y="51"/>
                    <a:pt x="128" y="51"/>
                  </a:cubicBezTo>
                  <a:cubicBezTo>
                    <a:pt x="128" y="56"/>
                    <a:pt x="132" y="59"/>
                    <a:pt x="136" y="59"/>
                  </a:cubicBezTo>
                  <a:cubicBezTo>
                    <a:pt x="141" y="59"/>
                    <a:pt x="144" y="56"/>
                    <a:pt x="144" y="51"/>
                  </a:cubicBezTo>
                  <a:cubicBezTo>
                    <a:pt x="144" y="42"/>
                    <a:pt x="144" y="42"/>
                    <a:pt x="144" y="42"/>
                  </a:cubicBezTo>
                  <a:cubicBezTo>
                    <a:pt x="144" y="18"/>
                    <a:pt x="126" y="0"/>
                    <a:pt x="102" y="0"/>
                  </a:cubicBezTo>
                  <a:cubicBezTo>
                    <a:pt x="86" y="0"/>
                    <a:pt x="86" y="0"/>
                    <a:pt x="86" y="0"/>
                  </a:cubicBezTo>
                  <a:cubicBezTo>
                    <a:pt x="63" y="0"/>
                    <a:pt x="44" y="18"/>
                    <a:pt x="44" y="42"/>
                  </a:cubicBezTo>
                  <a:cubicBezTo>
                    <a:pt x="44" y="292"/>
                    <a:pt x="44" y="292"/>
                    <a:pt x="44" y="292"/>
                  </a:cubicBezTo>
                  <a:cubicBezTo>
                    <a:pt x="18" y="308"/>
                    <a:pt x="1" y="337"/>
                    <a:pt x="0" y="370"/>
                  </a:cubicBezTo>
                  <a:cubicBezTo>
                    <a:pt x="0" y="422"/>
                    <a:pt x="41" y="465"/>
                    <a:pt x="93" y="466"/>
                  </a:cubicBezTo>
                  <a:cubicBezTo>
                    <a:pt x="145" y="466"/>
                    <a:pt x="188" y="425"/>
                    <a:pt x="188" y="373"/>
                  </a:cubicBezTo>
                  <a:cubicBezTo>
                    <a:pt x="189" y="339"/>
                    <a:pt x="171" y="309"/>
                    <a:pt x="144" y="292"/>
                  </a:cubicBezTo>
                  <a:close/>
                  <a:moveTo>
                    <a:pt x="94" y="446"/>
                  </a:moveTo>
                  <a:cubicBezTo>
                    <a:pt x="90" y="446"/>
                    <a:pt x="86" y="442"/>
                    <a:pt x="86" y="438"/>
                  </a:cubicBezTo>
                  <a:cubicBezTo>
                    <a:pt x="86" y="434"/>
                    <a:pt x="90" y="430"/>
                    <a:pt x="94" y="430"/>
                  </a:cubicBezTo>
                  <a:cubicBezTo>
                    <a:pt x="126" y="430"/>
                    <a:pt x="153" y="404"/>
                    <a:pt x="153" y="372"/>
                  </a:cubicBezTo>
                  <a:cubicBezTo>
                    <a:pt x="153" y="367"/>
                    <a:pt x="156" y="364"/>
                    <a:pt x="161" y="364"/>
                  </a:cubicBezTo>
                  <a:cubicBezTo>
                    <a:pt x="165" y="364"/>
                    <a:pt x="169" y="367"/>
                    <a:pt x="169" y="372"/>
                  </a:cubicBezTo>
                  <a:cubicBezTo>
                    <a:pt x="169" y="413"/>
                    <a:pt x="135" y="446"/>
                    <a:pt x="94" y="446"/>
                  </a:cubicBezTo>
                  <a:close/>
                </a:path>
              </a:pathLst>
            </a:custGeom>
            <a:blipFill dpi="0" rotWithShape="1">
              <a:blip r:embed="rId17"/>
              <a:srcRect/>
              <a:stretch>
                <a:fillRect/>
              </a:stretch>
            </a:blipFill>
            <a:ln w="9525">
              <a:noFill/>
              <a:round/>
              <a:headEnd/>
              <a:tailEnd/>
            </a:ln>
          </p:spPr>
          <p:txBody>
            <a:bodyPr/>
            <a:lstStyle/>
            <a:p>
              <a:endParaRPr lang="en-GB"/>
            </a:p>
          </p:txBody>
        </p:sp>
        <p:sp>
          <p:nvSpPr>
            <p:cNvPr id="31799" name="Freeform 3"/>
            <p:cNvSpPr>
              <a:spLocks noChangeAspect="1" noEditPoints="1"/>
            </p:cNvSpPr>
            <p:nvPr/>
          </p:nvSpPr>
          <p:spPr bwMode="auto">
            <a:xfrm>
              <a:off x="4218818" y="2561668"/>
              <a:ext cx="69326" cy="125840"/>
            </a:xfrm>
            <a:custGeom>
              <a:avLst/>
              <a:gdLst>
                <a:gd name="T0" fmla="*/ 2147483647 w 232"/>
                <a:gd name="T1" fmla="*/ 2147483647 h 405"/>
                <a:gd name="T2" fmla="*/ 2147483647 w 232"/>
                <a:gd name="T3" fmla="*/ 2147483647 h 405"/>
                <a:gd name="T4" fmla="*/ 2147483647 w 232"/>
                <a:gd name="T5" fmla="*/ 2147483647 h 405"/>
                <a:gd name="T6" fmla="*/ 2147483647 w 232"/>
                <a:gd name="T7" fmla="*/ 2147483647 h 405"/>
                <a:gd name="T8" fmla="*/ 2147483647 w 232"/>
                <a:gd name="T9" fmla="*/ 2147483647 h 405"/>
                <a:gd name="T10" fmla="*/ 2147483647 w 232"/>
                <a:gd name="T11" fmla="*/ 2147483647 h 405"/>
                <a:gd name="T12" fmla="*/ 2147483647 w 232"/>
                <a:gd name="T13" fmla="*/ 2147483647 h 405"/>
                <a:gd name="T14" fmla="*/ 2147483647 w 232"/>
                <a:gd name="T15" fmla="*/ 2147483647 h 405"/>
                <a:gd name="T16" fmla="*/ 2147483647 w 232"/>
                <a:gd name="T17" fmla="*/ 2147483647 h 405"/>
                <a:gd name="T18" fmla="*/ 2147483647 w 232"/>
                <a:gd name="T19" fmla="*/ 2147483647 h 405"/>
                <a:gd name="T20" fmla="*/ 2147483647 w 232"/>
                <a:gd name="T21" fmla="*/ 2147483647 h 405"/>
                <a:gd name="T22" fmla="*/ 2147483647 w 232"/>
                <a:gd name="T23" fmla="*/ 2147483647 h 405"/>
                <a:gd name="T24" fmla="*/ 2147483647 w 232"/>
                <a:gd name="T25" fmla="*/ 2147483647 h 405"/>
                <a:gd name="T26" fmla="*/ 2147483647 w 232"/>
                <a:gd name="T27" fmla="*/ 2147483647 h 405"/>
                <a:gd name="T28" fmla="*/ 2147483647 w 232"/>
                <a:gd name="T29" fmla="*/ 2147483647 h 405"/>
                <a:gd name="T30" fmla="*/ 2147483647 w 232"/>
                <a:gd name="T31" fmla="*/ 2147483647 h 405"/>
                <a:gd name="T32" fmla="*/ 2147483647 w 232"/>
                <a:gd name="T33" fmla="*/ 2147483647 h 405"/>
                <a:gd name="T34" fmla="*/ 2147483647 w 232"/>
                <a:gd name="T35" fmla="*/ 2147483647 h 405"/>
                <a:gd name="T36" fmla="*/ 2147483647 w 232"/>
                <a:gd name="T37" fmla="*/ 2147483647 h 405"/>
                <a:gd name="T38" fmla="*/ 2147483647 w 232"/>
                <a:gd name="T39" fmla="*/ 2147483647 h 405"/>
                <a:gd name="T40" fmla="*/ 2147483647 w 232"/>
                <a:gd name="T41" fmla="*/ 2147483647 h 405"/>
                <a:gd name="T42" fmla="*/ 2147483647 w 232"/>
                <a:gd name="T43" fmla="*/ 2147483647 h 405"/>
                <a:gd name="T44" fmla="*/ 2147483647 w 232"/>
                <a:gd name="T45" fmla="*/ 2147483647 h 405"/>
                <a:gd name="T46" fmla="*/ 2147483647 w 232"/>
                <a:gd name="T47" fmla="*/ 2147483647 h 405"/>
                <a:gd name="T48" fmla="*/ 2147483647 w 232"/>
                <a:gd name="T49" fmla="*/ 2147483647 h 405"/>
                <a:gd name="T50" fmla="*/ 2147483647 w 232"/>
                <a:gd name="T51" fmla="*/ 2147483647 h 405"/>
                <a:gd name="T52" fmla="*/ 2147483647 w 232"/>
                <a:gd name="T53" fmla="*/ 2147483647 h 405"/>
                <a:gd name="T54" fmla="*/ 2147483647 w 232"/>
                <a:gd name="T55" fmla="*/ 2147483647 h 405"/>
                <a:gd name="T56" fmla="*/ 2147483647 w 232"/>
                <a:gd name="T57" fmla="*/ 2147483647 h 405"/>
                <a:gd name="T58" fmla="*/ 2147483647 w 232"/>
                <a:gd name="T59" fmla="*/ 2147483647 h 405"/>
                <a:gd name="T60" fmla="*/ 2147483647 w 232"/>
                <a:gd name="T61" fmla="*/ 2147483647 h 405"/>
                <a:gd name="T62" fmla="*/ 2147483647 w 232"/>
                <a:gd name="T63" fmla="*/ 2147483647 h 405"/>
                <a:gd name="T64" fmla="*/ 2147483647 w 232"/>
                <a:gd name="T65" fmla="*/ 2147483647 h 405"/>
                <a:gd name="T66" fmla="*/ 2147483647 w 232"/>
                <a:gd name="T67" fmla="*/ 2147483647 h 405"/>
                <a:gd name="T68" fmla="*/ 2147483647 w 232"/>
                <a:gd name="T69" fmla="*/ 2147483647 h 405"/>
                <a:gd name="T70" fmla="*/ 2147483647 w 232"/>
                <a:gd name="T71" fmla="*/ 2147483647 h 405"/>
                <a:gd name="T72" fmla="*/ 2147483647 w 232"/>
                <a:gd name="T73" fmla="*/ 2147483647 h 405"/>
                <a:gd name="T74" fmla="*/ 2147483647 w 232"/>
                <a:gd name="T75" fmla="*/ 2147483647 h 405"/>
                <a:gd name="T76" fmla="*/ 2147483647 w 232"/>
                <a:gd name="T77" fmla="*/ 2147483647 h 405"/>
                <a:gd name="T78" fmla="*/ 2147483647 w 232"/>
                <a:gd name="T79" fmla="*/ 2147483647 h 405"/>
                <a:gd name="T80" fmla="*/ 2147483647 w 232"/>
                <a:gd name="T81" fmla="*/ 2147483647 h 405"/>
                <a:gd name="T82" fmla="*/ 2147483647 w 232"/>
                <a:gd name="T83" fmla="*/ 2147483647 h 405"/>
                <a:gd name="T84" fmla="*/ 2147483647 w 232"/>
                <a:gd name="T85" fmla="*/ 2147483647 h 405"/>
                <a:gd name="T86" fmla="*/ 2147483647 w 232"/>
                <a:gd name="T87" fmla="*/ 2147483647 h 405"/>
                <a:gd name="T88" fmla="*/ 2147483647 w 232"/>
                <a:gd name="T89" fmla="*/ 2147483647 h 405"/>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32"/>
                <a:gd name="T136" fmla="*/ 0 h 405"/>
                <a:gd name="T137" fmla="*/ 232 w 232"/>
                <a:gd name="T138" fmla="*/ 405 h 405"/>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32" h="405">
                  <a:moveTo>
                    <a:pt x="218" y="87"/>
                  </a:moveTo>
                  <a:cubicBezTo>
                    <a:pt x="210" y="94"/>
                    <a:pt x="201" y="103"/>
                    <a:pt x="196" y="108"/>
                  </a:cubicBezTo>
                  <a:cubicBezTo>
                    <a:pt x="164" y="75"/>
                    <a:pt x="164" y="75"/>
                    <a:pt x="164" y="75"/>
                  </a:cubicBezTo>
                  <a:cubicBezTo>
                    <a:pt x="187" y="51"/>
                    <a:pt x="228" y="15"/>
                    <a:pt x="228" y="15"/>
                  </a:cubicBezTo>
                  <a:cubicBezTo>
                    <a:pt x="232" y="12"/>
                    <a:pt x="232" y="7"/>
                    <a:pt x="229" y="3"/>
                  </a:cubicBezTo>
                  <a:cubicBezTo>
                    <a:pt x="226" y="0"/>
                    <a:pt x="221" y="0"/>
                    <a:pt x="218" y="3"/>
                  </a:cubicBezTo>
                  <a:cubicBezTo>
                    <a:pt x="216" y="4"/>
                    <a:pt x="173" y="42"/>
                    <a:pt x="149" y="67"/>
                  </a:cubicBezTo>
                  <a:cubicBezTo>
                    <a:pt x="147" y="66"/>
                    <a:pt x="144" y="66"/>
                    <a:pt x="141" y="66"/>
                  </a:cubicBezTo>
                  <a:cubicBezTo>
                    <a:pt x="133" y="66"/>
                    <a:pt x="126" y="69"/>
                    <a:pt x="120" y="75"/>
                  </a:cubicBezTo>
                  <a:cubicBezTo>
                    <a:pt x="82" y="112"/>
                    <a:pt x="82" y="112"/>
                    <a:pt x="82" y="112"/>
                  </a:cubicBezTo>
                  <a:cubicBezTo>
                    <a:pt x="70" y="124"/>
                    <a:pt x="70" y="142"/>
                    <a:pt x="80" y="154"/>
                  </a:cubicBezTo>
                  <a:cubicBezTo>
                    <a:pt x="76" y="160"/>
                    <a:pt x="69" y="172"/>
                    <a:pt x="63" y="182"/>
                  </a:cubicBezTo>
                  <a:cubicBezTo>
                    <a:pt x="56" y="183"/>
                    <a:pt x="51" y="181"/>
                    <a:pt x="47" y="178"/>
                  </a:cubicBezTo>
                  <a:cubicBezTo>
                    <a:pt x="32" y="166"/>
                    <a:pt x="39" y="125"/>
                    <a:pt x="45" y="105"/>
                  </a:cubicBezTo>
                  <a:cubicBezTo>
                    <a:pt x="46" y="106"/>
                    <a:pt x="48" y="106"/>
                    <a:pt x="50" y="106"/>
                  </a:cubicBezTo>
                  <a:cubicBezTo>
                    <a:pt x="50" y="106"/>
                    <a:pt x="50" y="106"/>
                    <a:pt x="50" y="106"/>
                  </a:cubicBezTo>
                  <a:cubicBezTo>
                    <a:pt x="64" y="106"/>
                    <a:pt x="79" y="96"/>
                    <a:pt x="89" y="81"/>
                  </a:cubicBezTo>
                  <a:cubicBezTo>
                    <a:pt x="105" y="60"/>
                    <a:pt x="105" y="34"/>
                    <a:pt x="89" y="23"/>
                  </a:cubicBezTo>
                  <a:cubicBezTo>
                    <a:pt x="85" y="20"/>
                    <a:pt x="79" y="18"/>
                    <a:pt x="73" y="18"/>
                  </a:cubicBezTo>
                  <a:cubicBezTo>
                    <a:pt x="59" y="18"/>
                    <a:pt x="44" y="28"/>
                    <a:pt x="34" y="43"/>
                  </a:cubicBezTo>
                  <a:cubicBezTo>
                    <a:pt x="27" y="52"/>
                    <a:pt x="23" y="64"/>
                    <a:pt x="22" y="74"/>
                  </a:cubicBezTo>
                  <a:cubicBezTo>
                    <a:pt x="22" y="84"/>
                    <a:pt x="25" y="92"/>
                    <a:pt x="30" y="97"/>
                  </a:cubicBezTo>
                  <a:cubicBezTo>
                    <a:pt x="26" y="111"/>
                    <a:pt x="11" y="169"/>
                    <a:pt x="37" y="191"/>
                  </a:cubicBezTo>
                  <a:cubicBezTo>
                    <a:pt x="42" y="195"/>
                    <a:pt x="48" y="197"/>
                    <a:pt x="56" y="198"/>
                  </a:cubicBezTo>
                  <a:cubicBezTo>
                    <a:pt x="51" y="211"/>
                    <a:pt x="45" y="240"/>
                    <a:pt x="40" y="265"/>
                  </a:cubicBezTo>
                  <a:cubicBezTo>
                    <a:pt x="37" y="280"/>
                    <a:pt x="33" y="297"/>
                    <a:pt x="32" y="300"/>
                  </a:cubicBezTo>
                  <a:cubicBezTo>
                    <a:pt x="32" y="300"/>
                    <a:pt x="31" y="302"/>
                    <a:pt x="30" y="304"/>
                  </a:cubicBezTo>
                  <a:cubicBezTo>
                    <a:pt x="22" y="316"/>
                    <a:pt x="0" y="350"/>
                    <a:pt x="13" y="386"/>
                  </a:cubicBezTo>
                  <a:cubicBezTo>
                    <a:pt x="13" y="387"/>
                    <a:pt x="13" y="387"/>
                    <a:pt x="13" y="387"/>
                  </a:cubicBezTo>
                  <a:cubicBezTo>
                    <a:pt x="19" y="401"/>
                    <a:pt x="24" y="405"/>
                    <a:pt x="34" y="405"/>
                  </a:cubicBezTo>
                  <a:cubicBezTo>
                    <a:pt x="43" y="405"/>
                    <a:pt x="53" y="401"/>
                    <a:pt x="56" y="393"/>
                  </a:cubicBezTo>
                  <a:cubicBezTo>
                    <a:pt x="56" y="391"/>
                    <a:pt x="57" y="388"/>
                    <a:pt x="58" y="384"/>
                  </a:cubicBezTo>
                  <a:cubicBezTo>
                    <a:pt x="74" y="385"/>
                    <a:pt x="81" y="380"/>
                    <a:pt x="87" y="355"/>
                  </a:cubicBezTo>
                  <a:cubicBezTo>
                    <a:pt x="89" y="344"/>
                    <a:pt x="83" y="334"/>
                    <a:pt x="79" y="327"/>
                  </a:cubicBezTo>
                  <a:cubicBezTo>
                    <a:pt x="78" y="325"/>
                    <a:pt x="76" y="322"/>
                    <a:pt x="75" y="320"/>
                  </a:cubicBezTo>
                  <a:cubicBezTo>
                    <a:pt x="132" y="201"/>
                    <a:pt x="132" y="201"/>
                    <a:pt x="132" y="201"/>
                  </a:cubicBezTo>
                  <a:cubicBezTo>
                    <a:pt x="135" y="202"/>
                    <a:pt x="138" y="203"/>
                    <a:pt x="141" y="203"/>
                  </a:cubicBezTo>
                  <a:cubicBezTo>
                    <a:pt x="149" y="203"/>
                    <a:pt x="157" y="200"/>
                    <a:pt x="163" y="194"/>
                  </a:cubicBezTo>
                  <a:cubicBezTo>
                    <a:pt x="178" y="179"/>
                    <a:pt x="178" y="179"/>
                    <a:pt x="178" y="179"/>
                  </a:cubicBezTo>
                  <a:cubicBezTo>
                    <a:pt x="181" y="176"/>
                    <a:pt x="181" y="171"/>
                    <a:pt x="178" y="168"/>
                  </a:cubicBezTo>
                  <a:cubicBezTo>
                    <a:pt x="175" y="165"/>
                    <a:pt x="170" y="165"/>
                    <a:pt x="167" y="168"/>
                  </a:cubicBezTo>
                  <a:cubicBezTo>
                    <a:pt x="152" y="182"/>
                    <a:pt x="152" y="182"/>
                    <a:pt x="152" y="182"/>
                  </a:cubicBezTo>
                  <a:cubicBezTo>
                    <a:pt x="146" y="188"/>
                    <a:pt x="137" y="188"/>
                    <a:pt x="131" y="182"/>
                  </a:cubicBezTo>
                  <a:cubicBezTo>
                    <a:pt x="93" y="145"/>
                    <a:pt x="93" y="145"/>
                    <a:pt x="93" y="145"/>
                  </a:cubicBezTo>
                  <a:cubicBezTo>
                    <a:pt x="87" y="139"/>
                    <a:pt x="87" y="130"/>
                    <a:pt x="93" y="124"/>
                  </a:cubicBezTo>
                  <a:cubicBezTo>
                    <a:pt x="131" y="86"/>
                    <a:pt x="131" y="86"/>
                    <a:pt x="131" y="86"/>
                  </a:cubicBezTo>
                  <a:cubicBezTo>
                    <a:pt x="137" y="80"/>
                    <a:pt x="146" y="80"/>
                    <a:pt x="152" y="86"/>
                  </a:cubicBezTo>
                  <a:cubicBezTo>
                    <a:pt x="190" y="124"/>
                    <a:pt x="190" y="124"/>
                    <a:pt x="190" y="124"/>
                  </a:cubicBezTo>
                  <a:cubicBezTo>
                    <a:pt x="195" y="130"/>
                    <a:pt x="195" y="139"/>
                    <a:pt x="190" y="145"/>
                  </a:cubicBezTo>
                  <a:cubicBezTo>
                    <a:pt x="189" y="145"/>
                    <a:pt x="189" y="145"/>
                    <a:pt x="189" y="145"/>
                  </a:cubicBezTo>
                  <a:cubicBezTo>
                    <a:pt x="186" y="148"/>
                    <a:pt x="186" y="153"/>
                    <a:pt x="189" y="157"/>
                  </a:cubicBezTo>
                  <a:cubicBezTo>
                    <a:pt x="192" y="160"/>
                    <a:pt x="197" y="160"/>
                    <a:pt x="200" y="157"/>
                  </a:cubicBezTo>
                  <a:cubicBezTo>
                    <a:pt x="201" y="156"/>
                    <a:pt x="201" y="156"/>
                    <a:pt x="201" y="156"/>
                  </a:cubicBezTo>
                  <a:cubicBezTo>
                    <a:pt x="211" y="146"/>
                    <a:pt x="213" y="131"/>
                    <a:pt x="207" y="120"/>
                  </a:cubicBezTo>
                  <a:cubicBezTo>
                    <a:pt x="210" y="116"/>
                    <a:pt x="219" y="107"/>
                    <a:pt x="228" y="100"/>
                  </a:cubicBezTo>
                  <a:cubicBezTo>
                    <a:pt x="231" y="97"/>
                    <a:pt x="232" y="92"/>
                    <a:pt x="229" y="89"/>
                  </a:cubicBezTo>
                  <a:cubicBezTo>
                    <a:pt x="227" y="85"/>
                    <a:pt x="221" y="85"/>
                    <a:pt x="218" y="87"/>
                  </a:cubicBezTo>
                  <a:close/>
                  <a:moveTo>
                    <a:pt x="38" y="75"/>
                  </a:moveTo>
                  <a:cubicBezTo>
                    <a:pt x="39" y="67"/>
                    <a:pt x="42" y="59"/>
                    <a:pt x="47" y="52"/>
                  </a:cubicBezTo>
                  <a:cubicBezTo>
                    <a:pt x="55" y="40"/>
                    <a:pt x="66" y="34"/>
                    <a:pt x="73" y="34"/>
                  </a:cubicBezTo>
                  <a:cubicBezTo>
                    <a:pt x="76" y="34"/>
                    <a:pt x="78" y="35"/>
                    <a:pt x="80" y="36"/>
                  </a:cubicBezTo>
                  <a:cubicBezTo>
                    <a:pt x="87" y="41"/>
                    <a:pt x="87" y="57"/>
                    <a:pt x="76" y="72"/>
                  </a:cubicBezTo>
                  <a:cubicBezTo>
                    <a:pt x="68" y="84"/>
                    <a:pt x="57" y="90"/>
                    <a:pt x="50" y="90"/>
                  </a:cubicBezTo>
                  <a:cubicBezTo>
                    <a:pt x="47" y="90"/>
                    <a:pt x="45" y="89"/>
                    <a:pt x="43" y="88"/>
                  </a:cubicBezTo>
                  <a:cubicBezTo>
                    <a:pt x="39" y="85"/>
                    <a:pt x="38" y="78"/>
                    <a:pt x="38" y="75"/>
                  </a:cubicBezTo>
                  <a:close/>
                  <a:moveTo>
                    <a:pt x="119" y="193"/>
                  </a:moveTo>
                  <a:cubicBezTo>
                    <a:pt x="60" y="315"/>
                    <a:pt x="60" y="315"/>
                    <a:pt x="60" y="315"/>
                  </a:cubicBezTo>
                  <a:cubicBezTo>
                    <a:pt x="57" y="321"/>
                    <a:pt x="61" y="328"/>
                    <a:pt x="65" y="335"/>
                  </a:cubicBezTo>
                  <a:cubicBezTo>
                    <a:pt x="68" y="340"/>
                    <a:pt x="72" y="347"/>
                    <a:pt x="71" y="352"/>
                  </a:cubicBezTo>
                  <a:cubicBezTo>
                    <a:pt x="68" y="367"/>
                    <a:pt x="67" y="368"/>
                    <a:pt x="60" y="368"/>
                  </a:cubicBezTo>
                  <a:cubicBezTo>
                    <a:pt x="61" y="365"/>
                    <a:pt x="61" y="362"/>
                    <a:pt x="62" y="359"/>
                  </a:cubicBezTo>
                  <a:cubicBezTo>
                    <a:pt x="62" y="354"/>
                    <a:pt x="59" y="350"/>
                    <a:pt x="55" y="350"/>
                  </a:cubicBezTo>
                  <a:cubicBezTo>
                    <a:pt x="50" y="349"/>
                    <a:pt x="46" y="352"/>
                    <a:pt x="46" y="357"/>
                  </a:cubicBezTo>
                  <a:cubicBezTo>
                    <a:pt x="43" y="375"/>
                    <a:pt x="43" y="375"/>
                    <a:pt x="43" y="375"/>
                  </a:cubicBezTo>
                  <a:cubicBezTo>
                    <a:pt x="43" y="375"/>
                    <a:pt x="43" y="375"/>
                    <a:pt x="43" y="376"/>
                  </a:cubicBezTo>
                  <a:cubicBezTo>
                    <a:pt x="42" y="381"/>
                    <a:pt x="42" y="385"/>
                    <a:pt x="41" y="386"/>
                  </a:cubicBezTo>
                  <a:cubicBezTo>
                    <a:pt x="41" y="387"/>
                    <a:pt x="37" y="389"/>
                    <a:pt x="34" y="389"/>
                  </a:cubicBezTo>
                  <a:cubicBezTo>
                    <a:pt x="33" y="389"/>
                    <a:pt x="33" y="389"/>
                    <a:pt x="33" y="389"/>
                  </a:cubicBezTo>
                  <a:cubicBezTo>
                    <a:pt x="33" y="389"/>
                    <a:pt x="31" y="388"/>
                    <a:pt x="28" y="381"/>
                  </a:cubicBezTo>
                  <a:cubicBezTo>
                    <a:pt x="18" y="352"/>
                    <a:pt x="36" y="324"/>
                    <a:pt x="43" y="312"/>
                  </a:cubicBezTo>
                  <a:cubicBezTo>
                    <a:pt x="45" y="310"/>
                    <a:pt x="46" y="308"/>
                    <a:pt x="47" y="307"/>
                  </a:cubicBezTo>
                  <a:cubicBezTo>
                    <a:pt x="48" y="303"/>
                    <a:pt x="50" y="294"/>
                    <a:pt x="56" y="269"/>
                  </a:cubicBezTo>
                  <a:cubicBezTo>
                    <a:pt x="61" y="244"/>
                    <a:pt x="68" y="210"/>
                    <a:pt x="72" y="200"/>
                  </a:cubicBezTo>
                  <a:cubicBezTo>
                    <a:pt x="72" y="199"/>
                    <a:pt x="73" y="198"/>
                    <a:pt x="73" y="197"/>
                  </a:cubicBezTo>
                  <a:cubicBezTo>
                    <a:pt x="84" y="195"/>
                    <a:pt x="96" y="190"/>
                    <a:pt x="109" y="183"/>
                  </a:cubicBezTo>
                  <a:lnTo>
                    <a:pt x="119" y="193"/>
                  </a:lnTo>
                  <a:close/>
                  <a:moveTo>
                    <a:pt x="92" y="166"/>
                  </a:moveTo>
                  <a:cubicBezTo>
                    <a:pt x="97" y="171"/>
                    <a:pt x="97" y="171"/>
                    <a:pt x="97" y="171"/>
                  </a:cubicBezTo>
                  <a:cubicBezTo>
                    <a:pt x="93" y="173"/>
                    <a:pt x="89" y="175"/>
                    <a:pt x="85" y="177"/>
                  </a:cubicBezTo>
                  <a:cubicBezTo>
                    <a:pt x="87" y="173"/>
                    <a:pt x="90" y="169"/>
                    <a:pt x="92" y="166"/>
                  </a:cubicBezTo>
                  <a:close/>
                </a:path>
              </a:pathLst>
            </a:custGeom>
            <a:blipFill dpi="0" rotWithShape="1">
              <a:blip r:embed="rId18"/>
              <a:srcRect/>
              <a:stretch>
                <a:fillRect/>
              </a:stretch>
            </a:blipFill>
            <a:ln w="9525">
              <a:noFill/>
              <a:round/>
              <a:headEnd/>
              <a:tailEnd/>
            </a:ln>
          </p:spPr>
          <p:txBody>
            <a:bodyPr/>
            <a:lstStyle/>
            <a:p>
              <a:endParaRPr lang="en-GB"/>
            </a:p>
          </p:txBody>
        </p:sp>
        <p:sp>
          <p:nvSpPr>
            <p:cNvPr id="31800" name="Freeform 3"/>
            <p:cNvSpPr>
              <a:spLocks noChangeAspect="1" noEditPoints="1"/>
            </p:cNvSpPr>
            <p:nvPr/>
          </p:nvSpPr>
          <p:spPr bwMode="auto">
            <a:xfrm>
              <a:off x="3307476" y="2547880"/>
              <a:ext cx="115248" cy="119923"/>
            </a:xfrm>
            <a:custGeom>
              <a:avLst/>
              <a:gdLst>
                <a:gd name="T0" fmla="*/ 2147483647 w 386"/>
                <a:gd name="T1" fmla="*/ 2147483647 h 386"/>
                <a:gd name="T2" fmla="*/ 2147483647 w 386"/>
                <a:gd name="T3" fmla="*/ 2147483647 h 386"/>
                <a:gd name="T4" fmla="*/ 2147483647 w 386"/>
                <a:gd name="T5" fmla="*/ 2147483647 h 386"/>
                <a:gd name="T6" fmla="*/ 2147483647 w 386"/>
                <a:gd name="T7" fmla="*/ 2147483647 h 386"/>
                <a:gd name="T8" fmla="*/ 2147483647 w 386"/>
                <a:gd name="T9" fmla="*/ 2147483647 h 386"/>
                <a:gd name="T10" fmla="*/ 2147483647 w 386"/>
                <a:gd name="T11" fmla="*/ 2147483647 h 386"/>
                <a:gd name="T12" fmla="*/ 2147483647 w 386"/>
                <a:gd name="T13" fmla="*/ 2147483647 h 386"/>
                <a:gd name="T14" fmla="*/ 2147483647 w 386"/>
                <a:gd name="T15" fmla="*/ 2147483647 h 386"/>
                <a:gd name="T16" fmla="*/ 2147483647 w 386"/>
                <a:gd name="T17" fmla="*/ 2147483647 h 386"/>
                <a:gd name="T18" fmla="*/ 2147483647 w 386"/>
                <a:gd name="T19" fmla="*/ 2147483647 h 386"/>
                <a:gd name="T20" fmla="*/ 2147483647 w 386"/>
                <a:gd name="T21" fmla="*/ 2147483647 h 386"/>
                <a:gd name="T22" fmla="*/ 2147483647 w 386"/>
                <a:gd name="T23" fmla="*/ 2147483647 h 386"/>
                <a:gd name="T24" fmla="*/ 2147483647 w 386"/>
                <a:gd name="T25" fmla="*/ 2147483647 h 386"/>
                <a:gd name="T26" fmla="*/ 2147483647 w 386"/>
                <a:gd name="T27" fmla="*/ 2147483647 h 386"/>
                <a:gd name="T28" fmla="*/ 2147483647 w 386"/>
                <a:gd name="T29" fmla="*/ 2147483647 h 386"/>
                <a:gd name="T30" fmla="*/ 2147483647 w 386"/>
                <a:gd name="T31" fmla="*/ 2147483647 h 386"/>
                <a:gd name="T32" fmla="*/ 2147483647 w 386"/>
                <a:gd name="T33" fmla="*/ 2147483647 h 386"/>
                <a:gd name="T34" fmla="*/ 2147483647 w 386"/>
                <a:gd name="T35" fmla="*/ 2147483647 h 386"/>
                <a:gd name="T36" fmla="*/ 2147483647 w 386"/>
                <a:gd name="T37" fmla="*/ 2147483647 h 386"/>
                <a:gd name="T38" fmla="*/ 2147483647 w 386"/>
                <a:gd name="T39" fmla="*/ 2147483647 h 386"/>
                <a:gd name="T40" fmla="*/ 2147483647 w 386"/>
                <a:gd name="T41" fmla="*/ 0 h 386"/>
                <a:gd name="T42" fmla="*/ 0 w 386"/>
                <a:gd name="T43" fmla="*/ 2147483647 h 386"/>
                <a:gd name="T44" fmla="*/ 2147483647 w 386"/>
                <a:gd name="T45" fmla="*/ 2147483647 h 386"/>
                <a:gd name="T46" fmla="*/ 2147483647 w 386"/>
                <a:gd name="T47" fmla="*/ 2147483647 h 386"/>
                <a:gd name="T48" fmla="*/ 2147483647 w 386"/>
                <a:gd name="T49" fmla="*/ 2147483647 h 386"/>
                <a:gd name="T50" fmla="*/ 2147483647 w 386"/>
                <a:gd name="T51" fmla="*/ 2147483647 h 386"/>
                <a:gd name="T52" fmla="*/ 2147483647 w 386"/>
                <a:gd name="T53" fmla="*/ 2147483647 h 386"/>
                <a:gd name="T54" fmla="*/ 2147483647 w 386"/>
                <a:gd name="T55" fmla="*/ 2147483647 h 386"/>
                <a:gd name="T56" fmla="*/ 2147483647 w 386"/>
                <a:gd name="T57" fmla="*/ 2147483647 h 386"/>
                <a:gd name="T58" fmla="*/ 2147483647 w 386"/>
                <a:gd name="T59" fmla="*/ 2147483647 h 386"/>
                <a:gd name="T60" fmla="*/ 2147483647 w 386"/>
                <a:gd name="T61" fmla="*/ 2147483647 h 386"/>
                <a:gd name="T62" fmla="*/ 2147483647 w 386"/>
                <a:gd name="T63" fmla="*/ 2147483647 h 386"/>
                <a:gd name="T64" fmla="*/ 2147483647 w 386"/>
                <a:gd name="T65" fmla="*/ 2147483647 h 386"/>
                <a:gd name="T66" fmla="*/ 2147483647 w 386"/>
                <a:gd name="T67" fmla="*/ 2147483647 h 386"/>
                <a:gd name="T68" fmla="*/ 2147483647 w 386"/>
                <a:gd name="T69" fmla="*/ 2147483647 h 386"/>
                <a:gd name="T70" fmla="*/ 2147483647 w 386"/>
                <a:gd name="T71" fmla="*/ 2147483647 h 386"/>
                <a:gd name="T72" fmla="*/ 2147483647 w 386"/>
                <a:gd name="T73" fmla="*/ 2147483647 h 386"/>
                <a:gd name="T74" fmla="*/ 2147483647 w 386"/>
                <a:gd name="T75" fmla="*/ 2147483647 h 386"/>
                <a:gd name="T76" fmla="*/ 2147483647 w 386"/>
                <a:gd name="T77" fmla="*/ 2147483647 h 386"/>
                <a:gd name="T78" fmla="*/ 2147483647 w 386"/>
                <a:gd name="T79" fmla="*/ 2147483647 h 386"/>
                <a:gd name="T80" fmla="*/ 2147483647 w 386"/>
                <a:gd name="T81" fmla="*/ 2147483647 h 386"/>
                <a:gd name="T82" fmla="*/ 2147483647 w 386"/>
                <a:gd name="T83" fmla="*/ 2147483647 h 38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86"/>
                <a:gd name="T127" fmla="*/ 0 h 386"/>
                <a:gd name="T128" fmla="*/ 386 w 386"/>
                <a:gd name="T129" fmla="*/ 386 h 38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86" h="386">
                  <a:moveTo>
                    <a:pt x="248" y="193"/>
                  </a:moveTo>
                  <a:cubicBezTo>
                    <a:pt x="248" y="162"/>
                    <a:pt x="224" y="137"/>
                    <a:pt x="193" y="137"/>
                  </a:cubicBezTo>
                  <a:cubicBezTo>
                    <a:pt x="163" y="137"/>
                    <a:pt x="138" y="162"/>
                    <a:pt x="138" y="193"/>
                  </a:cubicBezTo>
                  <a:cubicBezTo>
                    <a:pt x="138" y="223"/>
                    <a:pt x="163" y="248"/>
                    <a:pt x="193" y="248"/>
                  </a:cubicBezTo>
                  <a:cubicBezTo>
                    <a:pt x="224" y="248"/>
                    <a:pt x="248" y="223"/>
                    <a:pt x="248" y="193"/>
                  </a:cubicBezTo>
                  <a:moveTo>
                    <a:pt x="154" y="193"/>
                  </a:moveTo>
                  <a:cubicBezTo>
                    <a:pt x="154" y="171"/>
                    <a:pt x="171" y="153"/>
                    <a:pt x="193" y="153"/>
                  </a:cubicBezTo>
                  <a:cubicBezTo>
                    <a:pt x="215" y="153"/>
                    <a:pt x="232" y="171"/>
                    <a:pt x="232" y="193"/>
                  </a:cubicBezTo>
                  <a:cubicBezTo>
                    <a:pt x="232" y="214"/>
                    <a:pt x="215" y="232"/>
                    <a:pt x="193" y="232"/>
                  </a:cubicBezTo>
                  <a:cubicBezTo>
                    <a:pt x="171" y="232"/>
                    <a:pt x="154" y="214"/>
                    <a:pt x="154" y="193"/>
                  </a:cubicBezTo>
                  <a:moveTo>
                    <a:pt x="340" y="69"/>
                  </a:moveTo>
                  <a:cubicBezTo>
                    <a:pt x="338" y="65"/>
                    <a:pt x="333" y="65"/>
                    <a:pt x="329" y="68"/>
                  </a:cubicBezTo>
                  <a:cubicBezTo>
                    <a:pt x="326" y="71"/>
                    <a:pt x="325" y="76"/>
                    <a:pt x="328" y="79"/>
                  </a:cubicBezTo>
                  <a:cubicBezTo>
                    <a:pt x="355" y="111"/>
                    <a:pt x="370" y="151"/>
                    <a:pt x="370" y="193"/>
                  </a:cubicBezTo>
                  <a:cubicBezTo>
                    <a:pt x="370" y="290"/>
                    <a:pt x="290" y="370"/>
                    <a:pt x="193" y="370"/>
                  </a:cubicBezTo>
                  <a:cubicBezTo>
                    <a:pt x="96" y="370"/>
                    <a:pt x="16" y="290"/>
                    <a:pt x="16" y="193"/>
                  </a:cubicBezTo>
                  <a:cubicBezTo>
                    <a:pt x="16" y="95"/>
                    <a:pt x="96" y="16"/>
                    <a:pt x="193" y="16"/>
                  </a:cubicBezTo>
                  <a:cubicBezTo>
                    <a:pt x="235" y="16"/>
                    <a:pt x="275" y="30"/>
                    <a:pt x="307" y="58"/>
                  </a:cubicBezTo>
                  <a:cubicBezTo>
                    <a:pt x="310" y="60"/>
                    <a:pt x="315" y="60"/>
                    <a:pt x="318" y="57"/>
                  </a:cubicBezTo>
                  <a:cubicBezTo>
                    <a:pt x="321" y="53"/>
                    <a:pt x="320" y="48"/>
                    <a:pt x="317" y="45"/>
                  </a:cubicBezTo>
                  <a:cubicBezTo>
                    <a:pt x="282" y="16"/>
                    <a:pt x="239" y="0"/>
                    <a:pt x="193" y="0"/>
                  </a:cubicBezTo>
                  <a:cubicBezTo>
                    <a:pt x="87" y="0"/>
                    <a:pt x="0" y="87"/>
                    <a:pt x="0" y="193"/>
                  </a:cubicBezTo>
                  <a:cubicBezTo>
                    <a:pt x="0" y="299"/>
                    <a:pt x="87" y="386"/>
                    <a:pt x="193" y="386"/>
                  </a:cubicBezTo>
                  <a:cubicBezTo>
                    <a:pt x="299" y="386"/>
                    <a:pt x="386" y="299"/>
                    <a:pt x="386" y="193"/>
                  </a:cubicBezTo>
                  <a:cubicBezTo>
                    <a:pt x="386" y="147"/>
                    <a:pt x="370" y="104"/>
                    <a:pt x="340" y="69"/>
                  </a:cubicBezTo>
                  <a:moveTo>
                    <a:pt x="193" y="355"/>
                  </a:moveTo>
                  <a:cubicBezTo>
                    <a:pt x="283" y="355"/>
                    <a:pt x="355" y="282"/>
                    <a:pt x="355" y="193"/>
                  </a:cubicBezTo>
                  <a:cubicBezTo>
                    <a:pt x="355" y="188"/>
                    <a:pt x="352" y="185"/>
                    <a:pt x="347" y="185"/>
                  </a:cubicBezTo>
                  <a:cubicBezTo>
                    <a:pt x="343" y="185"/>
                    <a:pt x="339" y="188"/>
                    <a:pt x="339" y="193"/>
                  </a:cubicBezTo>
                  <a:cubicBezTo>
                    <a:pt x="339" y="274"/>
                    <a:pt x="274" y="339"/>
                    <a:pt x="193" y="339"/>
                  </a:cubicBezTo>
                  <a:cubicBezTo>
                    <a:pt x="189" y="339"/>
                    <a:pt x="185" y="343"/>
                    <a:pt x="185" y="347"/>
                  </a:cubicBezTo>
                  <a:cubicBezTo>
                    <a:pt x="185" y="352"/>
                    <a:pt x="189" y="355"/>
                    <a:pt x="193" y="355"/>
                  </a:cubicBezTo>
                  <a:moveTo>
                    <a:pt x="222" y="193"/>
                  </a:moveTo>
                  <a:cubicBezTo>
                    <a:pt x="222" y="177"/>
                    <a:pt x="209" y="164"/>
                    <a:pt x="193" y="164"/>
                  </a:cubicBezTo>
                  <a:cubicBezTo>
                    <a:pt x="177" y="164"/>
                    <a:pt x="164" y="177"/>
                    <a:pt x="164" y="193"/>
                  </a:cubicBezTo>
                  <a:cubicBezTo>
                    <a:pt x="164" y="209"/>
                    <a:pt x="177" y="222"/>
                    <a:pt x="193" y="222"/>
                  </a:cubicBezTo>
                  <a:cubicBezTo>
                    <a:pt x="209" y="222"/>
                    <a:pt x="222" y="209"/>
                    <a:pt x="222" y="193"/>
                  </a:cubicBezTo>
                  <a:moveTo>
                    <a:pt x="180" y="193"/>
                  </a:moveTo>
                  <a:cubicBezTo>
                    <a:pt x="180" y="186"/>
                    <a:pt x="186" y="180"/>
                    <a:pt x="193" y="180"/>
                  </a:cubicBezTo>
                  <a:cubicBezTo>
                    <a:pt x="200" y="180"/>
                    <a:pt x="206" y="186"/>
                    <a:pt x="206" y="193"/>
                  </a:cubicBezTo>
                  <a:cubicBezTo>
                    <a:pt x="206" y="200"/>
                    <a:pt x="200" y="206"/>
                    <a:pt x="193" y="206"/>
                  </a:cubicBezTo>
                  <a:cubicBezTo>
                    <a:pt x="186" y="206"/>
                    <a:pt x="180" y="200"/>
                    <a:pt x="180" y="193"/>
                  </a:cubicBezTo>
                </a:path>
              </a:pathLst>
            </a:custGeom>
            <a:blipFill dpi="0" rotWithShape="1">
              <a:blip r:embed="rId11"/>
              <a:srcRect/>
              <a:stretch>
                <a:fillRect/>
              </a:stretch>
            </a:blipFill>
            <a:ln w="9525">
              <a:noFill/>
              <a:round/>
              <a:headEnd/>
              <a:tailEnd/>
            </a:ln>
          </p:spPr>
          <p:txBody>
            <a:bodyPr/>
            <a:lstStyle/>
            <a:p>
              <a:endParaRPr lang="en-GB"/>
            </a:p>
          </p:txBody>
        </p:sp>
        <p:sp>
          <p:nvSpPr>
            <p:cNvPr id="31801" name="Freeform 3"/>
            <p:cNvSpPr>
              <a:spLocks noChangeAspect="1" noEditPoints="1"/>
            </p:cNvSpPr>
            <p:nvPr/>
          </p:nvSpPr>
          <p:spPr bwMode="auto">
            <a:xfrm>
              <a:off x="3257983" y="2252073"/>
              <a:ext cx="135742" cy="122685"/>
            </a:xfrm>
            <a:custGeom>
              <a:avLst/>
              <a:gdLst>
                <a:gd name="T0" fmla="*/ 2147483647 w 454"/>
                <a:gd name="T1" fmla="*/ 2147483647 h 395"/>
                <a:gd name="T2" fmla="*/ 2147483647 w 454"/>
                <a:gd name="T3" fmla="*/ 2147483647 h 395"/>
                <a:gd name="T4" fmla="*/ 2147483647 w 454"/>
                <a:gd name="T5" fmla="*/ 2147483647 h 395"/>
                <a:gd name="T6" fmla="*/ 2147483647 w 454"/>
                <a:gd name="T7" fmla="*/ 2147483647 h 395"/>
                <a:gd name="T8" fmla="*/ 2147483647 w 454"/>
                <a:gd name="T9" fmla="*/ 2147483647 h 395"/>
                <a:gd name="T10" fmla="*/ 2147483647 w 454"/>
                <a:gd name="T11" fmla="*/ 2147483647 h 395"/>
                <a:gd name="T12" fmla="*/ 2147483647 w 454"/>
                <a:gd name="T13" fmla="*/ 2147483647 h 395"/>
                <a:gd name="T14" fmla="*/ 2147483647 w 454"/>
                <a:gd name="T15" fmla="*/ 2147483647 h 395"/>
                <a:gd name="T16" fmla="*/ 0 w 454"/>
                <a:gd name="T17" fmla="*/ 2147483647 h 395"/>
                <a:gd name="T18" fmla="*/ 2147483647 w 454"/>
                <a:gd name="T19" fmla="*/ 2147483647 h 395"/>
                <a:gd name="T20" fmla="*/ 2147483647 w 454"/>
                <a:gd name="T21" fmla="*/ 2147483647 h 395"/>
                <a:gd name="T22" fmla="*/ 2147483647 w 454"/>
                <a:gd name="T23" fmla="*/ 2147483647 h 395"/>
                <a:gd name="T24" fmla="*/ 2147483647 w 454"/>
                <a:gd name="T25" fmla="*/ 2147483647 h 395"/>
                <a:gd name="T26" fmla="*/ 2147483647 w 454"/>
                <a:gd name="T27" fmla="*/ 2147483647 h 395"/>
                <a:gd name="T28" fmla="*/ 2147483647 w 454"/>
                <a:gd name="T29" fmla="*/ 2147483647 h 395"/>
                <a:gd name="T30" fmla="*/ 2147483647 w 454"/>
                <a:gd name="T31" fmla="*/ 2147483647 h 395"/>
                <a:gd name="T32" fmla="*/ 2147483647 w 454"/>
                <a:gd name="T33" fmla="*/ 2147483647 h 395"/>
                <a:gd name="T34" fmla="*/ 2147483647 w 454"/>
                <a:gd name="T35" fmla="*/ 2147483647 h 395"/>
                <a:gd name="T36" fmla="*/ 2147483647 w 454"/>
                <a:gd name="T37" fmla="*/ 2147483647 h 395"/>
                <a:gd name="T38" fmla="*/ 2147483647 w 454"/>
                <a:gd name="T39" fmla="*/ 2147483647 h 395"/>
                <a:gd name="T40" fmla="*/ 2147483647 w 454"/>
                <a:gd name="T41" fmla="*/ 2147483647 h 395"/>
                <a:gd name="T42" fmla="*/ 2147483647 w 454"/>
                <a:gd name="T43" fmla="*/ 2147483647 h 395"/>
                <a:gd name="T44" fmla="*/ 2147483647 w 454"/>
                <a:gd name="T45" fmla="*/ 2147483647 h 395"/>
                <a:gd name="T46" fmla="*/ 2147483647 w 454"/>
                <a:gd name="T47" fmla="*/ 2147483647 h 395"/>
                <a:gd name="T48" fmla="*/ 2147483647 w 454"/>
                <a:gd name="T49" fmla="*/ 2147483647 h 395"/>
                <a:gd name="T50" fmla="*/ 2147483647 w 454"/>
                <a:gd name="T51" fmla="*/ 2147483647 h 395"/>
                <a:gd name="T52" fmla="*/ 2147483647 w 454"/>
                <a:gd name="T53" fmla="*/ 2147483647 h 395"/>
                <a:gd name="T54" fmla="*/ 2147483647 w 454"/>
                <a:gd name="T55" fmla="*/ 2147483647 h 395"/>
                <a:gd name="T56" fmla="*/ 2147483647 w 454"/>
                <a:gd name="T57" fmla="*/ 2147483647 h 395"/>
                <a:gd name="T58" fmla="*/ 2147483647 w 454"/>
                <a:gd name="T59" fmla="*/ 2147483647 h 395"/>
                <a:gd name="T60" fmla="*/ 2147483647 w 454"/>
                <a:gd name="T61" fmla="*/ 2147483647 h 395"/>
                <a:gd name="T62" fmla="*/ 2147483647 w 454"/>
                <a:gd name="T63" fmla="*/ 2147483647 h 395"/>
                <a:gd name="T64" fmla="*/ 2147483647 w 454"/>
                <a:gd name="T65" fmla="*/ 2147483647 h 39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54"/>
                <a:gd name="T100" fmla="*/ 0 h 395"/>
                <a:gd name="T101" fmla="*/ 454 w 454"/>
                <a:gd name="T102" fmla="*/ 395 h 39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54" h="395">
                  <a:moveTo>
                    <a:pt x="446" y="82"/>
                  </a:moveTo>
                  <a:cubicBezTo>
                    <a:pt x="436" y="76"/>
                    <a:pt x="351" y="28"/>
                    <a:pt x="350" y="28"/>
                  </a:cubicBezTo>
                  <a:cubicBezTo>
                    <a:pt x="347" y="26"/>
                    <a:pt x="342" y="27"/>
                    <a:pt x="339" y="31"/>
                  </a:cubicBezTo>
                  <a:cubicBezTo>
                    <a:pt x="337" y="35"/>
                    <a:pt x="339" y="39"/>
                    <a:pt x="342" y="42"/>
                  </a:cubicBezTo>
                  <a:cubicBezTo>
                    <a:pt x="343" y="42"/>
                    <a:pt x="415" y="83"/>
                    <a:pt x="434" y="93"/>
                  </a:cubicBezTo>
                  <a:cubicBezTo>
                    <a:pt x="426" y="98"/>
                    <a:pt x="407" y="109"/>
                    <a:pt x="382" y="123"/>
                  </a:cubicBezTo>
                  <a:cubicBezTo>
                    <a:pt x="381" y="123"/>
                    <a:pt x="381" y="123"/>
                    <a:pt x="381" y="123"/>
                  </a:cubicBezTo>
                  <a:cubicBezTo>
                    <a:pt x="245" y="47"/>
                    <a:pt x="245" y="47"/>
                    <a:pt x="245" y="47"/>
                  </a:cubicBezTo>
                  <a:cubicBezTo>
                    <a:pt x="292" y="20"/>
                    <a:pt x="292" y="20"/>
                    <a:pt x="292" y="20"/>
                  </a:cubicBezTo>
                  <a:cubicBezTo>
                    <a:pt x="297" y="17"/>
                    <a:pt x="301" y="20"/>
                    <a:pt x="302" y="20"/>
                  </a:cubicBezTo>
                  <a:cubicBezTo>
                    <a:pt x="302" y="20"/>
                    <a:pt x="302" y="20"/>
                    <a:pt x="302" y="20"/>
                  </a:cubicBezTo>
                  <a:cubicBezTo>
                    <a:pt x="316" y="27"/>
                    <a:pt x="316" y="27"/>
                    <a:pt x="316" y="27"/>
                  </a:cubicBezTo>
                  <a:cubicBezTo>
                    <a:pt x="320" y="30"/>
                    <a:pt x="325" y="28"/>
                    <a:pt x="327" y="24"/>
                  </a:cubicBezTo>
                  <a:cubicBezTo>
                    <a:pt x="329" y="20"/>
                    <a:pt x="328" y="16"/>
                    <a:pt x="324" y="13"/>
                  </a:cubicBezTo>
                  <a:cubicBezTo>
                    <a:pt x="310" y="6"/>
                    <a:pt x="310" y="6"/>
                    <a:pt x="310" y="6"/>
                  </a:cubicBezTo>
                  <a:cubicBezTo>
                    <a:pt x="306" y="3"/>
                    <a:pt x="295" y="0"/>
                    <a:pt x="284" y="6"/>
                  </a:cubicBezTo>
                  <a:cubicBezTo>
                    <a:pt x="9" y="163"/>
                    <a:pt x="9" y="163"/>
                    <a:pt x="9" y="163"/>
                  </a:cubicBezTo>
                  <a:cubicBezTo>
                    <a:pt x="5" y="165"/>
                    <a:pt x="0" y="169"/>
                    <a:pt x="0" y="175"/>
                  </a:cubicBezTo>
                  <a:cubicBezTo>
                    <a:pt x="0" y="178"/>
                    <a:pt x="1" y="183"/>
                    <a:pt x="9" y="188"/>
                  </a:cubicBezTo>
                  <a:cubicBezTo>
                    <a:pt x="73" y="224"/>
                    <a:pt x="73" y="224"/>
                    <a:pt x="73" y="224"/>
                  </a:cubicBezTo>
                  <a:cubicBezTo>
                    <a:pt x="73" y="295"/>
                    <a:pt x="73" y="295"/>
                    <a:pt x="73" y="295"/>
                  </a:cubicBezTo>
                  <a:cubicBezTo>
                    <a:pt x="73" y="300"/>
                    <a:pt x="75" y="309"/>
                    <a:pt x="84" y="314"/>
                  </a:cubicBezTo>
                  <a:cubicBezTo>
                    <a:pt x="219" y="392"/>
                    <a:pt x="219" y="392"/>
                    <a:pt x="219" y="392"/>
                  </a:cubicBezTo>
                  <a:cubicBezTo>
                    <a:pt x="219" y="392"/>
                    <a:pt x="219" y="392"/>
                    <a:pt x="219" y="392"/>
                  </a:cubicBezTo>
                  <a:cubicBezTo>
                    <a:pt x="223" y="394"/>
                    <a:pt x="227" y="395"/>
                    <a:pt x="231" y="395"/>
                  </a:cubicBezTo>
                  <a:cubicBezTo>
                    <a:pt x="231" y="395"/>
                    <a:pt x="231" y="395"/>
                    <a:pt x="231" y="395"/>
                  </a:cubicBezTo>
                  <a:cubicBezTo>
                    <a:pt x="231" y="395"/>
                    <a:pt x="231" y="395"/>
                    <a:pt x="231" y="395"/>
                  </a:cubicBezTo>
                  <a:cubicBezTo>
                    <a:pt x="238" y="395"/>
                    <a:pt x="242" y="393"/>
                    <a:pt x="243" y="392"/>
                  </a:cubicBezTo>
                  <a:cubicBezTo>
                    <a:pt x="243" y="392"/>
                    <a:pt x="244" y="392"/>
                    <a:pt x="244" y="392"/>
                  </a:cubicBezTo>
                  <a:cubicBezTo>
                    <a:pt x="378" y="314"/>
                    <a:pt x="378" y="314"/>
                    <a:pt x="378" y="314"/>
                  </a:cubicBezTo>
                  <a:cubicBezTo>
                    <a:pt x="383" y="312"/>
                    <a:pt x="389" y="306"/>
                    <a:pt x="389" y="295"/>
                  </a:cubicBezTo>
                  <a:cubicBezTo>
                    <a:pt x="389" y="137"/>
                    <a:pt x="389" y="137"/>
                    <a:pt x="389" y="137"/>
                  </a:cubicBezTo>
                  <a:cubicBezTo>
                    <a:pt x="420" y="120"/>
                    <a:pt x="442" y="107"/>
                    <a:pt x="445" y="105"/>
                  </a:cubicBezTo>
                  <a:cubicBezTo>
                    <a:pt x="449" y="103"/>
                    <a:pt x="454" y="99"/>
                    <a:pt x="454" y="94"/>
                  </a:cubicBezTo>
                  <a:cubicBezTo>
                    <a:pt x="454" y="91"/>
                    <a:pt x="453" y="86"/>
                    <a:pt x="446" y="82"/>
                  </a:cubicBezTo>
                  <a:close/>
                  <a:moveTo>
                    <a:pt x="20" y="175"/>
                  </a:moveTo>
                  <a:cubicBezTo>
                    <a:pt x="81" y="140"/>
                    <a:pt x="81" y="140"/>
                    <a:pt x="81" y="140"/>
                  </a:cubicBezTo>
                  <a:cubicBezTo>
                    <a:pt x="215" y="218"/>
                    <a:pt x="215" y="218"/>
                    <a:pt x="215" y="218"/>
                  </a:cubicBezTo>
                  <a:cubicBezTo>
                    <a:pt x="185" y="235"/>
                    <a:pt x="163" y="248"/>
                    <a:pt x="161" y="249"/>
                  </a:cubicBezTo>
                  <a:cubicBezTo>
                    <a:pt x="157" y="251"/>
                    <a:pt x="151" y="249"/>
                    <a:pt x="151" y="249"/>
                  </a:cubicBezTo>
                  <a:cubicBezTo>
                    <a:pt x="151" y="249"/>
                    <a:pt x="151" y="249"/>
                    <a:pt x="151" y="249"/>
                  </a:cubicBezTo>
                  <a:lnTo>
                    <a:pt x="20" y="175"/>
                  </a:lnTo>
                  <a:close/>
                  <a:moveTo>
                    <a:pt x="223" y="376"/>
                  </a:moveTo>
                  <a:cubicBezTo>
                    <a:pt x="92" y="300"/>
                    <a:pt x="92" y="300"/>
                    <a:pt x="92" y="300"/>
                  </a:cubicBezTo>
                  <a:cubicBezTo>
                    <a:pt x="89" y="299"/>
                    <a:pt x="89" y="296"/>
                    <a:pt x="89" y="296"/>
                  </a:cubicBezTo>
                  <a:cubicBezTo>
                    <a:pt x="89" y="233"/>
                    <a:pt x="89" y="233"/>
                    <a:pt x="89" y="233"/>
                  </a:cubicBezTo>
                  <a:cubicBezTo>
                    <a:pt x="144" y="263"/>
                    <a:pt x="144" y="263"/>
                    <a:pt x="144" y="263"/>
                  </a:cubicBezTo>
                  <a:cubicBezTo>
                    <a:pt x="146" y="264"/>
                    <a:pt x="151" y="266"/>
                    <a:pt x="157" y="266"/>
                  </a:cubicBezTo>
                  <a:cubicBezTo>
                    <a:pt x="161" y="266"/>
                    <a:pt x="165" y="265"/>
                    <a:pt x="169" y="263"/>
                  </a:cubicBezTo>
                  <a:cubicBezTo>
                    <a:pt x="171" y="261"/>
                    <a:pt x="193" y="249"/>
                    <a:pt x="223" y="232"/>
                  </a:cubicBezTo>
                  <a:lnTo>
                    <a:pt x="223" y="376"/>
                  </a:lnTo>
                  <a:close/>
                  <a:moveTo>
                    <a:pt x="223" y="204"/>
                  </a:moveTo>
                  <a:cubicBezTo>
                    <a:pt x="97" y="131"/>
                    <a:pt x="97" y="131"/>
                    <a:pt x="97" y="131"/>
                  </a:cubicBezTo>
                  <a:cubicBezTo>
                    <a:pt x="223" y="59"/>
                    <a:pt x="223" y="59"/>
                    <a:pt x="223" y="59"/>
                  </a:cubicBezTo>
                  <a:lnTo>
                    <a:pt x="223" y="204"/>
                  </a:lnTo>
                  <a:close/>
                  <a:moveTo>
                    <a:pt x="239" y="63"/>
                  </a:moveTo>
                  <a:cubicBezTo>
                    <a:pt x="364" y="132"/>
                    <a:pt x="364" y="132"/>
                    <a:pt x="364" y="132"/>
                  </a:cubicBezTo>
                  <a:cubicBezTo>
                    <a:pt x="239" y="204"/>
                    <a:pt x="239" y="204"/>
                    <a:pt x="239" y="204"/>
                  </a:cubicBezTo>
                  <a:lnTo>
                    <a:pt x="239" y="63"/>
                  </a:lnTo>
                  <a:close/>
                  <a:moveTo>
                    <a:pt x="373" y="295"/>
                  </a:moveTo>
                  <a:cubicBezTo>
                    <a:pt x="373" y="299"/>
                    <a:pt x="372" y="300"/>
                    <a:pt x="371" y="300"/>
                  </a:cubicBezTo>
                  <a:cubicBezTo>
                    <a:pt x="371" y="300"/>
                    <a:pt x="371" y="300"/>
                    <a:pt x="371" y="300"/>
                  </a:cubicBezTo>
                  <a:cubicBezTo>
                    <a:pt x="239" y="376"/>
                    <a:pt x="239" y="376"/>
                    <a:pt x="239" y="376"/>
                  </a:cubicBezTo>
                  <a:cubicBezTo>
                    <a:pt x="239" y="223"/>
                    <a:pt x="239" y="223"/>
                    <a:pt x="239" y="223"/>
                  </a:cubicBezTo>
                  <a:cubicBezTo>
                    <a:pt x="280" y="199"/>
                    <a:pt x="332" y="170"/>
                    <a:pt x="373" y="146"/>
                  </a:cubicBezTo>
                  <a:lnTo>
                    <a:pt x="373" y="295"/>
                  </a:lnTo>
                  <a:close/>
                </a:path>
              </a:pathLst>
            </a:custGeom>
            <a:blipFill dpi="0" rotWithShape="1">
              <a:blip r:embed="rId19"/>
              <a:srcRect/>
              <a:stretch>
                <a:fillRect/>
              </a:stretch>
            </a:blipFill>
            <a:ln w="9525">
              <a:noFill/>
              <a:round/>
              <a:headEnd/>
              <a:tailEnd/>
            </a:ln>
          </p:spPr>
          <p:txBody>
            <a:bodyPr/>
            <a:lstStyle/>
            <a:p>
              <a:endParaRPr lang="en-GB"/>
            </a:p>
          </p:txBody>
        </p:sp>
        <p:sp>
          <p:nvSpPr>
            <p:cNvPr id="31802" name="Freeform 3"/>
            <p:cNvSpPr>
              <a:spLocks noChangeAspect="1" noEditPoints="1"/>
            </p:cNvSpPr>
            <p:nvPr/>
          </p:nvSpPr>
          <p:spPr bwMode="auto">
            <a:xfrm>
              <a:off x="3290737" y="2393605"/>
              <a:ext cx="113225" cy="117425"/>
            </a:xfrm>
            <a:custGeom>
              <a:avLst/>
              <a:gdLst>
                <a:gd name="T0" fmla="*/ 2147483647 w 379"/>
                <a:gd name="T1" fmla="*/ 2147483647 h 378"/>
                <a:gd name="T2" fmla="*/ 2147483647 w 379"/>
                <a:gd name="T3" fmla="*/ 0 h 378"/>
                <a:gd name="T4" fmla="*/ 0 w 379"/>
                <a:gd name="T5" fmla="*/ 2147483647 h 378"/>
                <a:gd name="T6" fmla="*/ 2147483647 w 379"/>
                <a:gd name="T7" fmla="*/ 2147483647 h 378"/>
                <a:gd name="T8" fmla="*/ 2147483647 w 379"/>
                <a:gd name="T9" fmla="*/ 2147483647 h 378"/>
                <a:gd name="T10" fmla="*/ 2147483647 w 379"/>
                <a:gd name="T11" fmla="*/ 2147483647 h 378"/>
                <a:gd name="T12" fmla="*/ 2147483647 w 379"/>
                <a:gd name="T13" fmla="*/ 2147483647 h 378"/>
                <a:gd name="T14" fmla="*/ 2147483647 w 379"/>
                <a:gd name="T15" fmla="*/ 2147483647 h 378"/>
                <a:gd name="T16" fmla="*/ 2147483647 w 379"/>
                <a:gd name="T17" fmla="*/ 2147483647 h 378"/>
                <a:gd name="T18" fmla="*/ 2147483647 w 379"/>
                <a:gd name="T19" fmla="*/ 2147483647 h 378"/>
                <a:gd name="T20" fmla="*/ 2147483647 w 379"/>
                <a:gd name="T21" fmla="*/ 2147483647 h 378"/>
                <a:gd name="T22" fmla="*/ 2147483647 w 379"/>
                <a:gd name="T23" fmla="*/ 2147483647 h 378"/>
                <a:gd name="T24" fmla="*/ 2147483647 w 379"/>
                <a:gd name="T25" fmla="*/ 2147483647 h 378"/>
                <a:gd name="T26" fmla="*/ 2147483647 w 379"/>
                <a:gd name="T27" fmla="*/ 2147483647 h 378"/>
                <a:gd name="T28" fmla="*/ 2147483647 w 379"/>
                <a:gd name="T29" fmla="*/ 2147483647 h 378"/>
                <a:gd name="T30" fmla="*/ 2147483647 w 379"/>
                <a:gd name="T31" fmla="*/ 2147483647 h 378"/>
                <a:gd name="T32" fmla="*/ 2147483647 w 379"/>
                <a:gd name="T33" fmla="*/ 2147483647 h 378"/>
                <a:gd name="T34" fmla="*/ 2147483647 w 379"/>
                <a:gd name="T35" fmla="*/ 2147483647 h 378"/>
                <a:gd name="T36" fmla="*/ 2147483647 w 379"/>
                <a:gd name="T37" fmla="*/ 2147483647 h 378"/>
                <a:gd name="T38" fmla="*/ 2147483647 w 379"/>
                <a:gd name="T39" fmla="*/ 2147483647 h 378"/>
                <a:gd name="T40" fmla="*/ 2147483647 w 379"/>
                <a:gd name="T41" fmla="*/ 2147483647 h 378"/>
                <a:gd name="T42" fmla="*/ 2147483647 w 379"/>
                <a:gd name="T43" fmla="*/ 2147483647 h 378"/>
                <a:gd name="T44" fmla="*/ 2147483647 w 379"/>
                <a:gd name="T45" fmla="*/ 2147483647 h 378"/>
                <a:gd name="T46" fmla="*/ 2147483647 w 379"/>
                <a:gd name="T47" fmla="*/ 2147483647 h 378"/>
                <a:gd name="T48" fmla="*/ 2147483647 w 379"/>
                <a:gd name="T49" fmla="*/ 2147483647 h 378"/>
                <a:gd name="T50" fmla="*/ 2147483647 w 379"/>
                <a:gd name="T51" fmla="*/ 2147483647 h 378"/>
                <a:gd name="T52" fmla="*/ 2147483647 w 379"/>
                <a:gd name="T53" fmla="*/ 2147483647 h 378"/>
                <a:gd name="T54" fmla="*/ 2147483647 w 379"/>
                <a:gd name="T55" fmla="*/ 2147483647 h 378"/>
                <a:gd name="T56" fmla="*/ 2147483647 w 379"/>
                <a:gd name="T57" fmla="*/ 2147483647 h 378"/>
                <a:gd name="T58" fmla="*/ 2147483647 w 379"/>
                <a:gd name="T59" fmla="*/ 2147483647 h 378"/>
                <a:gd name="T60" fmla="*/ 2147483647 w 379"/>
                <a:gd name="T61" fmla="*/ 2147483647 h 378"/>
                <a:gd name="T62" fmla="*/ 2147483647 w 379"/>
                <a:gd name="T63" fmla="*/ 2147483647 h 378"/>
                <a:gd name="T64" fmla="*/ 2147483647 w 379"/>
                <a:gd name="T65" fmla="*/ 2147483647 h 378"/>
                <a:gd name="T66" fmla="*/ 2147483647 w 379"/>
                <a:gd name="T67" fmla="*/ 2147483647 h 378"/>
                <a:gd name="T68" fmla="*/ 2147483647 w 379"/>
                <a:gd name="T69" fmla="*/ 2147483647 h 378"/>
                <a:gd name="T70" fmla="*/ 2147483647 w 379"/>
                <a:gd name="T71" fmla="*/ 2147483647 h 378"/>
                <a:gd name="T72" fmla="*/ 2147483647 w 379"/>
                <a:gd name="T73" fmla="*/ 2147483647 h 378"/>
                <a:gd name="T74" fmla="*/ 2147483647 w 379"/>
                <a:gd name="T75" fmla="*/ 2147483647 h 378"/>
                <a:gd name="T76" fmla="*/ 2147483647 w 379"/>
                <a:gd name="T77" fmla="*/ 2147483647 h 378"/>
                <a:gd name="T78" fmla="*/ 2147483647 w 379"/>
                <a:gd name="T79" fmla="*/ 2147483647 h 37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79"/>
                <a:gd name="T121" fmla="*/ 0 h 378"/>
                <a:gd name="T122" fmla="*/ 379 w 379"/>
                <a:gd name="T123" fmla="*/ 378 h 37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79" h="378">
                  <a:moveTo>
                    <a:pt x="371" y="41"/>
                  </a:moveTo>
                  <a:cubicBezTo>
                    <a:pt x="375" y="41"/>
                    <a:pt x="379" y="37"/>
                    <a:pt x="379" y="32"/>
                  </a:cubicBezTo>
                  <a:cubicBezTo>
                    <a:pt x="379" y="25"/>
                    <a:pt x="379" y="25"/>
                    <a:pt x="379" y="25"/>
                  </a:cubicBezTo>
                  <a:cubicBezTo>
                    <a:pt x="379" y="11"/>
                    <a:pt x="368" y="0"/>
                    <a:pt x="354" y="0"/>
                  </a:cubicBezTo>
                  <a:cubicBezTo>
                    <a:pt x="24" y="0"/>
                    <a:pt x="24" y="0"/>
                    <a:pt x="24" y="0"/>
                  </a:cubicBezTo>
                  <a:cubicBezTo>
                    <a:pt x="11" y="0"/>
                    <a:pt x="0" y="11"/>
                    <a:pt x="0" y="25"/>
                  </a:cubicBezTo>
                  <a:cubicBezTo>
                    <a:pt x="0" y="236"/>
                    <a:pt x="0" y="236"/>
                    <a:pt x="0" y="236"/>
                  </a:cubicBezTo>
                  <a:cubicBezTo>
                    <a:pt x="0" y="250"/>
                    <a:pt x="11" y="261"/>
                    <a:pt x="24" y="261"/>
                  </a:cubicBezTo>
                  <a:cubicBezTo>
                    <a:pt x="94" y="261"/>
                    <a:pt x="94" y="261"/>
                    <a:pt x="94" y="261"/>
                  </a:cubicBezTo>
                  <a:cubicBezTo>
                    <a:pt x="92" y="268"/>
                    <a:pt x="90" y="276"/>
                    <a:pt x="90" y="285"/>
                  </a:cubicBezTo>
                  <a:cubicBezTo>
                    <a:pt x="90" y="358"/>
                    <a:pt x="90" y="358"/>
                    <a:pt x="90" y="358"/>
                  </a:cubicBezTo>
                  <a:cubicBezTo>
                    <a:pt x="90" y="366"/>
                    <a:pt x="96" y="378"/>
                    <a:pt x="111" y="378"/>
                  </a:cubicBezTo>
                  <a:cubicBezTo>
                    <a:pt x="268" y="378"/>
                    <a:pt x="268" y="378"/>
                    <a:pt x="268" y="378"/>
                  </a:cubicBezTo>
                  <a:cubicBezTo>
                    <a:pt x="276" y="378"/>
                    <a:pt x="288" y="372"/>
                    <a:pt x="288" y="358"/>
                  </a:cubicBezTo>
                  <a:cubicBezTo>
                    <a:pt x="288" y="285"/>
                    <a:pt x="288" y="285"/>
                    <a:pt x="288" y="285"/>
                  </a:cubicBezTo>
                  <a:cubicBezTo>
                    <a:pt x="288" y="276"/>
                    <a:pt x="287" y="268"/>
                    <a:pt x="284" y="261"/>
                  </a:cubicBezTo>
                  <a:cubicBezTo>
                    <a:pt x="354" y="261"/>
                    <a:pt x="354" y="261"/>
                    <a:pt x="354" y="261"/>
                  </a:cubicBezTo>
                  <a:cubicBezTo>
                    <a:pt x="368" y="261"/>
                    <a:pt x="379" y="250"/>
                    <a:pt x="379" y="236"/>
                  </a:cubicBezTo>
                  <a:cubicBezTo>
                    <a:pt x="379" y="65"/>
                    <a:pt x="379" y="65"/>
                    <a:pt x="379" y="65"/>
                  </a:cubicBezTo>
                  <a:cubicBezTo>
                    <a:pt x="379" y="60"/>
                    <a:pt x="375" y="56"/>
                    <a:pt x="371" y="56"/>
                  </a:cubicBezTo>
                  <a:cubicBezTo>
                    <a:pt x="366" y="56"/>
                    <a:pt x="362" y="60"/>
                    <a:pt x="362" y="65"/>
                  </a:cubicBezTo>
                  <a:cubicBezTo>
                    <a:pt x="362" y="236"/>
                    <a:pt x="362" y="236"/>
                    <a:pt x="362" y="236"/>
                  </a:cubicBezTo>
                  <a:cubicBezTo>
                    <a:pt x="362" y="241"/>
                    <a:pt x="359" y="244"/>
                    <a:pt x="354" y="244"/>
                  </a:cubicBezTo>
                  <a:cubicBezTo>
                    <a:pt x="276" y="244"/>
                    <a:pt x="276" y="244"/>
                    <a:pt x="276" y="244"/>
                  </a:cubicBezTo>
                  <a:cubicBezTo>
                    <a:pt x="268" y="231"/>
                    <a:pt x="256" y="222"/>
                    <a:pt x="245" y="215"/>
                  </a:cubicBezTo>
                  <a:cubicBezTo>
                    <a:pt x="260" y="200"/>
                    <a:pt x="270" y="180"/>
                    <a:pt x="270" y="157"/>
                  </a:cubicBezTo>
                  <a:cubicBezTo>
                    <a:pt x="270" y="112"/>
                    <a:pt x="234" y="76"/>
                    <a:pt x="189" y="76"/>
                  </a:cubicBezTo>
                  <a:cubicBezTo>
                    <a:pt x="145" y="76"/>
                    <a:pt x="108" y="112"/>
                    <a:pt x="108" y="157"/>
                  </a:cubicBezTo>
                  <a:cubicBezTo>
                    <a:pt x="108" y="180"/>
                    <a:pt x="118" y="200"/>
                    <a:pt x="133" y="215"/>
                  </a:cubicBezTo>
                  <a:cubicBezTo>
                    <a:pt x="123" y="222"/>
                    <a:pt x="111" y="231"/>
                    <a:pt x="102" y="244"/>
                  </a:cubicBezTo>
                  <a:cubicBezTo>
                    <a:pt x="24" y="244"/>
                    <a:pt x="24" y="244"/>
                    <a:pt x="24" y="244"/>
                  </a:cubicBezTo>
                  <a:cubicBezTo>
                    <a:pt x="20" y="244"/>
                    <a:pt x="16" y="241"/>
                    <a:pt x="16" y="236"/>
                  </a:cubicBezTo>
                  <a:cubicBezTo>
                    <a:pt x="16" y="25"/>
                    <a:pt x="16" y="25"/>
                    <a:pt x="16" y="25"/>
                  </a:cubicBezTo>
                  <a:cubicBezTo>
                    <a:pt x="16" y="20"/>
                    <a:pt x="20" y="16"/>
                    <a:pt x="24" y="16"/>
                  </a:cubicBezTo>
                  <a:cubicBezTo>
                    <a:pt x="354" y="16"/>
                    <a:pt x="354" y="16"/>
                    <a:pt x="354" y="16"/>
                  </a:cubicBezTo>
                  <a:cubicBezTo>
                    <a:pt x="359" y="16"/>
                    <a:pt x="362" y="20"/>
                    <a:pt x="362" y="25"/>
                  </a:cubicBezTo>
                  <a:cubicBezTo>
                    <a:pt x="362" y="32"/>
                    <a:pt x="362" y="32"/>
                    <a:pt x="362" y="32"/>
                  </a:cubicBezTo>
                  <a:cubicBezTo>
                    <a:pt x="362" y="37"/>
                    <a:pt x="366" y="41"/>
                    <a:pt x="371" y="41"/>
                  </a:cubicBezTo>
                  <a:close/>
                  <a:moveTo>
                    <a:pt x="124" y="157"/>
                  </a:moveTo>
                  <a:cubicBezTo>
                    <a:pt x="124" y="121"/>
                    <a:pt x="153" y="92"/>
                    <a:pt x="189" y="92"/>
                  </a:cubicBezTo>
                  <a:cubicBezTo>
                    <a:pt x="225" y="92"/>
                    <a:pt x="254" y="121"/>
                    <a:pt x="254" y="157"/>
                  </a:cubicBezTo>
                  <a:cubicBezTo>
                    <a:pt x="254" y="192"/>
                    <a:pt x="225" y="222"/>
                    <a:pt x="189" y="222"/>
                  </a:cubicBezTo>
                  <a:cubicBezTo>
                    <a:pt x="153" y="222"/>
                    <a:pt x="124" y="192"/>
                    <a:pt x="124" y="157"/>
                  </a:cubicBezTo>
                  <a:close/>
                  <a:moveTo>
                    <a:pt x="106" y="285"/>
                  </a:moveTo>
                  <a:cubicBezTo>
                    <a:pt x="106" y="253"/>
                    <a:pt x="130" y="234"/>
                    <a:pt x="147" y="226"/>
                  </a:cubicBezTo>
                  <a:cubicBezTo>
                    <a:pt x="160" y="233"/>
                    <a:pt x="174" y="238"/>
                    <a:pt x="189" y="238"/>
                  </a:cubicBezTo>
                  <a:cubicBezTo>
                    <a:pt x="205" y="238"/>
                    <a:pt x="219" y="233"/>
                    <a:pt x="231" y="226"/>
                  </a:cubicBezTo>
                  <a:cubicBezTo>
                    <a:pt x="248" y="234"/>
                    <a:pt x="272" y="252"/>
                    <a:pt x="272" y="285"/>
                  </a:cubicBezTo>
                  <a:cubicBezTo>
                    <a:pt x="272" y="358"/>
                    <a:pt x="272" y="358"/>
                    <a:pt x="272" y="358"/>
                  </a:cubicBezTo>
                  <a:cubicBezTo>
                    <a:pt x="272" y="359"/>
                    <a:pt x="272" y="362"/>
                    <a:pt x="268" y="362"/>
                  </a:cubicBezTo>
                  <a:cubicBezTo>
                    <a:pt x="255" y="362"/>
                    <a:pt x="255" y="362"/>
                    <a:pt x="255" y="362"/>
                  </a:cubicBezTo>
                  <a:cubicBezTo>
                    <a:pt x="255" y="277"/>
                    <a:pt x="255" y="277"/>
                    <a:pt x="255" y="277"/>
                  </a:cubicBezTo>
                  <a:cubicBezTo>
                    <a:pt x="255" y="273"/>
                    <a:pt x="252" y="269"/>
                    <a:pt x="247" y="269"/>
                  </a:cubicBezTo>
                  <a:cubicBezTo>
                    <a:pt x="243" y="269"/>
                    <a:pt x="239" y="273"/>
                    <a:pt x="239" y="277"/>
                  </a:cubicBezTo>
                  <a:cubicBezTo>
                    <a:pt x="239" y="362"/>
                    <a:pt x="239" y="362"/>
                    <a:pt x="239" y="362"/>
                  </a:cubicBezTo>
                  <a:cubicBezTo>
                    <a:pt x="139" y="362"/>
                    <a:pt x="139" y="362"/>
                    <a:pt x="139" y="362"/>
                  </a:cubicBezTo>
                  <a:cubicBezTo>
                    <a:pt x="139" y="277"/>
                    <a:pt x="139" y="277"/>
                    <a:pt x="139" y="277"/>
                  </a:cubicBezTo>
                  <a:cubicBezTo>
                    <a:pt x="139" y="273"/>
                    <a:pt x="136" y="269"/>
                    <a:pt x="131" y="269"/>
                  </a:cubicBezTo>
                  <a:cubicBezTo>
                    <a:pt x="127" y="269"/>
                    <a:pt x="123" y="273"/>
                    <a:pt x="123" y="277"/>
                  </a:cubicBezTo>
                  <a:cubicBezTo>
                    <a:pt x="123" y="362"/>
                    <a:pt x="123" y="362"/>
                    <a:pt x="123" y="362"/>
                  </a:cubicBezTo>
                  <a:cubicBezTo>
                    <a:pt x="111" y="362"/>
                    <a:pt x="111" y="362"/>
                    <a:pt x="111" y="362"/>
                  </a:cubicBezTo>
                  <a:cubicBezTo>
                    <a:pt x="109" y="362"/>
                    <a:pt x="107" y="362"/>
                    <a:pt x="106" y="358"/>
                  </a:cubicBezTo>
                  <a:lnTo>
                    <a:pt x="106" y="285"/>
                  </a:lnTo>
                  <a:close/>
                  <a:moveTo>
                    <a:pt x="287" y="176"/>
                  </a:moveTo>
                  <a:cubicBezTo>
                    <a:pt x="289" y="178"/>
                    <a:pt x="291" y="179"/>
                    <a:pt x="293" y="179"/>
                  </a:cubicBezTo>
                  <a:cubicBezTo>
                    <a:pt x="294" y="179"/>
                    <a:pt x="294" y="179"/>
                    <a:pt x="295" y="179"/>
                  </a:cubicBezTo>
                  <a:cubicBezTo>
                    <a:pt x="308" y="176"/>
                    <a:pt x="331" y="163"/>
                    <a:pt x="328" y="136"/>
                  </a:cubicBezTo>
                  <a:cubicBezTo>
                    <a:pt x="325" y="112"/>
                    <a:pt x="304" y="105"/>
                    <a:pt x="289" y="105"/>
                  </a:cubicBezTo>
                  <a:cubicBezTo>
                    <a:pt x="270" y="68"/>
                    <a:pt x="233" y="44"/>
                    <a:pt x="189" y="44"/>
                  </a:cubicBezTo>
                  <a:cubicBezTo>
                    <a:pt x="189" y="44"/>
                    <a:pt x="189" y="44"/>
                    <a:pt x="189" y="44"/>
                  </a:cubicBezTo>
                  <a:cubicBezTo>
                    <a:pt x="145" y="44"/>
                    <a:pt x="107" y="69"/>
                    <a:pt x="89" y="105"/>
                  </a:cubicBezTo>
                  <a:cubicBezTo>
                    <a:pt x="74" y="105"/>
                    <a:pt x="53" y="112"/>
                    <a:pt x="50" y="136"/>
                  </a:cubicBezTo>
                  <a:cubicBezTo>
                    <a:pt x="47" y="163"/>
                    <a:pt x="70" y="176"/>
                    <a:pt x="83" y="179"/>
                  </a:cubicBezTo>
                  <a:cubicBezTo>
                    <a:pt x="86" y="179"/>
                    <a:pt x="89" y="178"/>
                    <a:pt x="91" y="176"/>
                  </a:cubicBezTo>
                  <a:cubicBezTo>
                    <a:pt x="93" y="175"/>
                    <a:pt x="93" y="172"/>
                    <a:pt x="93" y="169"/>
                  </a:cubicBezTo>
                  <a:cubicBezTo>
                    <a:pt x="92" y="163"/>
                    <a:pt x="92" y="157"/>
                    <a:pt x="92" y="157"/>
                  </a:cubicBezTo>
                  <a:cubicBezTo>
                    <a:pt x="92" y="103"/>
                    <a:pt x="135" y="60"/>
                    <a:pt x="189" y="60"/>
                  </a:cubicBezTo>
                  <a:cubicBezTo>
                    <a:pt x="243" y="60"/>
                    <a:pt x="286" y="103"/>
                    <a:pt x="286" y="157"/>
                  </a:cubicBezTo>
                  <a:cubicBezTo>
                    <a:pt x="286" y="157"/>
                    <a:pt x="286" y="163"/>
                    <a:pt x="285" y="169"/>
                  </a:cubicBezTo>
                  <a:cubicBezTo>
                    <a:pt x="285" y="172"/>
                    <a:pt x="285" y="175"/>
                    <a:pt x="287" y="176"/>
                  </a:cubicBezTo>
                  <a:close/>
                </a:path>
              </a:pathLst>
            </a:custGeom>
            <a:blipFill dpi="0" rotWithShape="1">
              <a:blip r:embed="rId20"/>
              <a:srcRect/>
              <a:stretch>
                <a:fillRect/>
              </a:stretch>
            </a:blipFill>
            <a:ln w="9525">
              <a:noFill/>
              <a:round/>
              <a:headEnd/>
              <a:tailEnd/>
            </a:ln>
          </p:spPr>
          <p:txBody>
            <a:bodyPr/>
            <a:lstStyle/>
            <a:p>
              <a:endParaRPr lang="en-GB"/>
            </a:p>
          </p:txBody>
        </p:sp>
        <p:sp>
          <p:nvSpPr>
            <p:cNvPr id="31803" name="Freeform 3"/>
            <p:cNvSpPr>
              <a:spLocks noChangeAspect="1" noEditPoints="1"/>
            </p:cNvSpPr>
            <p:nvPr/>
          </p:nvSpPr>
          <p:spPr bwMode="auto">
            <a:xfrm>
              <a:off x="3839771" y="2573871"/>
              <a:ext cx="118285" cy="117162"/>
            </a:xfrm>
            <a:custGeom>
              <a:avLst/>
              <a:gdLst>
                <a:gd name="T0" fmla="*/ 2147483647 w 396"/>
                <a:gd name="T1" fmla="*/ 2147483647 h 377"/>
                <a:gd name="T2" fmla="*/ 2147483647 w 396"/>
                <a:gd name="T3" fmla="*/ 2147483647 h 377"/>
                <a:gd name="T4" fmla="*/ 2147483647 w 396"/>
                <a:gd name="T5" fmla="*/ 2147483647 h 377"/>
                <a:gd name="T6" fmla="*/ 2147483647 w 396"/>
                <a:gd name="T7" fmla="*/ 2147483647 h 377"/>
                <a:gd name="T8" fmla="*/ 2147483647 w 396"/>
                <a:gd name="T9" fmla="*/ 2147483647 h 377"/>
                <a:gd name="T10" fmla="*/ 2147483647 w 396"/>
                <a:gd name="T11" fmla="*/ 2147483647 h 377"/>
                <a:gd name="T12" fmla="*/ 2147483647 w 396"/>
                <a:gd name="T13" fmla="*/ 2147483647 h 377"/>
                <a:gd name="T14" fmla="*/ 2147483647 w 396"/>
                <a:gd name="T15" fmla="*/ 2147483647 h 377"/>
                <a:gd name="T16" fmla="*/ 2147483647 w 396"/>
                <a:gd name="T17" fmla="*/ 2147483647 h 377"/>
                <a:gd name="T18" fmla="*/ 2147483647 w 396"/>
                <a:gd name="T19" fmla="*/ 2147483647 h 377"/>
                <a:gd name="T20" fmla="*/ 2147483647 w 396"/>
                <a:gd name="T21" fmla="*/ 2147483647 h 377"/>
                <a:gd name="T22" fmla="*/ 2147483647 w 396"/>
                <a:gd name="T23" fmla="*/ 2147483647 h 377"/>
                <a:gd name="T24" fmla="*/ 2147483647 w 396"/>
                <a:gd name="T25" fmla="*/ 2147483647 h 377"/>
                <a:gd name="T26" fmla="*/ 2147483647 w 396"/>
                <a:gd name="T27" fmla="*/ 2147483647 h 377"/>
                <a:gd name="T28" fmla="*/ 2147483647 w 396"/>
                <a:gd name="T29" fmla="*/ 2147483647 h 377"/>
                <a:gd name="T30" fmla="*/ 2147483647 w 396"/>
                <a:gd name="T31" fmla="*/ 2147483647 h 377"/>
                <a:gd name="T32" fmla="*/ 2147483647 w 396"/>
                <a:gd name="T33" fmla="*/ 2147483647 h 377"/>
                <a:gd name="T34" fmla="*/ 2147483647 w 396"/>
                <a:gd name="T35" fmla="*/ 2147483647 h 377"/>
                <a:gd name="T36" fmla="*/ 2147483647 w 396"/>
                <a:gd name="T37" fmla="*/ 2147483647 h 377"/>
                <a:gd name="T38" fmla="*/ 2147483647 w 396"/>
                <a:gd name="T39" fmla="*/ 2147483647 h 377"/>
                <a:gd name="T40" fmla="*/ 2147483647 w 396"/>
                <a:gd name="T41" fmla="*/ 2147483647 h 377"/>
                <a:gd name="T42" fmla="*/ 2147483647 w 396"/>
                <a:gd name="T43" fmla="*/ 2147483647 h 377"/>
                <a:gd name="T44" fmla="*/ 2147483647 w 396"/>
                <a:gd name="T45" fmla="*/ 2147483647 h 377"/>
                <a:gd name="T46" fmla="*/ 2147483647 w 396"/>
                <a:gd name="T47" fmla="*/ 2147483647 h 377"/>
                <a:gd name="T48" fmla="*/ 2147483647 w 396"/>
                <a:gd name="T49" fmla="*/ 2147483647 h 377"/>
                <a:gd name="T50" fmla="*/ 2147483647 w 396"/>
                <a:gd name="T51" fmla="*/ 2147483647 h 377"/>
                <a:gd name="T52" fmla="*/ 2147483647 w 396"/>
                <a:gd name="T53" fmla="*/ 2147483647 h 377"/>
                <a:gd name="T54" fmla="*/ 2147483647 w 396"/>
                <a:gd name="T55" fmla="*/ 2147483647 h 377"/>
                <a:gd name="T56" fmla="*/ 2147483647 w 396"/>
                <a:gd name="T57" fmla="*/ 2147483647 h 377"/>
                <a:gd name="T58" fmla="*/ 2147483647 w 396"/>
                <a:gd name="T59" fmla="*/ 2147483647 h 377"/>
                <a:gd name="T60" fmla="*/ 2147483647 w 396"/>
                <a:gd name="T61" fmla="*/ 2147483647 h 377"/>
                <a:gd name="T62" fmla="*/ 2147483647 w 396"/>
                <a:gd name="T63" fmla="*/ 2147483647 h 377"/>
                <a:gd name="T64" fmla="*/ 2147483647 w 396"/>
                <a:gd name="T65" fmla="*/ 2147483647 h 377"/>
                <a:gd name="T66" fmla="*/ 2147483647 w 396"/>
                <a:gd name="T67" fmla="*/ 2147483647 h 377"/>
                <a:gd name="T68" fmla="*/ 2147483647 w 396"/>
                <a:gd name="T69" fmla="*/ 2147483647 h 377"/>
                <a:gd name="T70" fmla="*/ 2147483647 w 396"/>
                <a:gd name="T71" fmla="*/ 2147483647 h 377"/>
                <a:gd name="T72" fmla="*/ 2147483647 w 396"/>
                <a:gd name="T73" fmla="*/ 2147483647 h 377"/>
                <a:gd name="T74" fmla="*/ 2147483647 w 396"/>
                <a:gd name="T75" fmla="*/ 2147483647 h 377"/>
                <a:gd name="T76" fmla="*/ 2147483647 w 396"/>
                <a:gd name="T77" fmla="*/ 2147483647 h 377"/>
                <a:gd name="T78" fmla="*/ 2147483647 w 396"/>
                <a:gd name="T79" fmla="*/ 2147483647 h 377"/>
                <a:gd name="T80" fmla="*/ 2147483647 w 396"/>
                <a:gd name="T81" fmla="*/ 2147483647 h 377"/>
                <a:gd name="T82" fmla="*/ 2147483647 w 396"/>
                <a:gd name="T83" fmla="*/ 2147483647 h 377"/>
                <a:gd name="T84" fmla="*/ 2147483647 w 396"/>
                <a:gd name="T85" fmla="*/ 2147483647 h 377"/>
                <a:gd name="T86" fmla="*/ 2147483647 w 396"/>
                <a:gd name="T87" fmla="*/ 2147483647 h 377"/>
                <a:gd name="T88" fmla="*/ 2147483647 w 396"/>
                <a:gd name="T89" fmla="*/ 2147483647 h 377"/>
                <a:gd name="T90" fmla="*/ 2147483647 w 396"/>
                <a:gd name="T91" fmla="*/ 2147483647 h 377"/>
                <a:gd name="T92" fmla="*/ 2147483647 w 396"/>
                <a:gd name="T93" fmla="*/ 2147483647 h 377"/>
                <a:gd name="T94" fmla="*/ 2147483647 w 396"/>
                <a:gd name="T95" fmla="*/ 2147483647 h 377"/>
                <a:gd name="T96" fmla="*/ 2147483647 w 396"/>
                <a:gd name="T97" fmla="*/ 2147483647 h 377"/>
                <a:gd name="T98" fmla="*/ 2147483647 w 396"/>
                <a:gd name="T99" fmla="*/ 2147483647 h 377"/>
                <a:gd name="T100" fmla="*/ 2147483647 w 396"/>
                <a:gd name="T101" fmla="*/ 2147483647 h 377"/>
                <a:gd name="T102" fmla="*/ 2147483647 w 396"/>
                <a:gd name="T103" fmla="*/ 2147483647 h 377"/>
                <a:gd name="T104" fmla="*/ 2147483647 w 396"/>
                <a:gd name="T105" fmla="*/ 2147483647 h 377"/>
                <a:gd name="T106" fmla="*/ 2147483647 w 396"/>
                <a:gd name="T107" fmla="*/ 2147483647 h 377"/>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96"/>
                <a:gd name="T163" fmla="*/ 0 h 377"/>
                <a:gd name="T164" fmla="*/ 396 w 396"/>
                <a:gd name="T165" fmla="*/ 377 h 377"/>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96" h="377">
                  <a:moveTo>
                    <a:pt x="388" y="64"/>
                  </a:moveTo>
                  <a:cubicBezTo>
                    <a:pt x="392" y="64"/>
                    <a:pt x="396" y="60"/>
                    <a:pt x="396" y="56"/>
                  </a:cubicBezTo>
                  <a:cubicBezTo>
                    <a:pt x="396" y="39"/>
                    <a:pt x="396" y="39"/>
                    <a:pt x="396" y="39"/>
                  </a:cubicBezTo>
                  <a:cubicBezTo>
                    <a:pt x="396" y="28"/>
                    <a:pt x="389" y="19"/>
                    <a:pt x="377" y="17"/>
                  </a:cubicBezTo>
                  <a:cubicBezTo>
                    <a:pt x="279" y="0"/>
                    <a:pt x="211" y="31"/>
                    <a:pt x="204" y="35"/>
                  </a:cubicBezTo>
                  <a:cubicBezTo>
                    <a:pt x="201" y="36"/>
                    <a:pt x="200" y="37"/>
                    <a:pt x="198" y="37"/>
                  </a:cubicBezTo>
                  <a:cubicBezTo>
                    <a:pt x="197" y="37"/>
                    <a:pt x="195" y="36"/>
                    <a:pt x="193" y="35"/>
                  </a:cubicBezTo>
                  <a:cubicBezTo>
                    <a:pt x="185" y="31"/>
                    <a:pt x="118" y="0"/>
                    <a:pt x="19" y="17"/>
                  </a:cubicBezTo>
                  <a:cubicBezTo>
                    <a:pt x="7" y="19"/>
                    <a:pt x="1" y="28"/>
                    <a:pt x="1" y="39"/>
                  </a:cubicBezTo>
                  <a:cubicBezTo>
                    <a:pt x="1" y="254"/>
                    <a:pt x="1" y="254"/>
                    <a:pt x="1" y="254"/>
                  </a:cubicBezTo>
                  <a:cubicBezTo>
                    <a:pt x="1" y="261"/>
                    <a:pt x="3" y="267"/>
                    <a:pt x="7" y="270"/>
                  </a:cubicBezTo>
                  <a:cubicBezTo>
                    <a:pt x="9" y="273"/>
                    <a:pt x="14" y="275"/>
                    <a:pt x="21" y="275"/>
                  </a:cubicBezTo>
                  <a:cubicBezTo>
                    <a:pt x="109" y="270"/>
                    <a:pt x="178" y="292"/>
                    <a:pt x="190" y="296"/>
                  </a:cubicBezTo>
                  <a:cubicBezTo>
                    <a:pt x="193" y="297"/>
                    <a:pt x="196" y="297"/>
                    <a:pt x="198" y="297"/>
                  </a:cubicBezTo>
                  <a:cubicBezTo>
                    <a:pt x="201" y="297"/>
                    <a:pt x="203" y="297"/>
                    <a:pt x="206" y="296"/>
                  </a:cubicBezTo>
                  <a:cubicBezTo>
                    <a:pt x="219" y="292"/>
                    <a:pt x="287" y="270"/>
                    <a:pt x="375" y="275"/>
                  </a:cubicBezTo>
                  <a:cubicBezTo>
                    <a:pt x="382" y="275"/>
                    <a:pt x="387" y="273"/>
                    <a:pt x="390" y="270"/>
                  </a:cubicBezTo>
                  <a:cubicBezTo>
                    <a:pt x="394" y="267"/>
                    <a:pt x="396" y="261"/>
                    <a:pt x="396" y="254"/>
                  </a:cubicBezTo>
                  <a:cubicBezTo>
                    <a:pt x="396" y="88"/>
                    <a:pt x="396" y="88"/>
                    <a:pt x="396" y="88"/>
                  </a:cubicBezTo>
                  <a:cubicBezTo>
                    <a:pt x="396" y="83"/>
                    <a:pt x="392" y="80"/>
                    <a:pt x="388" y="80"/>
                  </a:cubicBezTo>
                  <a:cubicBezTo>
                    <a:pt x="383" y="80"/>
                    <a:pt x="380" y="83"/>
                    <a:pt x="380" y="88"/>
                  </a:cubicBezTo>
                  <a:cubicBezTo>
                    <a:pt x="380" y="254"/>
                    <a:pt x="380" y="254"/>
                    <a:pt x="380" y="254"/>
                  </a:cubicBezTo>
                  <a:cubicBezTo>
                    <a:pt x="380" y="257"/>
                    <a:pt x="379" y="258"/>
                    <a:pt x="379" y="258"/>
                  </a:cubicBezTo>
                  <a:cubicBezTo>
                    <a:pt x="379" y="258"/>
                    <a:pt x="378" y="259"/>
                    <a:pt x="376" y="259"/>
                  </a:cubicBezTo>
                  <a:cubicBezTo>
                    <a:pt x="285" y="254"/>
                    <a:pt x="214" y="276"/>
                    <a:pt x="201" y="281"/>
                  </a:cubicBezTo>
                  <a:cubicBezTo>
                    <a:pt x="199" y="282"/>
                    <a:pt x="197" y="282"/>
                    <a:pt x="196" y="281"/>
                  </a:cubicBezTo>
                  <a:cubicBezTo>
                    <a:pt x="182" y="276"/>
                    <a:pt x="111" y="254"/>
                    <a:pt x="20" y="259"/>
                  </a:cubicBezTo>
                  <a:cubicBezTo>
                    <a:pt x="18" y="259"/>
                    <a:pt x="17" y="258"/>
                    <a:pt x="17" y="258"/>
                  </a:cubicBezTo>
                  <a:cubicBezTo>
                    <a:pt x="17" y="258"/>
                    <a:pt x="17" y="257"/>
                    <a:pt x="17" y="254"/>
                  </a:cubicBezTo>
                  <a:cubicBezTo>
                    <a:pt x="17" y="39"/>
                    <a:pt x="17" y="39"/>
                    <a:pt x="17" y="39"/>
                  </a:cubicBezTo>
                  <a:cubicBezTo>
                    <a:pt x="17" y="35"/>
                    <a:pt x="18" y="34"/>
                    <a:pt x="22" y="33"/>
                  </a:cubicBezTo>
                  <a:cubicBezTo>
                    <a:pt x="115" y="16"/>
                    <a:pt x="179" y="46"/>
                    <a:pt x="186" y="49"/>
                  </a:cubicBezTo>
                  <a:cubicBezTo>
                    <a:pt x="192" y="52"/>
                    <a:pt x="195" y="53"/>
                    <a:pt x="195" y="53"/>
                  </a:cubicBezTo>
                  <a:cubicBezTo>
                    <a:pt x="197" y="54"/>
                    <a:pt x="199" y="54"/>
                    <a:pt x="201" y="53"/>
                  </a:cubicBezTo>
                  <a:cubicBezTo>
                    <a:pt x="201" y="53"/>
                    <a:pt x="205" y="52"/>
                    <a:pt x="211" y="49"/>
                  </a:cubicBezTo>
                  <a:cubicBezTo>
                    <a:pt x="217" y="46"/>
                    <a:pt x="281" y="16"/>
                    <a:pt x="375" y="33"/>
                  </a:cubicBezTo>
                  <a:cubicBezTo>
                    <a:pt x="378" y="34"/>
                    <a:pt x="380" y="35"/>
                    <a:pt x="380" y="39"/>
                  </a:cubicBezTo>
                  <a:cubicBezTo>
                    <a:pt x="380" y="56"/>
                    <a:pt x="380" y="56"/>
                    <a:pt x="380" y="56"/>
                  </a:cubicBezTo>
                  <a:cubicBezTo>
                    <a:pt x="380" y="60"/>
                    <a:pt x="383" y="64"/>
                    <a:pt x="388" y="64"/>
                  </a:cubicBezTo>
                  <a:moveTo>
                    <a:pt x="389" y="299"/>
                  </a:moveTo>
                  <a:cubicBezTo>
                    <a:pt x="295" y="291"/>
                    <a:pt x="221" y="314"/>
                    <a:pt x="201" y="321"/>
                  </a:cubicBezTo>
                  <a:cubicBezTo>
                    <a:pt x="199" y="321"/>
                    <a:pt x="197" y="321"/>
                    <a:pt x="196" y="321"/>
                  </a:cubicBezTo>
                  <a:cubicBezTo>
                    <a:pt x="175" y="314"/>
                    <a:pt x="101" y="291"/>
                    <a:pt x="8" y="299"/>
                  </a:cubicBezTo>
                  <a:cubicBezTo>
                    <a:pt x="3" y="300"/>
                    <a:pt x="0" y="304"/>
                    <a:pt x="1" y="308"/>
                  </a:cubicBezTo>
                  <a:cubicBezTo>
                    <a:pt x="1" y="313"/>
                    <a:pt x="5" y="316"/>
                    <a:pt x="9" y="315"/>
                  </a:cubicBezTo>
                  <a:cubicBezTo>
                    <a:pt x="99" y="307"/>
                    <a:pt x="171" y="329"/>
                    <a:pt x="190" y="336"/>
                  </a:cubicBezTo>
                  <a:cubicBezTo>
                    <a:pt x="193" y="337"/>
                    <a:pt x="196" y="337"/>
                    <a:pt x="198" y="337"/>
                  </a:cubicBezTo>
                  <a:cubicBezTo>
                    <a:pt x="201" y="337"/>
                    <a:pt x="203" y="337"/>
                    <a:pt x="206" y="336"/>
                  </a:cubicBezTo>
                  <a:cubicBezTo>
                    <a:pt x="226" y="329"/>
                    <a:pt x="297" y="307"/>
                    <a:pt x="387" y="315"/>
                  </a:cubicBezTo>
                  <a:cubicBezTo>
                    <a:pt x="392" y="316"/>
                    <a:pt x="395" y="313"/>
                    <a:pt x="396" y="308"/>
                  </a:cubicBezTo>
                  <a:cubicBezTo>
                    <a:pt x="396" y="304"/>
                    <a:pt x="393" y="300"/>
                    <a:pt x="389" y="299"/>
                  </a:cubicBezTo>
                  <a:moveTo>
                    <a:pt x="389" y="339"/>
                  </a:moveTo>
                  <a:cubicBezTo>
                    <a:pt x="295" y="331"/>
                    <a:pt x="221" y="354"/>
                    <a:pt x="200" y="361"/>
                  </a:cubicBezTo>
                  <a:cubicBezTo>
                    <a:pt x="199" y="361"/>
                    <a:pt x="197" y="361"/>
                    <a:pt x="196" y="361"/>
                  </a:cubicBezTo>
                  <a:cubicBezTo>
                    <a:pt x="176" y="354"/>
                    <a:pt x="101" y="331"/>
                    <a:pt x="8" y="339"/>
                  </a:cubicBezTo>
                  <a:cubicBezTo>
                    <a:pt x="3" y="340"/>
                    <a:pt x="0" y="344"/>
                    <a:pt x="1" y="348"/>
                  </a:cubicBezTo>
                  <a:cubicBezTo>
                    <a:pt x="1" y="352"/>
                    <a:pt x="5" y="356"/>
                    <a:pt x="9" y="355"/>
                  </a:cubicBezTo>
                  <a:cubicBezTo>
                    <a:pt x="100" y="347"/>
                    <a:pt x="171" y="369"/>
                    <a:pt x="191" y="376"/>
                  </a:cubicBezTo>
                  <a:cubicBezTo>
                    <a:pt x="193" y="377"/>
                    <a:pt x="196" y="377"/>
                    <a:pt x="198" y="377"/>
                  </a:cubicBezTo>
                  <a:cubicBezTo>
                    <a:pt x="201" y="377"/>
                    <a:pt x="203" y="377"/>
                    <a:pt x="206" y="376"/>
                  </a:cubicBezTo>
                  <a:cubicBezTo>
                    <a:pt x="225" y="369"/>
                    <a:pt x="297" y="347"/>
                    <a:pt x="387" y="355"/>
                  </a:cubicBezTo>
                  <a:cubicBezTo>
                    <a:pt x="392" y="356"/>
                    <a:pt x="395" y="352"/>
                    <a:pt x="396" y="348"/>
                  </a:cubicBezTo>
                  <a:cubicBezTo>
                    <a:pt x="396" y="344"/>
                    <a:pt x="393" y="340"/>
                    <a:pt x="389" y="339"/>
                  </a:cubicBezTo>
                  <a:moveTo>
                    <a:pt x="180" y="210"/>
                  </a:moveTo>
                  <a:cubicBezTo>
                    <a:pt x="170" y="220"/>
                    <a:pt x="170" y="236"/>
                    <a:pt x="180" y="246"/>
                  </a:cubicBezTo>
                  <a:cubicBezTo>
                    <a:pt x="190" y="256"/>
                    <a:pt x="206" y="256"/>
                    <a:pt x="216" y="246"/>
                  </a:cubicBezTo>
                  <a:cubicBezTo>
                    <a:pt x="226" y="236"/>
                    <a:pt x="226" y="220"/>
                    <a:pt x="216" y="210"/>
                  </a:cubicBezTo>
                  <a:cubicBezTo>
                    <a:pt x="206" y="200"/>
                    <a:pt x="190" y="200"/>
                    <a:pt x="180" y="210"/>
                  </a:cubicBezTo>
                  <a:moveTo>
                    <a:pt x="237" y="190"/>
                  </a:moveTo>
                  <a:cubicBezTo>
                    <a:pt x="239" y="190"/>
                    <a:pt x="241" y="189"/>
                    <a:pt x="243" y="187"/>
                  </a:cubicBezTo>
                  <a:cubicBezTo>
                    <a:pt x="246" y="184"/>
                    <a:pt x="246" y="179"/>
                    <a:pt x="243" y="176"/>
                  </a:cubicBezTo>
                  <a:cubicBezTo>
                    <a:pt x="230" y="164"/>
                    <a:pt x="214" y="158"/>
                    <a:pt x="198" y="158"/>
                  </a:cubicBezTo>
                  <a:cubicBezTo>
                    <a:pt x="182" y="158"/>
                    <a:pt x="166" y="164"/>
                    <a:pt x="154" y="176"/>
                  </a:cubicBezTo>
                  <a:cubicBezTo>
                    <a:pt x="151" y="179"/>
                    <a:pt x="151" y="184"/>
                    <a:pt x="154" y="187"/>
                  </a:cubicBezTo>
                  <a:cubicBezTo>
                    <a:pt x="157" y="191"/>
                    <a:pt x="162" y="191"/>
                    <a:pt x="165" y="187"/>
                  </a:cubicBezTo>
                  <a:cubicBezTo>
                    <a:pt x="174" y="178"/>
                    <a:pt x="186" y="174"/>
                    <a:pt x="198" y="174"/>
                  </a:cubicBezTo>
                  <a:cubicBezTo>
                    <a:pt x="210" y="174"/>
                    <a:pt x="222" y="178"/>
                    <a:pt x="231" y="187"/>
                  </a:cubicBezTo>
                  <a:cubicBezTo>
                    <a:pt x="233" y="189"/>
                    <a:pt x="235" y="190"/>
                    <a:pt x="237" y="190"/>
                  </a:cubicBezTo>
                  <a:moveTo>
                    <a:pt x="290" y="129"/>
                  </a:moveTo>
                  <a:cubicBezTo>
                    <a:pt x="291" y="131"/>
                    <a:pt x="293" y="132"/>
                    <a:pt x="295" y="132"/>
                  </a:cubicBezTo>
                  <a:cubicBezTo>
                    <a:pt x="298" y="132"/>
                    <a:pt x="300" y="131"/>
                    <a:pt x="301" y="129"/>
                  </a:cubicBezTo>
                  <a:cubicBezTo>
                    <a:pt x="304" y="126"/>
                    <a:pt x="304" y="121"/>
                    <a:pt x="301" y="118"/>
                  </a:cubicBezTo>
                  <a:cubicBezTo>
                    <a:pt x="296" y="113"/>
                    <a:pt x="291" y="109"/>
                    <a:pt x="286" y="105"/>
                  </a:cubicBezTo>
                  <a:cubicBezTo>
                    <a:pt x="284" y="103"/>
                    <a:pt x="282" y="102"/>
                    <a:pt x="281" y="101"/>
                  </a:cubicBezTo>
                  <a:cubicBezTo>
                    <a:pt x="277" y="98"/>
                    <a:pt x="272" y="99"/>
                    <a:pt x="269" y="103"/>
                  </a:cubicBezTo>
                  <a:cubicBezTo>
                    <a:pt x="267" y="106"/>
                    <a:pt x="268" y="111"/>
                    <a:pt x="272" y="114"/>
                  </a:cubicBezTo>
                  <a:cubicBezTo>
                    <a:pt x="273" y="115"/>
                    <a:pt x="275" y="116"/>
                    <a:pt x="276" y="118"/>
                  </a:cubicBezTo>
                  <a:cubicBezTo>
                    <a:pt x="281" y="121"/>
                    <a:pt x="286" y="125"/>
                    <a:pt x="290" y="129"/>
                  </a:cubicBezTo>
                  <a:moveTo>
                    <a:pt x="245" y="100"/>
                  </a:moveTo>
                  <a:cubicBezTo>
                    <a:pt x="249" y="102"/>
                    <a:pt x="254" y="100"/>
                    <a:pt x="255" y="95"/>
                  </a:cubicBezTo>
                  <a:cubicBezTo>
                    <a:pt x="257" y="91"/>
                    <a:pt x="255" y="87"/>
                    <a:pt x="251" y="85"/>
                  </a:cubicBezTo>
                  <a:cubicBezTo>
                    <a:pt x="234" y="79"/>
                    <a:pt x="216" y="75"/>
                    <a:pt x="198" y="75"/>
                  </a:cubicBezTo>
                  <a:cubicBezTo>
                    <a:pt x="159" y="75"/>
                    <a:pt x="123" y="90"/>
                    <a:pt x="95" y="118"/>
                  </a:cubicBezTo>
                  <a:cubicBezTo>
                    <a:pt x="92" y="121"/>
                    <a:pt x="92" y="126"/>
                    <a:pt x="95" y="129"/>
                  </a:cubicBezTo>
                  <a:cubicBezTo>
                    <a:pt x="97" y="131"/>
                    <a:pt x="99" y="132"/>
                    <a:pt x="101" y="132"/>
                  </a:cubicBezTo>
                  <a:cubicBezTo>
                    <a:pt x="103" y="132"/>
                    <a:pt x="105" y="131"/>
                    <a:pt x="107" y="129"/>
                  </a:cubicBezTo>
                  <a:cubicBezTo>
                    <a:pt x="131" y="105"/>
                    <a:pt x="164" y="91"/>
                    <a:pt x="198" y="91"/>
                  </a:cubicBezTo>
                  <a:cubicBezTo>
                    <a:pt x="214" y="91"/>
                    <a:pt x="230" y="94"/>
                    <a:pt x="245" y="100"/>
                  </a:cubicBezTo>
                  <a:moveTo>
                    <a:pt x="266" y="161"/>
                  </a:moveTo>
                  <a:cubicBezTo>
                    <a:pt x="268" y="161"/>
                    <a:pt x="270" y="160"/>
                    <a:pt x="272" y="159"/>
                  </a:cubicBezTo>
                  <a:cubicBezTo>
                    <a:pt x="275" y="155"/>
                    <a:pt x="275" y="150"/>
                    <a:pt x="272" y="147"/>
                  </a:cubicBezTo>
                  <a:cubicBezTo>
                    <a:pt x="251" y="127"/>
                    <a:pt x="225" y="117"/>
                    <a:pt x="198" y="117"/>
                  </a:cubicBezTo>
                  <a:cubicBezTo>
                    <a:pt x="172" y="117"/>
                    <a:pt x="145" y="127"/>
                    <a:pt x="125" y="147"/>
                  </a:cubicBezTo>
                  <a:cubicBezTo>
                    <a:pt x="122" y="150"/>
                    <a:pt x="122" y="155"/>
                    <a:pt x="125" y="159"/>
                  </a:cubicBezTo>
                  <a:cubicBezTo>
                    <a:pt x="128" y="162"/>
                    <a:pt x="133" y="162"/>
                    <a:pt x="136" y="159"/>
                  </a:cubicBezTo>
                  <a:cubicBezTo>
                    <a:pt x="136" y="159"/>
                    <a:pt x="136" y="159"/>
                    <a:pt x="136" y="159"/>
                  </a:cubicBezTo>
                  <a:cubicBezTo>
                    <a:pt x="153" y="141"/>
                    <a:pt x="176" y="133"/>
                    <a:pt x="198" y="133"/>
                  </a:cubicBezTo>
                  <a:cubicBezTo>
                    <a:pt x="221" y="133"/>
                    <a:pt x="243" y="141"/>
                    <a:pt x="260" y="159"/>
                  </a:cubicBezTo>
                  <a:cubicBezTo>
                    <a:pt x="262" y="160"/>
                    <a:pt x="264" y="161"/>
                    <a:pt x="266" y="161"/>
                  </a:cubicBezTo>
                </a:path>
              </a:pathLst>
            </a:custGeom>
            <a:blipFill dpi="0" rotWithShape="1">
              <a:blip r:embed="rId21"/>
              <a:srcRect/>
              <a:stretch>
                <a:fillRect/>
              </a:stretch>
            </a:blipFill>
            <a:ln w="9525">
              <a:noFill/>
              <a:round/>
              <a:headEnd/>
              <a:tailEnd/>
            </a:ln>
          </p:spPr>
          <p:txBody>
            <a:bodyPr/>
            <a:lstStyle/>
            <a:p>
              <a:endParaRPr lang="en-GB"/>
            </a:p>
          </p:txBody>
        </p:sp>
        <p:sp>
          <p:nvSpPr>
            <p:cNvPr id="31804" name="Freeform 3"/>
            <p:cNvSpPr>
              <a:spLocks noChangeAspect="1" noEditPoints="1"/>
            </p:cNvSpPr>
            <p:nvPr/>
          </p:nvSpPr>
          <p:spPr bwMode="auto">
            <a:xfrm>
              <a:off x="3824135" y="2448461"/>
              <a:ext cx="128406" cy="106905"/>
            </a:xfrm>
            <a:custGeom>
              <a:avLst/>
              <a:gdLst>
                <a:gd name="T0" fmla="*/ 2147483647 w 430"/>
                <a:gd name="T1" fmla="*/ 2147483647 h 344"/>
                <a:gd name="T2" fmla="*/ 2147483647 w 430"/>
                <a:gd name="T3" fmla="*/ 2147483647 h 344"/>
                <a:gd name="T4" fmla="*/ 2147483647 w 430"/>
                <a:gd name="T5" fmla="*/ 2147483647 h 344"/>
                <a:gd name="T6" fmla="*/ 2147483647 w 430"/>
                <a:gd name="T7" fmla="*/ 2147483647 h 344"/>
                <a:gd name="T8" fmla="*/ 2147483647 w 430"/>
                <a:gd name="T9" fmla="*/ 2147483647 h 344"/>
                <a:gd name="T10" fmla="*/ 2147483647 w 430"/>
                <a:gd name="T11" fmla="*/ 2147483647 h 344"/>
                <a:gd name="T12" fmla="*/ 2147483647 w 430"/>
                <a:gd name="T13" fmla="*/ 2147483647 h 344"/>
                <a:gd name="T14" fmla="*/ 2147483647 w 430"/>
                <a:gd name="T15" fmla="*/ 2147483647 h 344"/>
                <a:gd name="T16" fmla="*/ 2147483647 w 430"/>
                <a:gd name="T17" fmla="*/ 2147483647 h 344"/>
                <a:gd name="T18" fmla="*/ 2147483647 w 430"/>
                <a:gd name="T19" fmla="*/ 2147483647 h 344"/>
                <a:gd name="T20" fmla="*/ 2147483647 w 430"/>
                <a:gd name="T21" fmla="*/ 2147483647 h 344"/>
                <a:gd name="T22" fmla="*/ 2147483647 w 430"/>
                <a:gd name="T23" fmla="*/ 2147483647 h 344"/>
                <a:gd name="T24" fmla="*/ 2147483647 w 430"/>
                <a:gd name="T25" fmla="*/ 2147483647 h 344"/>
                <a:gd name="T26" fmla="*/ 2147483647 w 430"/>
                <a:gd name="T27" fmla="*/ 2147483647 h 344"/>
                <a:gd name="T28" fmla="*/ 2147483647 w 430"/>
                <a:gd name="T29" fmla="*/ 2147483647 h 344"/>
                <a:gd name="T30" fmla="*/ 2147483647 w 430"/>
                <a:gd name="T31" fmla="*/ 2147483647 h 344"/>
                <a:gd name="T32" fmla="*/ 2147483647 w 430"/>
                <a:gd name="T33" fmla="*/ 2147483647 h 344"/>
                <a:gd name="T34" fmla="*/ 2147483647 w 430"/>
                <a:gd name="T35" fmla="*/ 2147483647 h 344"/>
                <a:gd name="T36" fmla="*/ 2147483647 w 430"/>
                <a:gd name="T37" fmla="*/ 2147483647 h 344"/>
                <a:gd name="T38" fmla="*/ 2147483647 w 430"/>
                <a:gd name="T39" fmla="*/ 2147483647 h 344"/>
                <a:gd name="T40" fmla="*/ 2147483647 w 430"/>
                <a:gd name="T41" fmla="*/ 2147483647 h 344"/>
                <a:gd name="T42" fmla="*/ 2147483647 w 430"/>
                <a:gd name="T43" fmla="*/ 2147483647 h 344"/>
                <a:gd name="T44" fmla="*/ 2147483647 w 430"/>
                <a:gd name="T45" fmla="*/ 0 h 344"/>
                <a:gd name="T46" fmla="*/ 0 w 430"/>
                <a:gd name="T47" fmla="*/ 2147483647 h 344"/>
                <a:gd name="T48" fmla="*/ 2147483647 w 430"/>
                <a:gd name="T49" fmla="*/ 2147483647 h 344"/>
                <a:gd name="T50" fmla="*/ 2147483647 w 430"/>
                <a:gd name="T51" fmla="*/ 2147483647 h 344"/>
                <a:gd name="T52" fmla="*/ 2147483647 w 430"/>
                <a:gd name="T53" fmla="*/ 2147483647 h 344"/>
                <a:gd name="T54" fmla="*/ 2147483647 w 430"/>
                <a:gd name="T55" fmla="*/ 2147483647 h 344"/>
                <a:gd name="T56" fmla="*/ 2147483647 w 430"/>
                <a:gd name="T57" fmla="*/ 2147483647 h 344"/>
                <a:gd name="T58" fmla="*/ 2147483647 w 430"/>
                <a:gd name="T59" fmla="*/ 2147483647 h 344"/>
                <a:gd name="T60" fmla="*/ 2147483647 w 430"/>
                <a:gd name="T61" fmla="*/ 2147483647 h 344"/>
                <a:gd name="T62" fmla="*/ 2147483647 w 430"/>
                <a:gd name="T63" fmla="*/ 2147483647 h 344"/>
                <a:gd name="T64" fmla="*/ 2147483647 w 430"/>
                <a:gd name="T65" fmla="*/ 2147483647 h 344"/>
                <a:gd name="T66" fmla="*/ 2147483647 w 430"/>
                <a:gd name="T67" fmla="*/ 2147483647 h 344"/>
                <a:gd name="T68" fmla="*/ 2147483647 w 430"/>
                <a:gd name="T69" fmla="*/ 2147483647 h 344"/>
                <a:gd name="T70" fmla="*/ 2147483647 w 430"/>
                <a:gd name="T71" fmla="*/ 2147483647 h 344"/>
                <a:gd name="T72" fmla="*/ 2147483647 w 430"/>
                <a:gd name="T73" fmla="*/ 2147483647 h 344"/>
                <a:gd name="T74" fmla="*/ 2147483647 w 430"/>
                <a:gd name="T75" fmla="*/ 2147483647 h 344"/>
                <a:gd name="T76" fmla="*/ 2147483647 w 430"/>
                <a:gd name="T77" fmla="*/ 2147483647 h 34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430"/>
                <a:gd name="T118" fmla="*/ 0 h 344"/>
                <a:gd name="T119" fmla="*/ 430 w 430"/>
                <a:gd name="T120" fmla="*/ 344 h 344"/>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430" h="344">
                  <a:moveTo>
                    <a:pt x="177" y="99"/>
                  </a:moveTo>
                  <a:cubicBezTo>
                    <a:pt x="177" y="90"/>
                    <a:pt x="169" y="82"/>
                    <a:pt x="160" y="82"/>
                  </a:cubicBezTo>
                  <a:cubicBezTo>
                    <a:pt x="139" y="82"/>
                    <a:pt x="139" y="82"/>
                    <a:pt x="139" y="82"/>
                  </a:cubicBezTo>
                  <a:cubicBezTo>
                    <a:pt x="130" y="82"/>
                    <a:pt x="122" y="90"/>
                    <a:pt x="122" y="99"/>
                  </a:cubicBezTo>
                  <a:cubicBezTo>
                    <a:pt x="122" y="118"/>
                    <a:pt x="122" y="118"/>
                    <a:pt x="122" y="118"/>
                  </a:cubicBezTo>
                  <a:cubicBezTo>
                    <a:pt x="122" y="128"/>
                    <a:pt x="130" y="135"/>
                    <a:pt x="139" y="135"/>
                  </a:cubicBezTo>
                  <a:cubicBezTo>
                    <a:pt x="160" y="135"/>
                    <a:pt x="160" y="135"/>
                    <a:pt x="160" y="135"/>
                  </a:cubicBezTo>
                  <a:cubicBezTo>
                    <a:pt x="169" y="135"/>
                    <a:pt x="177" y="128"/>
                    <a:pt x="177" y="118"/>
                  </a:cubicBezTo>
                  <a:lnTo>
                    <a:pt x="177" y="99"/>
                  </a:lnTo>
                  <a:close/>
                  <a:moveTo>
                    <a:pt x="79" y="82"/>
                  </a:moveTo>
                  <a:cubicBezTo>
                    <a:pt x="59" y="82"/>
                    <a:pt x="59" y="82"/>
                    <a:pt x="59" y="82"/>
                  </a:cubicBezTo>
                  <a:cubicBezTo>
                    <a:pt x="50" y="82"/>
                    <a:pt x="42" y="90"/>
                    <a:pt x="42" y="99"/>
                  </a:cubicBezTo>
                  <a:cubicBezTo>
                    <a:pt x="42" y="118"/>
                    <a:pt x="42" y="118"/>
                    <a:pt x="42" y="118"/>
                  </a:cubicBezTo>
                  <a:cubicBezTo>
                    <a:pt x="42" y="128"/>
                    <a:pt x="50" y="135"/>
                    <a:pt x="59" y="135"/>
                  </a:cubicBezTo>
                  <a:cubicBezTo>
                    <a:pt x="79" y="135"/>
                    <a:pt x="79" y="135"/>
                    <a:pt x="79" y="135"/>
                  </a:cubicBezTo>
                  <a:cubicBezTo>
                    <a:pt x="89" y="135"/>
                    <a:pt x="96" y="128"/>
                    <a:pt x="96" y="118"/>
                  </a:cubicBezTo>
                  <a:cubicBezTo>
                    <a:pt x="96" y="99"/>
                    <a:pt x="96" y="99"/>
                    <a:pt x="96" y="99"/>
                  </a:cubicBezTo>
                  <a:cubicBezTo>
                    <a:pt x="96" y="90"/>
                    <a:pt x="89" y="82"/>
                    <a:pt x="79" y="82"/>
                  </a:cubicBezTo>
                  <a:moveTo>
                    <a:pt x="414" y="87"/>
                  </a:moveTo>
                  <a:cubicBezTo>
                    <a:pt x="398" y="87"/>
                    <a:pt x="398" y="87"/>
                    <a:pt x="398" y="87"/>
                  </a:cubicBezTo>
                  <a:cubicBezTo>
                    <a:pt x="398" y="87"/>
                    <a:pt x="398" y="87"/>
                    <a:pt x="398" y="87"/>
                  </a:cubicBezTo>
                  <a:cubicBezTo>
                    <a:pt x="398" y="17"/>
                    <a:pt x="398" y="17"/>
                    <a:pt x="398" y="17"/>
                  </a:cubicBezTo>
                  <a:cubicBezTo>
                    <a:pt x="398" y="8"/>
                    <a:pt x="391" y="1"/>
                    <a:pt x="382" y="1"/>
                  </a:cubicBezTo>
                  <a:cubicBezTo>
                    <a:pt x="374" y="1"/>
                    <a:pt x="374" y="1"/>
                    <a:pt x="374" y="1"/>
                  </a:cubicBezTo>
                  <a:cubicBezTo>
                    <a:pt x="365" y="1"/>
                    <a:pt x="358" y="8"/>
                    <a:pt x="358" y="17"/>
                  </a:cubicBezTo>
                  <a:cubicBezTo>
                    <a:pt x="358" y="87"/>
                    <a:pt x="358" y="87"/>
                    <a:pt x="358" y="87"/>
                  </a:cubicBezTo>
                  <a:cubicBezTo>
                    <a:pt x="358" y="87"/>
                    <a:pt x="358" y="87"/>
                    <a:pt x="358" y="87"/>
                  </a:cubicBezTo>
                  <a:cubicBezTo>
                    <a:pt x="327" y="87"/>
                    <a:pt x="327" y="87"/>
                    <a:pt x="327" y="87"/>
                  </a:cubicBezTo>
                  <a:cubicBezTo>
                    <a:pt x="327" y="87"/>
                    <a:pt x="327" y="87"/>
                    <a:pt x="327" y="87"/>
                  </a:cubicBezTo>
                  <a:cubicBezTo>
                    <a:pt x="327" y="17"/>
                    <a:pt x="327" y="17"/>
                    <a:pt x="327" y="17"/>
                  </a:cubicBezTo>
                  <a:cubicBezTo>
                    <a:pt x="327" y="8"/>
                    <a:pt x="320" y="1"/>
                    <a:pt x="311" y="1"/>
                  </a:cubicBezTo>
                  <a:cubicBezTo>
                    <a:pt x="303" y="1"/>
                    <a:pt x="303" y="1"/>
                    <a:pt x="303" y="1"/>
                  </a:cubicBezTo>
                  <a:cubicBezTo>
                    <a:pt x="294" y="1"/>
                    <a:pt x="287" y="8"/>
                    <a:pt x="287" y="17"/>
                  </a:cubicBezTo>
                  <a:cubicBezTo>
                    <a:pt x="287" y="87"/>
                    <a:pt x="287" y="87"/>
                    <a:pt x="287" y="87"/>
                  </a:cubicBezTo>
                  <a:cubicBezTo>
                    <a:pt x="287" y="87"/>
                    <a:pt x="287" y="87"/>
                    <a:pt x="287" y="87"/>
                  </a:cubicBezTo>
                  <a:cubicBezTo>
                    <a:pt x="270" y="87"/>
                    <a:pt x="270" y="87"/>
                    <a:pt x="270" y="87"/>
                  </a:cubicBezTo>
                  <a:cubicBezTo>
                    <a:pt x="261" y="87"/>
                    <a:pt x="254" y="94"/>
                    <a:pt x="254" y="103"/>
                  </a:cubicBezTo>
                  <a:cubicBezTo>
                    <a:pt x="254" y="131"/>
                    <a:pt x="254" y="131"/>
                    <a:pt x="254" y="131"/>
                  </a:cubicBezTo>
                  <a:cubicBezTo>
                    <a:pt x="254" y="180"/>
                    <a:pt x="293" y="219"/>
                    <a:pt x="341" y="220"/>
                  </a:cubicBezTo>
                  <a:cubicBezTo>
                    <a:pt x="339" y="280"/>
                    <a:pt x="290" y="328"/>
                    <a:pt x="229" y="328"/>
                  </a:cubicBezTo>
                  <a:cubicBezTo>
                    <a:pt x="168" y="328"/>
                    <a:pt x="118" y="279"/>
                    <a:pt x="117" y="218"/>
                  </a:cubicBezTo>
                  <a:cubicBezTo>
                    <a:pt x="185" y="218"/>
                    <a:pt x="185" y="218"/>
                    <a:pt x="185" y="218"/>
                  </a:cubicBezTo>
                  <a:cubicBezTo>
                    <a:pt x="203" y="218"/>
                    <a:pt x="219" y="202"/>
                    <a:pt x="219" y="184"/>
                  </a:cubicBezTo>
                  <a:cubicBezTo>
                    <a:pt x="219" y="34"/>
                    <a:pt x="219" y="34"/>
                    <a:pt x="219" y="34"/>
                  </a:cubicBezTo>
                  <a:cubicBezTo>
                    <a:pt x="219" y="15"/>
                    <a:pt x="203" y="0"/>
                    <a:pt x="185" y="0"/>
                  </a:cubicBezTo>
                  <a:cubicBezTo>
                    <a:pt x="34" y="0"/>
                    <a:pt x="34" y="0"/>
                    <a:pt x="34" y="0"/>
                  </a:cubicBezTo>
                  <a:cubicBezTo>
                    <a:pt x="15" y="0"/>
                    <a:pt x="0" y="15"/>
                    <a:pt x="0" y="34"/>
                  </a:cubicBezTo>
                  <a:cubicBezTo>
                    <a:pt x="0" y="184"/>
                    <a:pt x="0" y="184"/>
                    <a:pt x="0" y="184"/>
                  </a:cubicBezTo>
                  <a:cubicBezTo>
                    <a:pt x="0" y="202"/>
                    <a:pt x="15" y="218"/>
                    <a:pt x="34" y="218"/>
                  </a:cubicBezTo>
                  <a:cubicBezTo>
                    <a:pt x="101" y="218"/>
                    <a:pt x="101" y="218"/>
                    <a:pt x="101" y="218"/>
                  </a:cubicBezTo>
                  <a:cubicBezTo>
                    <a:pt x="102" y="287"/>
                    <a:pt x="159" y="344"/>
                    <a:pt x="229" y="344"/>
                  </a:cubicBezTo>
                  <a:cubicBezTo>
                    <a:pt x="299" y="344"/>
                    <a:pt x="356" y="288"/>
                    <a:pt x="357" y="218"/>
                  </a:cubicBezTo>
                  <a:cubicBezTo>
                    <a:pt x="390" y="213"/>
                    <a:pt x="418" y="188"/>
                    <a:pt x="427" y="155"/>
                  </a:cubicBezTo>
                  <a:cubicBezTo>
                    <a:pt x="428" y="151"/>
                    <a:pt x="426" y="147"/>
                    <a:pt x="422" y="145"/>
                  </a:cubicBezTo>
                  <a:cubicBezTo>
                    <a:pt x="417" y="144"/>
                    <a:pt x="413" y="147"/>
                    <a:pt x="412" y="151"/>
                  </a:cubicBezTo>
                  <a:cubicBezTo>
                    <a:pt x="403" y="182"/>
                    <a:pt x="374" y="204"/>
                    <a:pt x="342" y="204"/>
                  </a:cubicBezTo>
                  <a:cubicBezTo>
                    <a:pt x="302" y="204"/>
                    <a:pt x="270" y="171"/>
                    <a:pt x="270" y="131"/>
                  </a:cubicBezTo>
                  <a:cubicBezTo>
                    <a:pt x="270" y="103"/>
                    <a:pt x="270" y="103"/>
                    <a:pt x="270" y="103"/>
                  </a:cubicBezTo>
                  <a:cubicBezTo>
                    <a:pt x="414" y="103"/>
                    <a:pt x="414" y="103"/>
                    <a:pt x="414" y="103"/>
                  </a:cubicBezTo>
                  <a:cubicBezTo>
                    <a:pt x="414" y="121"/>
                    <a:pt x="414" y="121"/>
                    <a:pt x="414" y="121"/>
                  </a:cubicBezTo>
                  <a:cubicBezTo>
                    <a:pt x="414" y="126"/>
                    <a:pt x="418" y="129"/>
                    <a:pt x="422" y="129"/>
                  </a:cubicBezTo>
                  <a:cubicBezTo>
                    <a:pt x="427" y="129"/>
                    <a:pt x="430" y="126"/>
                    <a:pt x="430" y="121"/>
                  </a:cubicBezTo>
                  <a:cubicBezTo>
                    <a:pt x="430" y="103"/>
                    <a:pt x="430" y="103"/>
                    <a:pt x="430" y="103"/>
                  </a:cubicBezTo>
                  <a:cubicBezTo>
                    <a:pt x="430" y="94"/>
                    <a:pt x="423" y="87"/>
                    <a:pt x="414" y="87"/>
                  </a:cubicBezTo>
                  <a:moveTo>
                    <a:pt x="17" y="109"/>
                  </a:moveTo>
                  <a:cubicBezTo>
                    <a:pt x="17" y="58"/>
                    <a:pt x="58" y="16"/>
                    <a:pt x="109" y="16"/>
                  </a:cubicBezTo>
                  <a:cubicBezTo>
                    <a:pt x="161" y="16"/>
                    <a:pt x="202" y="58"/>
                    <a:pt x="202" y="109"/>
                  </a:cubicBezTo>
                  <a:cubicBezTo>
                    <a:pt x="202" y="160"/>
                    <a:pt x="161" y="201"/>
                    <a:pt x="109" y="201"/>
                  </a:cubicBezTo>
                  <a:cubicBezTo>
                    <a:pt x="58" y="201"/>
                    <a:pt x="17" y="160"/>
                    <a:pt x="17" y="109"/>
                  </a:cubicBezTo>
                  <a:moveTo>
                    <a:pt x="311" y="87"/>
                  </a:moveTo>
                  <a:cubicBezTo>
                    <a:pt x="303" y="87"/>
                    <a:pt x="303" y="87"/>
                    <a:pt x="303" y="87"/>
                  </a:cubicBezTo>
                  <a:cubicBezTo>
                    <a:pt x="303" y="17"/>
                    <a:pt x="303" y="17"/>
                    <a:pt x="303" y="17"/>
                  </a:cubicBezTo>
                  <a:cubicBezTo>
                    <a:pt x="311" y="17"/>
                    <a:pt x="311" y="17"/>
                    <a:pt x="311" y="17"/>
                  </a:cubicBezTo>
                  <a:lnTo>
                    <a:pt x="311" y="87"/>
                  </a:lnTo>
                  <a:close/>
                  <a:moveTo>
                    <a:pt x="382" y="87"/>
                  </a:moveTo>
                  <a:cubicBezTo>
                    <a:pt x="374" y="87"/>
                    <a:pt x="374" y="87"/>
                    <a:pt x="374" y="87"/>
                  </a:cubicBezTo>
                  <a:cubicBezTo>
                    <a:pt x="374" y="17"/>
                    <a:pt x="374" y="17"/>
                    <a:pt x="374" y="17"/>
                  </a:cubicBezTo>
                  <a:cubicBezTo>
                    <a:pt x="382" y="17"/>
                    <a:pt x="382" y="17"/>
                    <a:pt x="382" y="17"/>
                  </a:cubicBezTo>
                  <a:lnTo>
                    <a:pt x="382" y="87"/>
                  </a:lnTo>
                  <a:close/>
                </a:path>
              </a:pathLst>
            </a:custGeom>
            <a:blipFill dpi="0" rotWithShape="1">
              <a:blip r:embed="rId22"/>
              <a:srcRect/>
              <a:stretch>
                <a:fillRect/>
              </a:stretch>
            </a:blipFill>
            <a:ln w="9525">
              <a:noFill/>
              <a:round/>
              <a:headEnd/>
              <a:tailEnd/>
            </a:ln>
          </p:spPr>
          <p:txBody>
            <a:bodyPr/>
            <a:lstStyle/>
            <a:p>
              <a:endParaRPr lang="en-GB"/>
            </a:p>
          </p:txBody>
        </p:sp>
        <p:sp>
          <p:nvSpPr>
            <p:cNvPr id="31805" name="Freeform 3"/>
            <p:cNvSpPr>
              <a:spLocks noChangeAspect="1" noEditPoints="1"/>
            </p:cNvSpPr>
            <p:nvPr/>
          </p:nvSpPr>
          <p:spPr bwMode="auto">
            <a:xfrm>
              <a:off x="3628833" y="2126198"/>
              <a:ext cx="135110" cy="92046"/>
            </a:xfrm>
            <a:custGeom>
              <a:avLst/>
              <a:gdLst>
                <a:gd name="T0" fmla="*/ 2147483647 w 452"/>
                <a:gd name="T1" fmla="*/ 2147483647 h 296"/>
                <a:gd name="T2" fmla="*/ 2147483647 w 452"/>
                <a:gd name="T3" fmla="*/ 2147483647 h 296"/>
                <a:gd name="T4" fmla="*/ 2147483647 w 452"/>
                <a:gd name="T5" fmla="*/ 2147483647 h 296"/>
                <a:gd name="T6" fmla="*/ 2147483647 w 452"/>
                <a:gd name="T7" fmla="*/ 2147483647 h 296"/>
                <a:gd name="T8" fmla="*/ 2147483647 w 452"/>
                <a:gd name="T9" fmla="*/ 2147483647 h 296"/>
                <a:gd name="T10" fmla="*/ 2147483647 w 452"/>
                <a:gd name="T11" fmla="*/ 2147483647 h 296"/>
                <a:gd name="T12" fmla="*/ 2147483647 w 452"/>
                <a:gd name="T13" fmla="*/ 2147483647 h 296"/>
                <a:gd name="T14" fmla="*/ 2147483647 w 452"/>
                <a:gd name="T15" fmla="*/ 2147483647 h 296"/>
                <a:gd name="T16" fmla="*/ 2147483647 w 452"/>
                <a:gd name="T17" fmla="*/ 0 h 296"/>
                <a:gd name="T18" fmla="*/ 2147483647 w 452"/>
                <a:gd name="T19" fmla="*/ 2147483647 h 296"/>
                <a:gd name="T20" fmla="*/ 2147483647 w 452"/>
                <a:gd name="T21" fmla="*/ 2147483647 h 296"/>
                <a:gd name="T22" fmla="*/ 2147483647 w 452"/>
                <a:gd name="T23" fmla="*/ 2147483647 h 296"/>
                <a:gd name="T24" fmla="*/ 0 w 452"/>
                <a:gd name="T25" fmla="*/ 2147483647 h 296"/>
                <a:gd name="T26" fmla="*/ 2147483647 w 452"/>
                <a:gd name="T27" fmla="*/ 2147483647 h 296"/>
                <a:gd name="T28" fmla="*/ 2147483647 w 452"/>
                <a:gd name="T29" fmla="*/ 2147483647 h 296"/>
                <a:gd name="T30" fmla="*/ 2147483647 w 452"/>
                <a:gd name="T31" fmla="*/ 2147483647 h 296"/>
                <a:gd name="T32" fmla="*/ 2147483647 w 452"/>
                <a:gd name="T33" fmla="*/ 2147483647 h 296"/>
                <a:gd name="T34" fmla="*/ 2147483647 w 452"/>
                <a:gd name="T35" fmla="*/ 2147483647 h 296"/>
                <a:gd name="T36" fmla="*/ 2147483647 w 452"/>
                <a:gd name="T37" fmla="*/ 2147483647 h 296"/>
                <a:gd name="T38" fmla="*/ 2147483647 w 452"/>
                <a:gd name="T39" fmla="*/ 2147483647 h 296"/>
                <a:gd name="T40" fmla="*/ 2147483647 w 452"/>
                <a:gd name="T41" fmla="*/ 2147483647 h 296"/>
                <a:gd name="T42" fmla="*/ 2147483647 w 452"/>
                <a:gd name="T43" fmla="*/ 2147483647 h 296"/>
                <a:gd name="T44" fmla="*/ 2147483647 w 452"/>
                <a:gd name="T45" fmla="*/ 2147483647 h 296"/>
                <a:gd name="T46" fmla="*/ 2147483647 w 452"/>
                <a:gd name="T47" fmla="*/ 2147483647 h 296"/>
                <a:gd name="T48" fmla="*/ 2147483647 w 452"/>
                <a:gd name="T49" fmla="*/ 2147483647 h 296"/>
                <a:gd name="T50" fmla="*/ 2147483647 w 452"/>
                <a:gd name="T51" fmla="*/ 2147483647 h 296"/>
                <a:gd name="T52" fmla="*/ 2147483647 w 452"/>
                <a:gd name="T53" fmla="*/ 2147483647 h 296"/>
                <a:gd name="T54" fmla="*/ 2147483647 w 452"/>
                <a:gd name="T55" fmla="*/ 2147483647 h 296"/>
                <a:gd name="T56" fmla="*/ 2147483647 w 452"/>
                <a:gd name="T57" fmla="*/ 2147483647 h 296"/>
                <a:gd name="T58" fmla="*/ 2147483647 w 452"/>
                <a:gd name="T59" fmla="*/ 2147483647 h 296"/>
                <a:gd name="T60" fmla="*/ 2147483647 w 452"/>
                <a:gd name="T61" fmla="*/ 2147483647 h 296"/>
                <a:gd name="T62" fmla="*/ 2147483647 w 452"/>
                <a:gd name="T63" fmla="*/ 2147483647 h 29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52"/>
                <a:gd name="T97" fmla="*/ 0 h 296"/>
                <a:gd name="T98" fmla="*/ 452 w 452"/>
                <a:gd name="T99" fmla="*/ 296 h 29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52" h="296">
                  <a:moveTo>
                    <a:pt x="438" y="249"/>
                  </a:moveTo>
                  <a:cubicBezTo>
                    <a:pt x="421" y="249"/>
                    <a:pt x="421" y="249"/>
                    <a:pt x="421" y="249"/>
                  </a:cubicBezTo>
                  <a:cubicBezTo>
                    <a:pt x="421" y="249"/>
                    <a:pt x="421" y="248"/>
                    <a:pt x="421" y="248"/>
                  </a:cubicBezTo>
                  <a:cubicBezTo>
                    <a:pt x="421" y="70"/>
                    <a:pt x="421" y="70"/>
                    <a:pt x="421" y="70"/>
                  </a:cubicBezTo>
                  <a:cubicBezTo>
                    <a:pt x="421" y="65"/>
                    <a:pt x="418" y="62"/>
                    <a:pt x="413" y="62"/>
                  </a:cubicBezTo>
                  <a:cubicBezTo>
                    <a:pt x="409" y="62"/>
                    <a:pt x="405" y="65"/>
                    <a:pt x="405" y="70"/>
                  </a:cubicBezTo>
                  <a:cubicBezTo>
                    <a:pt x="405" y="248"/>
                    <a:pt x="405" y="248"/>
                    <a:pt x="405" y="248"/>
                  </a:cubicBezTo>
                  <a:cubicBezTo>
                    <a:pt x="405" y="248"/>
                    <a:pt x="406" y="249"/>
                    <a:pt x="406" y="249"/>
                  </a:cubicBezTo>
                  <a:cubicBezTo>
                    <a:pt x="47" y="249"/>
                    <a:pt x="47" y="249"/>
                    <a:pt x="47" y="249"/>
                  </a:cubicBezTo>
                  <a:cubicBezTo>
                    <a:pt x="47" y="228"/>
                    <a:pt x="47" y="228"/>
                    <a:pt x="47" y="228"/>
                  </a:cubicBezTo>
                  <a:cubicBezTo>
                    <a:pt x="47" y="211"/>
                    <a:pt x="47" y="211"/>
                    <a:pt x="47" y="211"/>
                  </a:cubicBezTo>
                  <a:cubicBezTo>
                    <a:pt x="47" y="16"/>
                    <a:pt x="47" y="16"/>
                    <a:pt x="47" y="16"/>
                  </a:cubicBezTo>
                  <a:cubicBezTo>
                    <a:pt x="405" y="16"/>
                    <a:pt x="405" y="16"/>
                    <a:pt x="405" y="16"/>
                  </a:cubicBezTo>
                  <a:cubicBezTo>
                    <a:pt x="405" y="37"/>
                    <a:pt x="405" y="37"/>
                    <a:pt x="405" y="37"/>
                  </a:cubicBezTo>
                  <a:cubicBezTo>
                    <a:pt x="405" y="42"/>
                    <a:pt x="409" y="45"/>
                    <a:pt x="413" y="45"/>
                  </a:cubicBezTo>
                  <a:cubicBezTo>
                    <a:pt x="418" y="45"/>
                    <a:pt x="421" y="42"/>
                    <a:pt x="421" y="37"/>
                  </a:cubicBezTo>
                  <a:cubicBezTo>
                    <a:pt x="421" y="14"/>
                    <a:pt x="421" y="14"/>
                    <a:pt x="421" y="14"/>
                  </a:cubicBezTo>
                  <a:cubicBezTo>
                    <a:pt x="421" y="6"/>
                    <a:pt x="415" y="0"/>
                    <a:pt x="408" y="0"/>
                  </a:cubicBezTo>
                  <a:cubicBezTo>
                    <a:pt x="45" y="0"/>
                    <a:pt x="45" y="0"/>
                    <a:pt x="45" y="0"/>
                  </a:cubicBezTo>
                  <a:cubicBezTo>
                    <a:pt x="37" y="0"/>
                    <a:pt x="31" y="6"/>
                    <a:pt x="31" y="14"/>
                  </a:cubicBezTo>
                  <a:cubicBezTo>
                    <a:pt x="31" y="211"/>
                    <a:pt x="31" y="211"/>
                    <a:pt x="31" y="211"/>
                  </a:cubicBezTo>
                  <a:cubicBezTo>
                    <a:pt x="31" y="228"/>
                    <a:pt x="31" y="228"/>
                    <a:pt x="31" y="228"/>
                  </a:cubicBezTo>
                  <a:cubicBezTo>
                    <a:pt x="31" y="249"/>
                    <a:pt x="31" y="249"/>
                    <a:pt x="31" y="249"/>
                  </a:cubicBezTo>
                  <a:cubicBezTo>
                    <a:pt x="14" y="249"/>
                    <a:pt x="14" y="249"/>
                    <a:pt x="14" y="249"/>
                  </a:cubicBezTo>
                  <a:cubicBezTo>
                    <a:pt x="7" y="249"/>
                    <a:pt x="0" y="255"/>
                    <a:pt x="0" y="263"/>
                  </a:cubicBezTo>
                  <a:cubicBezTo>
                    <a:pt x="0" y="282"/>
                    <a:pt x="0" y="282"/>
                    <a:pt x="0" y="282"/>
                  </a:cubicBezTo>
                  <a:cubicBezTo>
                    <a:pt x="0" y="289"/>
                    <a:pt x="7" y="296"/>
                    <a:pt x="14" y="296"/>
                  </a:cubicBezTo>
                  <a:cubicBezTo>
                    <a:pt x="438" y="296"/>
                    <a:pt x="438" y="296"/>
                    <a:pt x="438" y="296"/>
                  </a:cubicBezTo>
                  <a:cubicBezTo>
                    <a:pt x="446" y="296"/>
                    <a:pt x="452" y="289"/>
                    <a:pt x="452" y="282"/>
                  </a:cubicBezTo>
                  <a:cubicBezTo>
                    <a:pt x="452" y="263"/>
                    <a:pt x="452" y="263"/>
                    <a:pt x="452" y="263"/>
                  </a:cubicBezTo>
                  <a:cubicBezTo>
                    <a:pt x="452" y="255"/>
                    <a:pt x="446" y="249"/>
                    <a:pt x="438" y="249"/>
                  </a:cubicBezTo>
                  <a:close/>
                  <a:moveTo>
                    <a:pt x="436" y="280"/>
                  </a:moveTo>
                  <a:cubicBezTo>
                    <a:pt x="16" y="280"/>
                    <a:pt x="16" y="280"/>
                    <a:pt x="16" y="280"/>
                  </a:cubicBezTo>
                  <a:cubicBezTo>
                    <a:pt x="16" y="265"/>
                    <a:pt x="16" y="265"/>
                    <a:pt x="16" y="265"/>
                  </a:cubicBezTo>
                  <a:cubicBezTo>
                    <a:pt x="184" y="265"/>
                    <a:pt x="184" y="265"/>
                    <a:pt x="184" y="265"/>
                  </a:cubicBezTo>
                  <a:cubicBezTo>
                    <a:pt x="185" y="268"/>
                    <a:pt x="188" y="271"/>
                    <a:pt x="191" y="271"/>
                  </a:cubicBezTo>
                  <a:cubicBezTo>
                    <a:pt x="260" y="271"/>
                    <a:pt x="260" y="271"/>
                    <a:pt x="260" y="271"/>
                  </a:cubicBezTo>
                  <a:cubicBezTo>
                    <a:pt x="264" y="271"/>
                    <a:pt x="267" y="268"/>
                    <a:pt x="268" y="265"/>
                  </a:cubicBezTo>
                  <a:cubicBezTo>
                    <a:pt x="436" y="265"/>
                    <a:pt x="436" y="265"/>
                    <a:pt x="436" y="265"/>
                  </a:cubicBezTo>
                  <a:lnTo>
                    <a:pt x="436" y="280"/>
                  </a:lnTo>
                  <a:close/>
                  <a:moveTo>
                    <a:pt x="261" y="78"/>
                  </a:moveTo>
                  <a:cubicBezTo>
                    <a:pt x="261" y="65"/>
                    <a:pt x="250" y="55"/>
                    <a:pt x="237" y="55"/>
                  </a:cubicBezTo>
                  <a:cubicBezTo>
                    <a:pt x="224" y="55"/>
                    <a:pt x="214" y="65"/>
                    <a:pt x="214" y="78"/>
                  </a:cubicBezTo>
                  <a:cubicBezTo>
                    <a:pt x="214" y="91"/>
                    <a:pt x="224" y="102"/>
                    <a:pt x="237" y="102"/>
                  </a:cubicBezTo>
                  <a:cubicBezTo>
                    <a:pt x="250" y="102"/>
                    <a:pt x="261" y="91"/>
                    <a:pt x="261" y="78"/>
                  </a:cubicBezTo>
                  <a:close/>
                  <a:moveTo>
                    <a:pt x="146" y="136"/>
                  </a:moveTo>
                  <a:cubicBezTo>
                    <a:pt x="146" y="196"/>
                    <a:pt x="146" y="196"/>
                    <a:pt x="146" y="196"/>
                  </a:cubicBezTo>
                  <a:cubicBezTo>
                    <a:pt x="146" y="207"/>
                    <a:pt x="154" y="216"/>
                    <a:pt x="165" y="216"/>
                  </a:cubicBezTo>
                  <a:cubicBezTo>
                    <a:pt x="247" y="216"/>
                    <a:pt x="247" y="216"/>
                    <a:pt x="247" y="216"/>
                  </a:cubicBezTo>
                  <a:cubicBezTo>
                    <a:pt x="258" y="216"/>
                    <a:pt x="266" y="207"/>
                    <a:pt x="266" y="196"/>
                  </a:cubicBezTo>
                  <a:cubicBezTo>
                    <a:pt x="266" y="180"/>
                    <a:pt x="266" y="180"/>
                    <a:pt x="266" y="180"/>
                  </a:cubicBezTo>
                  <a:cubicBezTo>
                    <a:pt x="277" y="188"/>
                    <a:pt x="294" y="202"/>
                    <a:pt x="298" y="204"/>
                  </a:cubicBezTo>
                  <a:cubicBezTo>
                    <a:pt x="302" y="208"/>
                    <a:pt x="307" y="207"/>
                    <a:pt x="307" y="200"/>
                  </a:cubicBezTo>
                  <a:cubicBezTo>
                    <a:pt x="307" y="198"/>
                    <a:pt x="307" y="139"/>
                    <a:pt x="307" y="137"/>
                  </a:cubicBezTo>
                  <a:cubicBezTo>
                    <a:pt x="307" y="130"/>
                    <a:pt x="302" y="129"/>
                    <a:pt x="298" y="133"/>
                  </a:cubicBezTo>
                  <a:cubicBezTo>
                    <a:pt x="297" y="133"/>
                    <a:pt x="277" y="149"/>
                    <a:pt x="266" y="157"/>
                  </a:cubicBezTo>
                  <a:cubicBezTo>
                    <a:pt x="266" y="136"/>
                    <a:pt x="266" y="136"/>
                    <a:pt x="266" y="136"/>
                  </a:cubicBezTo>
                  <a:cubicBezTo>
                    <a:pt x="266" y="125"/>
                    <a:pt x="258" y="116"/>
                    <a:pt x="247" y="116"/>
                  </a:cubicBezTo>
                  <a:cubicBezTo>
                    <a:pt x="165" y="116"/>
                    <a:pt x="165" y="116"/>
                    <a:pt x="165" y="116"/>
                  </a:cubicBezTo>
                  <a:cubicBezTo>
                    <a:pt x="154" y="116"/>
                    <a:pt x="146" y="125"/>
                    <a:pt x="146" y="136"/>
                  </a:cubicBezTo>
                  <a:close/>
                  <a:moveTo>
                    <a:pt x="201" y="78"/>
                  </a:moveTo>
                  <a:cubicBezTo>
                    <a:pt x="201" y="65"/>
                    <a:pt x="190" y="55"/>
                    <a:pt x="178" y="55"/>
                  </a:cubicBezTo>
                  <a:cubicBezTo>
                    <a:pt x="165" y="55"/>
                    <a:pt x="154" y="65"/>
                    <a:pt x="154" y="78"/>
                  </a:cubicBezTo>
                  <a:cubicBezTo>
                    <a:pt x="154" y="91"/>
                    <a:pt x="165" y="102"/>
                    <a:pt x="178" y="102"/>
                  </a:cubicBezTo>
                  <a:cubicBezTo>
                    <a:pt x="190" y="102"/>
                    <a:pt x="201" y="91"/>
                    <a:pt x="201" y="78"/>
                  </a:cubicBezTo>
                  <a:close/>
                </a:path>
              </a:pathLst>
            </a:custGeom>
            <a:blipFill dpi="0" rotWithShape="1">
              <a:blip r:embed="rId23"/>
              <a:srcRect/>
              <a:stretch>
                <a:fillRect/>
              </a:stretch>
            </a:blipFill>
            <a:ln w="9525">
              <a:noFill/>
              <a:round/>
              <a:headEnd/>
              <a:tailEnd/>
            </a:ln>
          </p:spPr>
          <p:txBody>
            <a:bodyPr/>
            <a:lstStyle/>
            <a:p>
              <a:endParaRPr lang="en-GB"/>
            </a:p>
          </p:txBody>
        </p:sp>
        <p:sp>
          <p:nvSpPr>
            <p:cNvPr id="31806" name="Freeform 3"/>
            <p:cNvSpPr>
              <a:spLocks noChangeAspect="1" noEditPoints="1"/>
            </p:cNvSpPr>
            <p:nvPr/>
          </p:nvSpPr>
          <p:spPr bwMode="auto">
            <a:xfrm>
              <a:off x="3067889" y="2559732"/>
              <a:ext cx="191153" cy="93229"/>
            </a:xfrm>
            <a:custGeom>
              <a:avLst/>
              <a:gdLst>
                <a:gd name="T0" fmla="*/ 2147483647 w 640"/>
                <a:gd name="T1" fmla="*/ 2147483647 h 300"/>
                <a:gd name="T2" fmla="*/ 2147483647 w 640"/>
                <a:gd name="T3" fmla="*/ 2147483647 h 300"/>
                <a:gd name="T4" fmla="*/ 2147483647 w 640"/>
                <a:gd name="T5" fmla="*/ 2147483647 h 300"/>
                <a:gd name="T6" fmla="*/ 2147483647 w 640"/>
                <a:gd name="T7" fmla="*/ 2147483647 h 300"/>
                <a:gd name="T8" fmla="*/ 2147483647 w 640"/>
                <a:gd name="T9" fmla="*/ 2147483647 h 300"/>
                <a:gd name="T10" fmla="*/ 2147483647 w 640"/>
                <a:gd name="T11" fmla="*/ 2147483647 h 300"/>
                <a:gd name="T12" fmla="*/ 2147483647 w 640"/>
                <a:gd name="T13" fmla="*/ 2147483647 h 300"/>
                <a:gd name="T14" fmla="*/ 2147483647 w 640"/>
                <a:gd name="T15" fmla="*/ 0 h 300"/>
                <a:gd name="T16" fmla="*/ 2147483647 w 640"/>
                <a:gd name="T17" fmla="*/ 2147483647 h 300"/>
                <a:gd name="T18" fmla="*/ 2147483647 w 640"/>
                <a:gd name="T19" fmla="*/ 2147483647 h 300"/>
                <a:gd name="T20" fmla="*/ 2147483647 w 640"/>
                <a:gd name="T21" fmla="*/ 2147483647 h 300"/>
                <a:gd name="T22" fmla="*/ 2147483647 w 640"/>
                <a:gd name="T23" fmla="*/ 2147483647 h 300"/>
                <a:gd name="T24" fmla="*/ 2147483647 w 640"/>
                <a:gd name="T25" fmla="*/ 2147483647 h 300"/>
                <a:gd name="T26" fmla="*/ 2147483647 w 640"/>
                <a:gd name="T27" fmla="*/ 2147483647 h 300"/>
                <a:gd name="T28" fmla="*/ 2147483647 w 640"/>
                <a:gd name="T29" fmla="*/ 2147483647 h 300"/>
                <a:gd name="T30" fmla="*/ 2147483647 w 640"/>
                <a:gd name="T31" fmla="*/ 2147483647 h 300"/>
                <a:gd name="T32" fmla="*/ 2147483647 w 640"/>
                <a:gd name="T33" fmla="*/ 2147483647 h 300"/>
                <a:gd name="T34" fmla="*/ 2147483647 w 640"/>
                <a:gd name="T35" fmla="*/ 2147483647 h 300"/>
                <a:gd name="T36" fmla="*/ 2147483647 w 640"/>
                <a:gd name="T37" fmla="*/ 2147483647 h 300"/>
                <a:gd name="T38" fmla="*/ 2147483647 w 640"/>
                <a:gd name="T39" fmla="*/ 2147483647 h 300"/>
                <a:gd name="T40" fmla="*/ 2147483647 w 640"/>
                <a:gd name="T41" fmla="*/ 2147483647 h 300"/>
                <a:gd name="T42" fmla="*/ 2147483647 w 640"/>
                <a:gd name="T43" fmla="*/ 2147483647 h 300"/>
                <a:gd name="T44" fmla="*/ 2147483647 w 640"/>
                <a:gd name="T45" fmla="*/ 2147483647 h 300"/>
                <a:gd name="T46" fmla="*/ 2147483647 w 640"/>
                <a:gd name="T47" fmla="*/ 2147483647 h 300"/>
                <a:gd name="T48" fmla="*/ 2147483647 w 640"/>
                <a:gd name="T49" fmla="*/ 2147483647 h 300"/>
                <a:gd name="T50" fmla="*/ 2147483647 w 640"/>
                <a:gd name="T51" fmla="*/ 2147483647 h 300"/>
                <a:gd name="T52" fmla="*/ 2147483647 w 640"/>
                <a:gd name="T53" fmla="*/ 2147483647 h 300"/>
                <a:gd name="T54" fmla="*/ 2147483647 w 640"/>
                <a:gd name="T55" fmla="*/ 2147483647 h 300"/>
                <a:gd name="T56" fmla="*/ 2147483647 w 640"/>
                <a:gd name="T57" fmla="*/ 2147483647 h 300"/>
                <a:gd name="T58" fmla="*/ 2147483647 w 640"/>
                <a:gd name="T59" fmla="*/ 2147483647 h 300"/>
                <a:gd name="T60" fmla="*/ 2147483647 w 640"/>
                <a:gd name="T61" fmla="*/ 2147483647 h 300"/>
                <a:gd name="T62" fmla="*/ 2147483647 w 640"/>
                <a:gd name="T63" fmla="*/ 2147483647 h 300"/>
                <a:gd name="T64" fmla="*/ 2147483647 w 640"/>
                <a:gd name="T65" fmla="*/ 2147483647 h 300"/>
                <a:gd name="T66" fmla="*/ 2147483647 w 640"/>
                <a:gd name="T67" fmla="*/ 2147483647 h 300"/>
                <a:gd name="T68" fmla="*/ 2147483647 w 640"/>
                <a:gd name="T69" fmla="*/ 2147483647 h 300"/>
                <a:gd name="T70" fmla="*/ 2147483647 w 640"/>
                <a:gd name="T71" fmla="*/ 2147483647 h 300"/>
                <a:gd name="T72" fmla="*/ 2147483647 w 640"/>
                <a:gd name="T73" fmla="*/ 2147483647 h 300"/>
                <a:gd name="T74" fmla="*/ 2147483647 w 640"/>
                <a:gd name="T75" fmla="*/ 2147483647 h 300"/>
                <a:gd name="T76" fmla="*/ 2147483647 w 640"/>
                <a:gd name="T77" fmla="*/ 2147483647 h 300"/>
                <a:gd name="T78" fmla="*/ 2147483647 w 640"/>
                <a:gd name="T79" fmla="*/ 2147483647 h 300"/>
                <a:gd name="T80" fmla="*/ 2147483647 w 640"/>
                <a:gd name="T81" fmla="*/ 2147483647 h 300"/>
                <a:gd name="T82" fmla="*/ 2147483647 w 640"/>
                <a:gd name="T83" fmla="*/ 2147483647 h 300"/>
                <a:gd name="T84" fmla="*/ 2147483647 w 640"/>
                <a:gd name="T85" fmla="*/ 2147483647 h 300"/>
                <a:gd name="T86" fmla="*/ 2147483647 w 640"/>
                <a:gd name="T87" fmla="*/ 2147483647 h 300"/>
                <a:gd name="T88" fmla="*/ 2147483647 w 640"/>
                <a:gd name="T89" fmla="*/ 2147483647 h 300"/>
                <a:gd name="T90" fmla="*/ 2147483647 w 640"/>
                <a:gd name="T91" fmla="*/ 2147483647 h 300"/>
                <a:gd name="T92" fmla="*/ 2147483647 w 640"/>
                <a:gd name="T93" fmla="*/ 2147483647 h 300"/>
                <a:gd name="T94" fmla="*/ 2147483647 w 640"/>
                <a:gd name="T95" fmla="*/ 2147483647 h 300"/>
                <a:gd name="T96" fmla="*/ 2147483647 w 640"/>
                <a:gd name="T97" fmla="*/ 2147483647 h 30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640"/>
                <a:gd name="T148" fmla="*/ 0 h 300"/>
                <a:gd name="T149" fmla="*/ 640 w 640"/>
                <a:gd name="T150" fmla="*/ 300 h 300"/>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640" h="300">
                  <a:moveTo>
                    <a:pt x="624" y="26"/>
                  </a:moveTo>
                  <a:cubicBezTo>
                    <a:pt x="622" y="26"/>
                    <a:pt x="621" y="27"/>
                    <a:pt x="619" y="27"/>
                  </a:cubicBezTo>
                  <a:cubicBezTo>
                    <a:pt x="619" y="27"/>
                    <a:pt x="602" y="34"/>
                    <a:pt x="578" y="42"/>
                  </a:cubicBezTo>
                  <a:cubicBezTo>
                    <a:pt x="575" y="17"/>
                    <a:pt x="575" y="17"/>
                    <a:pt x="575" y="17"/>
                  </a:cubicBezTo>
                  <a:cubicBezTo>
                    <a:pt x="574" y="13"/>
                    <a:pt x="573" y="10"/>
                    <a:pt x="571" y="6"/>
                  </a:cubicBezTo>
                  <a:cubicBezTo>
                    <a:pt x="568" y="3"/>
                    <a:pt x="564" y="0"/>
                    <a:pt x="559" y="0"/>
                  </a:cubicBezTo>
                  <a:cubicBezTo>
                    <a:pt x="557" y="0"/>
                    <a:pt x="556" y="0"/>
                    <a:pt x="554" y="0"/>
                  </a:cubicBezTo>
                  <a:cubicBezTo>
                    <a:pt x="554" y="0"/>
                    <a:pt x="456" y="38"/>
                    <a:pt x="449" y="40"/>
                  </a:cubicBezTo>
                  <a:cubicBezTo>
                    <a:pt x="449" y="40"/>
                    <a:pt x="449" y="40"/>
                    <a:pt x="449" y="40"/>
                  </a:cubicBezTo>
                  <a:cubicBezTo>
                    <a:pt x="448" y="38"/>
                    <a:pt x="447" y="35"/>
                    <a:pt x="445" y="31"/>
                  </a:cubicBezTo>
                  <a:cubicBezTo>
                    <a:pt x="444" y="29"/>
                    <a:pt x="443" y="26"/>
                    <a:pt x="440" y="24"/>
                  </a:cubicBezTo>
                  <a:cubicBezTo>
                    <a:pt x="438" y="22"/>
                    <a:pt x="434" y="21"/>
                    <a:pt x="431" y="21"/>
                  </a:cubicBezTo>
                  <a:cubicBezTo>
                    <a:pt x="428" y="21"/>
                    <a:pt x="425" y="21"/>
                    <a:pt x="423" y="22"/>
                  </a:cubicBezTo>
                  <a:cubicBezTo>
                    <a:pt x="404" y="29"/>
                    <a:pt x="353" y="49"/>
                    <a:pt x="353" y="49"/>
                  </a:cubicBezTo>
                  <a:cubicBezTo>
                    <a:pt x="348" y="50"/>
                    <a:pt x="344" y="52"/>
                    <a:pt x="340" y="56"/>
                  </a:cubicBezTo>
                  <a:cubicBezTo>
                    <a:pt x="337" y="60"/>
                    <a:pt x="335" y="66"/>
                    <a:pt x="335" y="72"/>
                  </a:cubicBezTo>
                  <a:cubicBezTo>
                    <a:pt x="335" y="73"/>
                    <a:pt x="335" y="75"/>
                    <a:pt x="336" y="77"/>
                  </a:cubicBezTo>
                  <a:cubicBezTo>
                    <a:pt x="339" y="100"/>
                    <a:pt x="339" y="100"/>
                    <a:pt x="339" y="100"/>
                  </a:cubicBezTo>
                  <a:cubicBezTo>
                    <a:pt x="318" y="84"/>
                    <a:pt x="318" y="84"/>
                    <a:pt x="318" y="84"/>
                  </a:cubicBezTo>
                  <a:cubicBezTo>
                    <a:pt x="316" y="82"/>
                    <a:pt x="313" y="82"/>
                    <a:pt x="310" y="83"/>
                  </a:cubicBezTo>
                  <a:cubicBezTo>
                    <a:pt x="307" y="84"/>
                    <a:pt x="305" y="87"/>
                    <a:pt x="305" y="90"/>
                  </a:cubicBezTo>
                  <a:cubicBezTo>
                    <a:pt x="305" y="108"/>
                    <a:pt x="305" y="108"/>
                    <a:pt x="305" y="108"/>
                  </a:cubicBezTo>
                  <a:cubicBezTo>
                    <a:pt x="291" y="108"/>
                    <a:pt x="291" y="108"/>
                    <a:pt x="291" y="108"/>
                  </a:cubicBezTo>
                  <a:cubicBezTo>
                    <a:pt x="305" y="46"/>
                    <a:pt x="305" y="46"/>
                    <a:pt x="305" y="46"/>
                  </a:cubicBezTo>
                  <a:cubicBezTo>
                    <a:pt x="305" y="45"/>
                    <a:pt x="305" y="44"/>
                    <a:pt x="305" y="43"/>
                  </a:cubicBezTo>
                  <a:cubicBezTo>
                    <a:pt x="305" y="34"/>
                    <a:pt x="298" y="26"/>
                    <a:pt x="289" y="26"/>
                  </a:cubicBezTo>
                  <a:cubicBezTo>
                    <a:pt x="288" y="26"/>
                    <a:pt x="286" y="27"/>
                    <a:pt x="284" y="27"/>
                  </a:cubicBezTo>
                  <a:cubicBezTo>
                    <a:pt x="284" y="27"/>
                    <a:pt x="267" y="34"/>
                    <a:pt x="243" y="42"/>
                  </a:cubicBezTo>
                  <a:cubicBezTo>
                    <a:pt x="240" y="17"/>
                    <a:pt x="240" y="17"/>
                    <a:pt x="240" y="17"/>
                  </a:cubicBezTo>
                  <a:cubicBezTo>
                    <a:pt x="240" y="13"/>
                    <a:pt x="238" y="10"/>
                    <a:pt x="236" y="6"/>
                  </a:cubicBezTo>
                  <a:cubicBezTo>
                    <a:pt x="234" y="3"/>
                    <a:pt x="230" y="0"/>
                    <a:pt x="224" y="0"/>
                  </a:cubicBezTo>
                  <a:cubicBezTo>
                    <a:pt x="222" y="0"/>
                    <a:pt x="221" y="0"/>
                    <a:pt x="219" y="0"/>
                  </a:cubicBezTo>
                  <a:cubicBezTo>
                    <a:pt x="219" y="0"/>
                    <a:pt x="121" y="38"/>
                    <a:pt x="115" y="40"/>
                  </a:cubicBezTo>
                  <a:cubicBezTo>
                    <a:pt x="115" y="40"/>
                    <a:pt x="115" y="40"/>
                    <a:pt x="115" y="40"/>
                  </a:cubicBezTo>
                  <a:cubicBezTo>
                    <a:pt x="114" y="38"/>
                    <a:pt x="113" y="35"/>
                    <a:pt x="111" y="31"/>
                  </a:cubicBezTo>
                  <a:cubicBezTo>
                    <a:pt x="110" y="29"/>
                    <a:pt x="108" y="26"/>
                    <a:pt x="106" y="24"/>
                  </a:cubicBezTo>
                  <a:cubicBezTo>
                    <a:pt x="103" y="22"/>
                    <a:pt x="99" y="21"/>
                    <a:pt x="96" y="21"/>
                  </a:cubicBezTo>
                  <a:cubicBezTo>
                    <a:pt x="93" y="21"/>
                    <a:pt x="91" y="21"/>
                    <a:pt x="88" y="22"/>
                  </a:cubicBezTo>
                  <a:cubicBezTo>
                    <a:pt x="70" y="29"/>
                    <a:pt x="18" y="49"/>
                    <a:pt x="18" y="49"/>
                  </a:cubicBezTo>
                  <a:cubicBezTo>
                    <a:pt x="13" y="50"/>
                    <a:pt x="9" y="52"/>
                    <a:pt x="6" y="56"/>
                  </a:cubicBezTo>
                  <a:cubicBezTo>
                    <a:pt x="2" y="60"/>
                    <a:pt x="0" y="66"/>
                    <a:pt x="1" y="72"/>
                  </a:cubicBezTo>
                  <a:cubicBezTo>
                    <a:pt x="1" y="73"/>
                    <a:pt x="1" y="75"/>
                    <a:pt x="1" y="77"/>
                  </a:cubicBezTo>
                  <a:cubicBezTo>
                    <a:pt x="30" y="285"/>
                    <a:pt x="30" y="285"/>
                    <a:pt x="30" y="285"/>
                  </a:cubicBezTo>
                  <a:cubicBezTo>
                    <a:pt x="30" y="285"/>
                    <a:pt x="31" y="292"/>
                    <a:pt x="36" y="296"/>
                  </a:cubicBezTo>
                  <a:cubicBezTo>
                    <a:pt x="41" y="299"/>
                    <a:pt x="44" y="300"/>
                    <a:pt x="49" y="300"/>
                  </a:cubicBezTo>
                  <a:cubicBezTo>
                    <a:pt x="51" y="300"/>
                    <a:pt x="54" y="300"/>
                    <a:pt x="57" y="299"/>
                  </a:cubicBezTo>
                  <a:cubicBezTo>
                    <a:pt x="175" y="253"/>
                    <a:pt x="175" y="253"/>
                    <a:pt x="175" y="253"/>
                  </a:cubicBezTo>
                  <a:cubicBezTo>
                    <a:pt x="218" y="286"/>
                    <a:pt x="218" y="286"/>
                    <a:pt x="218" y="286"/>
                  </a:cubicBezTo>
                  <a:cubicBezTo>
                    <a:pt x="219" y="287"/>
                    <a:pt x="221" y="288"/>
                    <a:pt x="223" y="288"/>
                  </a:cubicBezTo>
                  <a:cubicBezTo>
                    <a:pt x="224" y="288"/>
                    <a:pt x="225" y="288"/>
                    <a:pt x="226" y="287"/>
                  </a:cubicBezTo>
                  <a:cubicBezTo>
                    <a:pt x="229" y="286"/>
                    <a:pt x="231" y="283"/>
                    <a:pt x="231" y="280"/>
                  </a:cubicBezTo>
                  <a:cubicBezTo>
                    <a:pt x="231" y="262"/>
                    <a:pt x="231" y="262"/>
                    <a:pt x="231" y="262"/>
                  </a:cubicBezTo>
                  <a:cubicBezTo>
                    <a:pt x="286" y="262"/>
                    <a:pt x="286" y="262"/>
                    <a:pt x="286" y="262"/>
                  </a:cubicBezTo>
                  <a:cubicBezTo>
                    <a:pt x="290" y="262"/>
                    <a:pt x="294" y="259"/>
                    <a:pt x="294" y="254"/>
                  </a:cubicBezTo>
                  <a:cubicBezTo>
                    <a:pt x="294" y="204"/>
                    <a:pt x="294" y="204"/>
                    <a:pt x="294" y="204"/>
                  </a:cubicBezTo>
                  <a:cubicBezTo>
                    <a:pt x="294" y="199"/>
                    <a:pt x="290" y="196"/>
                    <a:pt x="286" y="196"/>
                  </a:cubicBezTo>
                  <a:cubicBezTo>
                    <a:pt x="271" y="196"/>
                    <a:pt x="271" y="196"/>
                    <a:pt x="271" y="196"/>
                  </a:cubicBezTo>
                  <a:cubicBezTo>
                    <a:pt x="276" y="175"/>
                    <a:pt x="276" y="175"/>
                    <a:pt x="276" y="175"/>
                  </a:cubicBezTo>
                  <a:cubicBezTo>
                    <a:pt x="305" y="175"/>
                    <a:pt x="305" y="175"/>
                    <a:pt x="305" y="175"/>
                  </a:cubicBezTo>
                  <a:cubicBezTo>
                    <a:pt x="305" y="192"/>
                    <a:pt x="305" y="192"/>
                    <a:pt x="305" y="192"/>
                  </a:cubicBezTo>
                  <a:cubicBezTo>
                    <a:pt x="305" y="195"/>
                    <a:pt x="307" y="198"/>
                    <a:pt x="310" y="199"/>
                  </a:cubicBezTo>
                  <a:cubicBezTo>
                    <a:pt x="311" y="200"/>
                    <a:pt x="312" y="200"/>
                    <a:pt x="313" y="200"/>
                  </a:cubicBezTo>
                  <a:cubicBezTo>
                    <a:pt x="315" y="200"/>
                    <a:pt x="317" y="199"/>
                    <a:pt x="318" y="198"/>
                  </a:cubicBezTo>
                  <a:cubicBezTo>
                    <a:pt x="349" y="174"/>
                    <a:pt x="349" y="174"/>
                    <a:pt x="349" y="174"/>
                  </a:cubicBezTo>
                  <a:cubicBezTo>
                    <a:pt x="365" y="285"/>
                    <a:pt x="365" y="285"/>
                    <a:pt x="365" y="285"/>
                  </a:cubicBezTo>
                  <a:cubicBezTo>
                    <a:pt x="365" y="285"/>
                    <a:pt x="366" y="292"/>
                    <a:pt x="371" y="296"/>
                  </a:cubicBezTo>
                  <a:cubicBezTo>
                    <a:pt x="376" y="299"/>
                    <a:pt x="379" y="300"/>
                    <a:pt x="383" y="300"/>
                  </a:cubicBezTo>
                  <a:cubicBezTo>
                    <a:pt x="386" y="300"/>
                    <a:pt x="389" y="300"/>
                    <a:pt x="391" y="299"/>
                  </a:cubicBezTo>
                  <a:cubicBezTo>
                    <a:pt x="536" y="243"/>
                    <a:pt x="536" y="243"/>
                    <a:pt x="536" y="243"/>
                  </a:cubicBezTo>
                  <a:cubicBezTo>
                    <a:pt x="540" y="242"/>
                    <a:pt x="542" y="237"/>
                    <a:pt x="540" y="233"/>
                  </a:cubicBezTo>
                  <a:cubicBezTo>
                    <a:pt x="539" y="229"/>
                    <a:pt x="534" y="227"/>
                    <a:pt x="530" y="228"/>
                  </a:cubicBezTo>
                  <a:cubicBezTo>
                    <a:pt x="386" y="284"/>
                    <a:pt x="386" y="284"/>
                    <a:pt x="386" y="284"/>
                  </a:cubicBezTo>
                  <a:cubicBezTo>
                    <a:pt x="385" y="284"/>
                    <a:pt x="384" y="284"/>
                    <a:pt x="383" y="284"/>
                  </a:cubicBezTo>
                  <a:cubicBezTo>
                    <a:pt x="382" y="284"/>
                    <a:pt x="381" y="283"/>
                    <a:pt x="381" y="282"/>
                  </a:cubicBezTo>
                  <a:cubicBezTo>
                    <a:pt x="382" y="281"/>
                    <a:pt x="414" y="123"/>
                    <a:pt x="414" y="123"/>
                  </a:cubicBezTo>
                  <a:cubicBezTo>
                    <a:pt x="414" y="123"/>
                    <a:pt x="417" y="119"/>
                    <a:pt x="419" y="119"/>
                  </a:cubicBezTo>
                  <a:cubicBezTo>
                    <a:pt x="419" y="119"/>
                    <a:pt x="458" y="104"/>
                    <a:pt x="498" y="89"/>
                  </a:cubicBezTo>
                  <a:cubicBezTo>
                    <a:pt x="546" y="72"/>
                    <a:pt x="617" y="45"/>
                    <a:pt x="624" y="42"/>
                  </a:cubicBezTo>
                  <a:cubicBezTo>
                    <a:pt x="624" y="42"/>
                    <a:pt x="588" y="203"/>
                    <a:pt x="588" y="203"/>
                  </a:cubicBezTo>
                  <a:cubicBezTo>
                    <a:pt x="587" y="205"/>
                    <a:pt x="586" y="207"/>
                    <a:pt x="586" y="207"/>
                  </a:cubicBezTo>
                  <a:cubicBezTo>
                    <a:pt x="585" y="208"/>
                    <a:pt x="585" y="208"/>
                    <a:pt x="583" y="209"/>
                  </a:cubicBezTo>
                  <a:cubicBezTo>
                    <a:pt x="561" y="217"/>
                    <a:pt x="561" y="217"/>
                    <a:pt x="561" y="217"/>
                  </a:cubicBezTo>
                  <a:cubicBezTo>
                    <a:pt x="557" y="219"/>
                    <a:pt x="554" y="223"/>
                    <a:pt x="556" y="228"/>
                  </a:cubicBezTo>
                  <a:cubicBezTo>
                    <a:pt x="558" y="232"/>
                    <a:pt x="562" y="234"/>
                    <a:pt x="566" y="232"/>
                  </a:cubicBezTo>
                  <a:cubicBezTo>
                    <a:pt x="566" y="232"/>
                    <a:pt x="566" y="232"/>
                    <a:pt x="566" y="232"/>
                  </a:cubicBezTo>
                  <a:cubicBezTo>
                    <a:pt x="588" y="224"/>
                    <a:pt x="588" y="224"/>
                    <a:pt x="588" y="224"/>
                  </a:cubicBezTo>
                  <a:cubicBezTo>
                    <a:pt x="592" y="223"/>
                    <a:pt x="596" y="220"/>
                    <a:pt x="598" y="217"/>
                  </a:cubicBezTo>
                  <a:cubicBezTo>
                    <a:pt x="601" y="214"/>
                    <a:pt x="602" y="211"/>
                    <a:pt x="603" y="208"/>
                  </a:cubicBezTo>
                  <a:cubicBezTo>
                    <a:pt x="639" y="46"/>
                    <a:pt x="639" y="46"/>
                    <a:pt x="639" y="46"/>
                  </a:cubicBezTo>
                  <a:cubicBezTo>
                    <a:pt x="640" y="45"/>
                    <a:pt x="640" y="44"/>
                    <a:pt x="640" y="43"/>
                  </a:cubicBezTo>
                  <a:cubicBezTo>
                    <a:pt x="640" y="34"/>
                    <a:pt x="633" y="26"/>
                    <a:pt x="624" y="26"/>
                  </a:cubicBezTo>
                  <a:close/>
                  <a:moveTo>
                    <a:pt x="17" y="75"/>
                  </a:moveTo>
                  <a:cubicBezTo>
                    <a:pt x="17" y="74"/>
                    <a:pt x="17" y="73"/>
                    <a:pt x="17" y="72"/>
                  </a:cubicBezTo>
                  <a:cubicBezTo>
                    <a:pt x="17" y="68"/>
                    <a:pt x="17" y="67"/>
                    <a:pt x="18" y="66"/>
                  </a:cubicBezTo>
                  <a:cubicBezTo>
                    <a:pt x="18" y="66"/>
                    <a:pt x="20" y="65"/>
                    <a:pt x="23" y="64"/>
                  </a:cubicBezTo>
                  <a:cubicBezTo>
                    <a:pt x="23" y="64"/>
                    <a:pt x="23" y="64"/>
                    <a:pt x="23" y="64"/>
                  </a:cubicBezTo>
                  <a:cubicBezTo>
                    <a:pt x="23" y="64"/>
                    <a:pt x="23" y="64"/>
                    <a:pt x="23" y="64"/>
                  </a:cubicBezTo>
                  <a:cubicBezTo>
                    <a:pt x="24" y="63"/>
                    <a:pt x="75" y="44"/>
                    <a:pt x="94" y="37"/>
                  </a:cubicBezTo>
                  <a:cubicBezTo>
                    <a:pt x="95" y="37"/>
                    <a:pt x="95" y="37"/>
                    <a:pt x="96" y="37"/>
                  </a:cubicBezTo>
                  <a:cubicBezTo>
                    <a:pt x="96" y="37"/>
                    <a:pt x="96" y="38"/>
                    <a:pt x="97" y="39"/>
                  </a:cubicBezTo>
                  <a:cubicBezTo>
                    <a:pt x="98" y="41"/>
                    <a:pt x="99" y="44"/>
                    <a:pt x="101" y="48"/>
                  </a:cubicBezTo>
                  <a:cubicBezTo>
                    <a:pt x="102" y="51"/>
                    <a:pt x="107" y="56"/>
                    <a:pt x="114" y="56"/>
                  </a:cubicBezTo>
                  <a:cubicBezTo>
                    <a:pt x="116" y="56"/>
                    <a:pt x="118" y="56"/>
                    <a:pt x="120" y="55"/>
                  </a:cubicBezTo>
                  <a:cubicBezTo>
                    <a:pt x="133" y="51"/>
                    <a:pt x="212" y="20"/>
                    <a:pt x="223" y="16"/>
                  </a:cubicBezTo>
                  <a:cubicBezTo>
                    <a:pt x="224" y="17"/>
                    <a:pt x="224" y="17"/>
                    <a:pt x="224" y="18"/>
                  </a:cubicBezTo>
                  <a:cubicBezTo>
                    <a:pt x="224" y="18"/>
                    <a:pt x="224" y="18"/>
                    <a:pt x="224" y="18"/>
                  </a:cubicBezTo>
                  <a:cubicBezTo>
                    <a:pt x="224" y="19"/>
                    <a:pt x="224" y="19"/>
                    <a:pt x="224" y="19"/>
                  </a:cubicBezTo>
                  <a:cubicBezTo>
                    <a:pt x="228" y="48"/>
                    <a:pt x="228" y="48"/>
                    <a:pt x="228" y="48"/>
                  </a:cubicBezTo>
                  <a:cubicBezTo>
                    <a:pt x="195" y="60"/>
                    <a:pt x="81" y="103"/>
                    <a:pt x="79" y="104"/>
                  </a:cubicBezTo>
                  <a:cubicBezTo>
                    <a:pt x="74" y="105"/>
                    <a:pt x="70" y="108"/>
                    <a:pt x="68" y="112"/>
                  </a:cubicBezTo>
                  <a:cubicBezTo>
                    <a:pt x="67" y="112"/>
                    <a:pt x="67" y="113"/>
                    <a:pt x="66" y="114"/>
                  </a:cubicBezTo>
                  <a:cubicBezTo>
                    <a:pt x="66" y="114"/>
                    <a:pt x="66" y="114"/>
                    <a:pt x="66" y="114"/>
                  </a:cubicBezTo>
                  <a:cubicBezTo>
                    <a:pt x="66" y="115"/>
                    <a:pt x="66" y="115"/>
                    <a:pt x="65" y="115"/>
                  </a:cubicBezTo>
                  <a:cubicBezTo>
                    <a:pt x="65" y="116"/>
                    <a:pt x="65" y="116"/>
                    <a:pt x="65" y="117"/>
                  </a:cubicBezTo>
                  <a:cubicBezTo>
                    <a:pt x="65" y="117"/>
                    <a:pt x="65" y="117"/>
                    <a:pt x="65" y="117"/>
                  </a:cubicBezTo>
                  <a:cubicBezTo>
                    <a:pt x="65" y="117"/>
                    <a:pt x="64" y="118"/>
                    <a:pt x="64" y="119"/>
                  </a:cubicBezTo>
                  <a:cubicBezTo>
                    <a:pt x="64" y="119"/>
                    <a:pt x="64" y="119"/>
                    <a:pt x="64" y="119"/>
                  </a:cubicBezTo>
                  <a:cubicBezTo>
                    <a:pt x="64" y="119"/>
                    <a:pt x="64" y="119"/>
                    <a:pt x="64" y="119"/>
                  </a:cubicBezTo>
                  <a:cubicBezTo>
                    <a:pt x="40" y="237"/>
                    <a:pt x="40" y="237"/>
                    <a:pt x="40" y="237"/>
                  </a:cubicBezTo>
                  <a:lnTo>
                    <a:pt x="17" y="75"/>
                  </a:lnTo>
                  <a:close/>
                  <a:moveTo>
                    <a:pt x="51" y="284"/>
                  </a:moveTo>
                  <a:cubicBezTo>
                    <a:pt x="50" y="284"/>
                    <a:pt x="49" y="284"/>
                    <a:pt x="49" y="284"/>
                  </a:cubicBezTo>
                  <a:cubicBezTo>
                    <a:pt x="47" y="284"/>
                    <a:pt x="46" y="283"/>
                    <a:pt x="47" y="282"/>
                  </a:cubicBezTo>
                  <a:cubicBezTo>
                    <a:pt x="47" y="281"/>
                    <a:pt x="80" y="123"/>
                    <a:pt x="80" y="123"/>
                  </a:cubicBezTo>
                  <a:cubicBezTo>
                    <a:pt x="80" y="123"/>
                    <a:pt x="83" y="119"/>
                    <a:pt x="84" y="119"/>
                  </a:cubicBezTo>
                  <a:cubicBezTo>
                    <a:pt x="84" y="119"/>
                    <a:pt x="124" y="104"/>
                    <a:pt x="164" y="89"/>
                  </a:cubicBezTo>
                  <a:cubicBezTo>
                    <a:pt x="211" y="72"/>
                    <a:pt x="282" y="45"/>
                    <a:pt x="289" y="42"/>
                  </a:cubicBezTo>
                  <a:cubicBezTo>
                    <a:pt x="289" y="42"/>
                    <a:pt x="282" y="73"/>
                    <a:pt x="274" y="108"/>
                  </a:cubicBezTo>
                  <a:cubicBezTo>
                    <a:pt x="250" y="108"/>
                    <a:pt x="250" y="108"/>
                    <a:pt x="250" y="108"/>
                  </a:cubicBezTo>
                  <a:cubicBezTo>
                    <a:pt x="246" y="108"/>
                    <a:pt x="242" y="111"/>
                    <a:pt x="242" y="116"/>
                  </a:cubicBezTo>
                  <a:cubicBezTo>
                    <a:pt x="242" y="167"/>
                    <a:pt x="242" y="167"/>
                    <a:pt x="242" y="167"/>
                  </a:cubicBezTo>
                  <a:cubicBezTo>
                    <a:pt x="242" y="171"/>
                    <a:pt x="246" y="175"/>
                    <a:pt x="250" y="175"/>
                  </a:cubicBezTo>
                  <a:cubicBezTo>
                    <a:pt x="259" y="175"/>
                    <a:pt x="259" y="175"/>
                    <a:pt x="259" y="175"/>
                  </a:cubicBezTo>
                  <a:cubicBezTo>
                    <a:pt x="257" y="183"/>
                    <a:pt x="256" y="191"/>
                    <a:pt x="255" y="196"/>
                  </a:cubicBezTo>
                  <a:cubicBezTo>
                    <a:pt x="231" y="196"/>
                    <a:pt x="231" y="196"/>
                    <a:pt x="231" y="196"/>
                  </a:cubicBezTo>
                  <a:cubicBezTo>
                    <a:pt x="231" y="178"/>
                    <a:pt x="231" y="178"/>
                    <a:pt x="231" y="178"/>
                  </a:cubicBezTo>
                  <a:cubicBezTo>
                    <a:pt x="231" y="175"/>
                    <a:pt x="229" y="172"/>
                    <a:pt x="226" y="171"/>
                  </a:cubicBezTo>
                  <a:cubicBezTo>
                    <a:pt x="223" y="170"/>
                    <a:pt x="220" y="170"/>
                    <a:pt x="218" y="172"/>
                  </a:cubicBezTo>
                  <a:cubicBezTo>
                    <a:pt x="152" y="223"/>
                    <a:pt x="152" y="223"/>
                    <a:pt x="152" y="223"/>
                  </a:cubicBezTo>
                  <a:cubicBezTo>
                    <a:pt x="151" y="224"/>
                    <a:pt x="149" y="227"/>
                    <a:pt x="149" y="229"/>
                  </a:cubicBezTo>
                  <a:cubicBezTo>
                    <a:pt x="149" y="231"/>
                    <a:pt x="151" y="234"/>
                    <a:pt x="152" y="235"/>
                  </a:cubicBezTo>
                  <a:cubicBezTo>
                    <a:pt x="161" y="242"/>
                    <a:pt x="161" y="242"/>
                    <a:pt x="161" y="242"/>
                  </a:cubicBezTo>
                  <a:lnTo>
                    <a:pt x="51" y="284"/>
                  </a:lnTo>
                  <a:close/>
                  <a:moveTo>
                    <a:pt x="278" y="212"/>
                  </a:moveTo>
                  <a:cubicBezTo>
                    <a:pt x="278" y="246"/>
                    <a:pt x="278" y="246"/>
                    <a:pt x="278" y="246"/>
                  </a:cubicBezTo>
                  <a:cubicBezTo>
                    <a:pt x="223" y="246"/>
                    <a:pt x="223" y="246"/>
                    <a:pt x="223" y="246"/>
                  </a:cubicBezTo>
                  <a:cubicBezTo>
                    <a:pt x="218" y="246"/>
                    <a:pt x="215" y="250"/>
                    <a:pt x="215" y="254"/>
                  </a:cubicBezTo>
                  <a:cubicBezTo>
                    <a:pt x="215" y="263"/>
                    <a:pt x="215" y="263"/>
                    <a:pt x="215" y="263"/>
                  </a:cubicBezTo>
                  <a:cubicBezTo>
                    <a:pt x="170" y="229"/>
                    <a:pt x="170" y="229"/>
                    <a:pt x="170" y="229"/>
                  </a:cubicBezTo>
                  <a:cubicBezTo>
                    <a:pt x="215" y="195"/>
                    <a:pt x="215" y="195"/>
                    <a:pt x="215" y="195"/>
                  </a:cubicBezTo>
                  <a:cubicBezTo>
                    <a:pt x="215" y="204"/>
                    <a:pt x="215" y="204"/>
                    <a:pt x="215" y="204"/>
                  </a:cubicBezTo>
                  <a:cubicBezTo>
                    <a:pt x="215" y="208"/>
                    <a:pt x="218" y="212"/>
                    <a:pt x="223" y="212"/>
                  </a:cubicBezTo>
                  <a:lnTo>
                    <a:pt x="278" y="212"/>
                  </a:lnTo>
                  <a:close/>
                  <a:moveTo>
                    <a:pt x="321" y="176"/>
                  </a:moveTo>
                  <a:cubicBezTo>
                    <a:pt x="321" y="167"/>
                    <a:pt x="321" y="167"/>
                    <a:pt x="321" y="167"/>
                  </a:cubicBezTo>
                  <a:cubicBezTo>
                    <a:pt x="321" y="162"/>
                    <a:pt x="318" y="159"/>
                    <a:pt x="313" y="159"/>
                  </a:cubicBezTo>
                  <a:cubicBezTo>
                    <a:pt x="258" y="159"/>
                    <a:pt x="258" y="159"/>
                    <a:pt x="258" y="159"/>
                  </a:cubicBezTo>
                  <a:cubicBezTo>
                    <a:pt x="258" y="124"/>
                    <a:pt x="258" y="124"/>
                    <a:pt x="258" y="124"/>
                  </a:cubicBezTo>
                  <a:cubicBezTo>
                    <a:pt x="313" y="124"/>
                    <a:pt x="313" y="124"/>
                    <a:pt x="313" y="124"/>
                  </a:cubicBezTo>
                  <a:cubicBezTo>
                    <a:pt x="318" y="124"/>
                    <a:pt x="321" y="120"/>
                    <a:pt x="321" y="116"/>
                  </a:cubicBezTo>
                  <a:cubicBezTo>
                    <a:pt x="321" y="107"/>
                    <a:pt x="321" y="107"/>
                    <a:pt x="321" y="107"/>
                  </a:cubicBezTo>
                  <a:cubicBezTo>
                    <a:pt x="365" y="141"/>
                    <a:pt x="365" y="141"/>
                    <a:pt x="365" y="141"/>
                  </a:cubicBezTo>
                  <a:lnTo>
                    <a:pt x="321" y="176"/>
                  </a:lnTo>
                  <a:close/>
                  <a:moveTo>
                    <a:pt x="414" y="104"/>
                  </a:moveTo>
                  <a:cubicBezTo>
                    <a:pt x="409" y="105"/>
                    <a:pt x="405" y="108"/>
                    <a:pt x="402" y="112"/>
                  </a:cubicBezTo>
                  <a:cubicBezTo>
                    <a:pt x="402" y="112"/>
                    <a:pt x="401" y="113"/>
                    <a:pt x="401" y="114"/>
                  </a:cubicBezTo>
                  <a:cubicBezTo>
                    <a:pt x="401" y="114"/>
                    <a:pt x="401" y="114"/>
                    <a:pt x="401" y="114"/>
                  </a:cubicBezTo>
                  <a:cubicBezTo>
                    <a:pt x="401" y="115"/>
                    <a:pt x="400" y="115"/>
                    <a:pt x="400" y="115"/>
                  </a:cubicBezTo>
                  <a:cubicBezTo>
                    <a:pt x="400" y="116"/>
                    <a:pt x="400" y="116"/>
                    <a:pt x="400" y="117"/>
                  </a:cubicBezTo>
                  <a:cubicBezTo>
                    <a:pt x="400" y="117"/>
                    <a:pt x="400" y="117"/>
                    <a:pt x="400" y="117"/>
                  </a:cubicBezTo>
                  <a:cubicBezTo>
                    <a:pt x="399" y="117"/>
                    <a:pt x="399" y="118"/>
                    <a:pt x="399" y="119"/>
                  </a:cubicBezTo>
                  <a:cubicBezTo>
                    <a:pt x="399" y="119"/>
                    <a:pt x="399" y="119"/>
                    <a:pt x="399" y="119"/>
                  </a:cubicBezTo>
                  <a:cubicBezTo>
                    <a:pt x="399" y="119"/>
                    <a:pt x="399" y="119"/>
                    <a:pt x="399" y="119"/>
                  </a:cubicBezTo>
                  <a:cubicBezTo>
                    <a:pt x="374" y="237"/>
                    <a:pt x="374" y="237"/>
                    <a:pt x="374" y="237"/>
                  </a:cubicBezTo>
                  <a:cubicBezTo>
                    <a:pt x="364" y="163"/>
                    <a:pt x="364" y="163"/>
                    <a:pt x="364" y="163"/>
                  </a:cubicBezTo>
                  <a:cubicBezTo>
                    <a:pt x="383" y="147"/>
                    <a:pt x="383" y="147"/>
                    <a:pt x="383" y="147"/>
                  </a:cubicBezTo>
                  <a:cubicBezTo>
                    <a:pt x="385" y="146"/>
                    <a:pt x="386" y="144"/>
                    <a:pt x="386" y="141"/>
                  </a:cubicBezTo>
                  <a:cubicBezTo>
                    <a:pt x="386" y="139"/>
                    <a:pt x="385" y="136"/>
                    <a:pt x="383" y="135"/>
                  </a:cubicBezTo>
                  <a:cubicBezTo>
                    <a:pt x="357" y="114"/>
                    <a:pt x="357" y="114"/>
                    <a:pt x="357" y="114"/>
                  </a:cubicBezTo>
                  <a:cubicBezTo>
                    <a:pt x="351" y="75"/>
                    <a:pt x="351" y="75"/>
                    <a:pt x="351" y="75"/>
                  </a:cubicBezTo>
                  <a:cubicBezTo>
                    <a:pt x="351" y="74"/>
                    <a:pt x="351" y="73"/>
                    <a:pt x="351" y="72"/>
                  </a:cubicBezTo>
                  <a:cubicBezTo>
                    <a:pt x="351" y="68"/>
                    <a:pt x="352" y="67"/>
                    <a:pt x="352" y="66"/>
                  </a:cubicBezTo>
                  <a:cubicBezTo>
                    <a:pt x="353" y="66"/>
                    <a:pt x="354" y="65"/>
                    <a:pt x="358" y="64"/>
                  </a:cubicBezTo>
                  <a:cubicBezTo>
                    <a:pt x="358" y="64"/>
                    <a:pt x="358" y="64"/>
                    <a:pt x="358" y="64"/>
                  </a:cubicBezTo>
                  <a:cubicBezTo>
                    <a:pt x="358" y="64"/>
                    <a:pt x="358" y="64"/>
                    <a:pt x="358" y="64"/>
                  </a:cubicBezTo>
                  <a:cubicBezTo>
                    <a:pt x="358" y="63"/>
                    <a:pt x="410" y="44"/>
                    <a:pt x="428" y="37"/>
                  </a:cubicBezTo>
                  <a:cubicBezTo>
                    <a:pt x="429" y="37"/>
                    <a:pt x="430" y="37"/>
                    <a:pt x="430" y="37"/>
                  </a:cubicBezTo>
                  <a:cubicBezTo>
                    <a:pt x="431" y="37"/>
                    <a:pt x="431" y="38"/>
                    <a:pt x="431" y="39"/>
                  </a:cubicBezTo>
                  <a:cubicBezTo>
                    <a:pt x="432" y="41"/>
                    <a:pt x="433" y="44"/>
                    <a:pt x="435" y="48"/>
                  </a:cubicBezTo>
                  <a:cubicBezTo>
                    <a:pt x="437" y="51"/>
                    <a:pt x="442" y="56"/>
                    <a:pt x="449" y="56"/>
                  </a:cubicBezTo>
                  <a:cubicBezTo>
                    <a:pt x="451" y="56"/>
                    <a:pt x="453" y="56"/>
                    <a:pt x="454" y="55"/>
                  </a:cubicBezTo>
                  <a:cubicBezTo>
                    <a:pt x="467" y="51"/>
                    <a:pt x="546" y="20"/>
                    <a:pt x="558" y="16"/>
                  </a:cubicBezTo>
                  <a:cubicBezTo>
                    <a:pt x="558" y="17"/>
                    <a:pt x="559" y="17"/>
                    <a:pt x="559" y="18"/>
                  </a:cubicBezTo>
                  <a:cubicBezTo>
                    <a:pt x="559" y="18"/>
                    <a:pt x="559" y="18"/>
                    <a:pt x="559" y="18"/>
                  </a:cubicBezTo>
                  <a:cubicBezTo>
                    <a:pt x="559" y="19"/>
                    <a:pt x="559" y="19"/>
                    <a:pt x="559" y="19"/>
                  </a:cubicBezTo>
                  <a:cubicBezTo>
                    <a:pt x="563" y="48"/>
                    <a:pt x="563" y="48"/>
                    <a:pt x="563" y="48"/>
                  </a:cubicBezTo>
                  <a:cubicBezTo>
                    <a:pt x="530" y="60"/>
                    <a:pt x="416" y="103"/>
                    <a:pt x="414" y="104"/>
                  </a:cubicBezTo>
                  <a:close/>
                </a:path>
              </a:pathLst>
            </a:custGeom>
            <a:blipFill dpi="0" rotWithShape="1">
              <a:blip r:embed="rId24"/>
              <a:srcRect/>
              <a:stretch>
                <a:fillRect/>
              </a:stretch>
            </a:blipFill>
            <a:ln w="9525">
              <a:noFill/>
              <a:round/>
              <a:headEnd/>
              <a:tailEnd/>
            </a:ln>
          </p:spPr>
          <p:txBody>
            <a:bodyPr/>
            <a:lstStyle/>
            <a:p>
              <a:endParaRPr lang="en-GB"/>
            </a:p>
          </p:txBody>
        </p:sp>
        <p:sp>
          <p:nvSpPr>
            <p:cNvPr id="31807" name="Freeform 3"/>
            <p:cNvSpPr>
              <a:spLocks noChangeAspect="1" noEditPoints="1"/>
            </p:cNvSpPr>
            <p:nvPr/>
          </p:nvSpPr>
          <p:spPr bwMode="auto">
            <a:xfrm>
              <a:off x="3671718" y="2582161"/>
              <a:ext cx="107152" cy="90205"/>
            </a:xfrm>
            <a:custGeom>
              <a:avLst/>
              <a:gdLst>
                <a:gd name="T0" fmla="*/ 2147483647 w 359"/>
                <a:gd name="T1" fmla="*/ 0 h 290"/>
                <a:gd name="T2" fmla="*/ 2147483647 w 359"/>
                <a:gd name="T3" fmla="*/ 2147483647 h 290"/>
                <a:gd name="T4" fmla="*/ 2147483647 w 359"/>
                <a:gd name="T5" fmla="*/ 2147483647 h 290"/>
                <a:gd name="T6" fmla="*/ 2147483647 w 359"/>
                <a:gd name="T7" fmla="*/ 2147483647 h 290"/>
                <a:gd name="T8" fmla="*/ 2147483647 w 359"/>
                <a:gd name="T9" fmla="*/ 2147483647 h 290"/>
                <a:gd name="T10" fmla="*/ 2147483647 w 359"/>
                <a:gd name="T11" fmla="*/ 2147483647 h 290"/>
                <a:gd name="T12" fmla="*/ 2147483647 w 359"/>
                <a:gd name="T13" fmla="*/ 2147483647 h 290"/>
                <a:gd name="T14" fmla="*/ 2147483647 w 359"/>
                <a:gd name="T15" fmla="*/ 2147483647 h 290"/>
                <a:gd name="T16" fmla="*/ 2147483647 w 359"/>
                <a:gd name="T17" fmla="*/ 2147483647 h 290"/>
                <a:gd name="T18" fmla="*/ 2147483647 w 359"/>
                <a:gd name="T19" fmla="*/ 2147483647 h 290"/>
                <a:gd name="T20" fmla="*/ 2147483647 w 359"/>
                <a:gd name="T21" fmla="*/ 2147483647 h 290"/>
                <a:gd name="T22" fmla="*/ 2147483647 w 359"/>
                <a:gd name="T23" fmla="*/ 2147483647 h 290"/>
                <a:gd name="T24" fmla="*/ 2147483647 w 359"/>
                <a:gd name="T25" fmla="*/ 2147483647 h 290"/>
                <a:gd name="T26" fmla="*/ 2147483647 w 359"/>
                <a:gd name="T27" fmla="*/ 2147483647 h 290"/>
                <a:gd name="T28" fmla="*/ 2147483647 w 359"/>
                <a:gd name="T29" fmla="*/ 2147483647 h 290"/>
                <a:gd name="T30" fmla="*/ 2147483647 w 359"/>
                <a:gd name="T31" fmla="*/ 2147483647 h 290"/>
                <a:gd name="T32" fmla="*/ 2147483647 w 359"/>
                <a:gd name="T33" fmla="*/ 2147483647 h 290"/>
                <a:gd name="T34" fmla="*/ 2147483647 w 359"/>
                <a:gd name="T35" fmla="*/ 2147483647 h 290"/>
                <a:gd name="T36" fmla="*/ 2147483647 w 359"/>
                <a:gd name="T37" fmla="*/ 2147483647 h 290"/>
                <a:gd name="T38" fmla="*/ 2147483647 w 359"/>
                <a:gd name="T39" fmla="*/ 2147483647 h 290"/>
                <a:gd name="T40" fmla="*/ 2147483647 w 359"/>
                <a:gd name="T41" fmla="*/ 2147483647 h 290"/>
                <a:gd name="T42" fmla="*/ 2147483647 w 359"/>
                <a:gd name="T43" fmla="*/ 2147483647 h 290"/>
                <a:gd name="T44" fmla="*/ 2147483647 w 359"/>
                <a:gd name="T45" fmla="*/ 2147483647 h 290"/>
                <a:gd name="T46" fmla="*/ 2147483647 w 359"/>
                <a:gd name="T47" fmla="*/ 2147483647 h 290"/>
                <a:gd name="T48" fmla="*/ 2147483647 w 359"/>
                <a:gd name="T49" fmla="*/ 2147483647 h 290"/>
                <a:gd name="T50" fmla="*/ 2147483647 w 359"/>
                <a:gd name="T51" fmla="*/ 2147483647 h 290"/>
                <a:gd name="T52" fmla="*/ 2147483647 w 359"/>
                <a:gd name="T53" fmla="*/ 2147483647 h 290"/>
                <a:gd name="T54" fmla="*/ 2147483647 w 359"/>
                <a:gd name="T55" fmla="*/ 2147483647 h 290"/>
                <a:gd name="T56" fmla="*/ 2147483647 w 359"/>
                <a:gd name="T57" fmla="*/ 2147483647 h 290"/>
                <a:gd name="T58" fmla="*/ 2147483647 w 359"/>
                <a:gd name="T59" fmla="*/ 2147483647 h 290"/>
                <a:gd name="T60" fmla="*/ 2147483647 w 359"/>
                <a:gd name="T61" fmla="*/ 2147483647 h 290"/>
                <a:gd name="T62" fmla="*/ 2147483647 w 359"/>
                <a:gd name="T63" fmla="*/ 2147483647 h 290"/>
                <a:gd name="T64" fmla="*/ 2147483647 w 359"/>
                <a:gd name="T65" fmla="*/ 2147483647 h 290"/>
                <a:gd name="T66" fmla="*/ 2147483647 w 359"/>
                <a:gd name="T67" fmla="*/ 2147483647 h 290"/>
                <a:gd name="T68" fmla="*/ 2147483647 w 359"/>
                <a:gd name="T69" fmla="*/ 2147483647 h 290"/>
                <a:gd name="T70" fmla="*/ 2147483647 w 359"/>
                <a:gd name="T71" fmla="*/ 2147483647 h 29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59"/>
                <a:gd name="T109" fmla="*/ 0 h 290"/>
                <a:gd name="T110" fmla="*/ 359 w 359"/>
                <a:gd name="T111" fmla="*/ 290 h 29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59" h="290">
                  <a:moveTo>
                    <a:pt x="337" y="0"/>
                  </a:moveTo>
                  <a:cubicBezTo>
                    <a:pt x="312" y="0"/>
                    <a:pt x="312" y="0"/>
                    <a:pt x="312" y="0"/>
                  </a:cubicBezTo>
                  <a:cubicBezTo>
                    <a:pt x="299" y="0"/>
                    <a:pt x="286" y="10"/>
                    <a:pt x="284" y="23"/>
                  </a:cubicBezTo>
                  <a:cubicBezTo>
                    <a:pt x="279" y="49"/>
                    <a:pt x="279" y="49"/>
                    <a:pt x="279" y="49"/>
                  </a:cubicBezTo>
                  <a:cubicBezTo>
                    <a:pt x="275" y="46"/>
                    <a:pt x="270" y="44"/>
                    <a:pt x="264" y="44"/>
                  </a:cubicBezTo>
                  <a:cubicBezTo>
                    <a:pt x="28" y="44"/>
                    <a:pt x="28" y="44"/>
                    <a:pt x="28" y="44"/>
                  </a:cubicBezTo>
                  <a:cubicBezTo>
                    <a:pt x="20" y="44"/>
                    <a:pt x="12" y="48"/>
                    <a:pt x="7" y="54"/>
                  </a:cubicBezTo>
                  <a:cubicBezTo>
                    <a:pt x="2" y="60"/>
                    <a:pt x="0" y="68"/>
                    <a:pt x="1" y="76"/>
                  </a:cubicBezTo>
                  <a:cubicBezTo>
                    <a:pt x="20" y="191"/>
                    <a:pt x="20" y="191"/>
                    <a:pt x="20" y="191"/>
                  </a:cubicBezTo>
                  <a:cubicBezTo>
                    <a:pt x="22" y="204"/>
                    <a:pt x="34" y="215"/>
                    <a:pt x="48" y="215"/>
                  </a:cubicBezTo>
                  <a:cubicBezTo>
                    <a:pt x="241" y="215"/>
                    <a:pt x="241" y="215"/>
                    <a:pt x="241" y="215"/>
                  </a:cubicBezTo>
                  <a:cubicBezTo>
                    <a:pt x="244" y="215"/>
                    <a:pt x="246" y="214"/>
                    <a:pt x="249" y="214"/>
                  </a:cubicBezTo>
                  <a:cubicBezTo>
                    <a:pt x="245" y="233"/>
                    <a:pt x="242" y="249"/>
                    <a:pt x="242" y="249"/>
                  </a:cubicBezTo>
                  <a:cubicBezTo>
                    <a:pt x="242" y="250"/>
                    <a:pt x="240" y="252"/>
                    <a:pt x="238" y="252"/>
                  </a:cubicBezTo>
                  <a:cubicBezTo>
                    <a:pt x="234" y="252"/>
                    <a:pt x="234" y="252"/>
                    <a:pt x="234" y="252"/>
                  </a:cubicBezTo>
                  <a:cubicBezTo>
                    <a:pt x="231" y="240"/>
                    <a:pt x="220" y="231"/>
                    <a:pt x="206" y="231"/>
                  </a:cubicBezTo>
                  <a:cubicBezTo>
                    <a:pt x="193" y="231"/>
                    <a:pt x="182" y="240"/>
                    <a:pt x="178" y="252"/>
                  </a:cubicBezTo>
                  <a:cubicBezTo>
                    <a:pt x="89" y="252"/>
                    <a:pt x="89" y="252"/>
                    <a:pt x="89" y="252"/>
                  </a:cubicBezTo>
                  <a:cubicBezTo>
                    <a:pt x="86" y="240"/>
                    <a:pt x="75" y="231"/>
                    <a:pt x="61" y="231"/>
                  </a:cubicBezTo>
                  <a:cubicBezTo>
                    <a:pt x="45" y="231"/>
                    <a:pt x="32" y="244"/>
                    <a:pt x="32" y="260"/>
                  </a:cubicBezTo>
                  <a:cubicBezTo>
                    <a:pt x="32" y="277"/>
                    <a:pt x="45" y="290"/>
                    <a:pt x="61" y="290"/>
                  </a:cubicBezTo>
                  <a:cubicBezTo>
                    <a:pt x="75" y="290"/>
                    <a:pt x="86" y="281"/>
                    <a:pt x="90" y="268"/>
                  </a:cubicBezTo>
                  <a:cubicBezTo>
                    <a:pt x="178" y="268"/>
                    <a:pt x="178" y="268"/>
                    <a:pt x="178" y="268"/>
                  </a:cubicBezTo>
                  <a:cubicBezTo>
                    <a:pt x="182" y="281"/>
                    <a:pt x="193" y="290"/>
                    <a:pt x="206" y="290"/>
                  </a:cubicBezTo>
                  <a:cubicBezTo>
                    <a:pt x="220" y="290"/>
                    <a:pt x="231" y="281"/>
                    <a:pt x="234" y="268"/>
                  </a:cubicBezTo>
                  <a:cubicBezTo>
                    <a:pt x="238" y="268"/>
                    <a:pt x="238" y="268"/>
                    <a:pt x="238" y="268"/>
                  </a:cubicBezTo>
                  <a:cubicBezTo>
                    <a:pt x="248" y="268"/>
                    <a:pt x="256" y="261"/>
                    <a:pt x="258" y="252"/>
                  </a:cubicBezTo>
                  <a:cubicBezTo>
                    <a:pt x="262" y="229"/>
                    <a:pt x="266" y="210"/>
                    <a:pt x="268" y="195"/>
                  </a:cubicBezTo>
                  <a:cubicBezTo>
                    <a:pt x="269" y="194"/>
                    <a:pt x="269" y="193"/>
                    <a:pt x="269" y="191"/>
                  </a:cubicBezTo>
                  <a:cubicBezTo>
                    <a:pt x="281" y="127"/>
                    <a:pt x="281" y="127"/>
                    <a:pt x="281" y="127"/>
                  </a:cubicBezTo>
                  <a:cubicBezTo>
                    <a:pt x="281" y="126"/>
                    <a:pt x="281" y="125"/>
                    <a:pt x="281" y="123"/>
                  </a:cubicBezTo>
                  <a:cubicBezTo>
                    <a:pt x="280" y="122"/>
                    <a:pt x="280" y="121"/>
                    <a:pt x="279" y="120"/>
                  </a:cubicBezTo>
                  <a:cubicBezTo>
                    <a:pt x="278" y="120"/>
                    <a:pt x="278" y="119"/>
                    <a:pt x="277" y="119"/>
                  </a:cubicBezTo>
                  <a:cubicBezTo>
                    <a:pt x="276" y="118"/>
                    <a:pt x="275" y="118"/>
                    <a:pt x="274" y="118"/>
                  </a:cubicBezTo>
                  <a:cubicBezTo>
                    <a:pt x="270" y="117"/>
                    <a:pt x="266" y="120"/>
                    <a:pt x="265" y="124"/>
                  </a:cubicBezTo>
                  <a:cubicBezTo>
                    <a:pt x="265" y="124"/>
                    <a:pt x="265" y="124"/>
                    <a:pt x="265" y="124"/>
                  </a:cubicBezTo>
                  <a:cubicBezTo>
                    <a:pt x="265" y="125"/>
                    <a:pt x="259" y="159"/>
                    <a:pt x="253" y="191"/>
                  </a:cubicBezTo>
                  <a:cubicBezTo>
                    <a:pt x="251" y="195"/>
                    <a:pt x="246" y="199"/>
                    <a:pt x="241" y="199"/>
                  </a:cubicBezTo>
                  <a:cubicBezTo>
                    <a:pt x="48" y="199"/>
                    <a:pt x="48" y="199"/>
                    <a:pt x="48" y="199"/>
                  </a:cubicBezTo>
                  <a:cubicBezTo>
                    <a:pt x="42" y="199"/>
                    <a:pt x="37" y="194"/>
                    <a:pt x="36" y="189"/>
                  </a:cubicBezTo>
                  <a:cubicBezTo>
                    <a:pt x="17" y="73"/>
                    <a:pt x="17" y="73"/>
                    <a:pt x="17" y="73"/>
                  </a:cubicBezTo>
                  <a:cubicBezTo>
                    <a:pt x="17" y="70"/>
                    <a:pt x="17" y="66"/>
                    <a:pt x="19" y="64"/>
                  </a:cubicBezTo>
                  <a:cubicBezTo>
                    <a:pt x="21" y="62"/>
                    <a:pt x="25" y="60"/>
                    <a:pt x="28" y="60"/>
                  </a:cubicBezTo>
                  <a:cubicBezTo>
                    <a:pt x="264" y="60"/>
                    <a:pt x="264" y="60"/>
                    <a:pt x="264" y="60"/>
                  </a:cubicBezTo>
                  <a:cubicBezTo>
                    <a:pt x="268" y="60"/>
                    <a:pt x="271" y="62"/>
                    <a:pt x="273" y="64"/>
                  </a:cubicBezTo>
                  <a:cubicBezTo>
                    <a:pt x="275" y="66"/>
                    <a:pt x="275" y="69"/>
                    <a:pt x="275" y="72"/>
                  </a:cubicBezTo>
                  <a:cubicBezTo>
                    <a:pt x="271" y="93"/>
                    <a:pt x="271" y="93"/>
                    <a:pt x="271" y="93"/>
                  </a:cubicBezTo>
                  <a:cubicBezTo>
                    <a:pt x="271" y="93"/>
                    <a:pt x="271" y="93"/>
                    <a:pt x="271" y="93"/>
                  </a:cubicBezTo>
                  <a:cubicBezTo>
                    <a:pt x="270" y="97"/>
                    <a:pt x="273" y="102"/>
                    <a:pt x="277" y="102"/>
                  </a:cubicBezTo>
                  <a:cubicBezTo>
                    <a:pt x="282" y="103"/>
                    <a:pt x="286" y="100"/>
                    <a:pt x="287" y="96"/>
                  </a:cubicBezTo>
                  <a:cubicBezTo>
                    <a:pt x="290" y="76"/>
                    <a:pt x="290" y="76"/>
                    <a:pt x="290" y="76"/>
                  </a:cubicBezTo>
                  <a:cubicBezTo>
                    <a:pt x="291" y="76"/>
                    <a:pt x="291" y="75"/>
                    <a:pt x="291" y="75"/>
                  </a:cubicBezTo>
                  <a:cubicBezTo>
                    <a:pt x="300" y="26"/>
                    <a:pt x="300" y="26"/>
                    <a:pt x="300" y="26"/>
                  </a:cubicBezTo>
                  <a:cubicBezTo>
                    <a:pt x="301" y="20"/>
                    <a:pt x="307" y="16"/>
                    <a:pt x="312" y="16"/>
                  </a:cubicBezTo>
                  <a:cubicBezTo>
                    <a:pt x="337" y="16"/>
                    <a:pt x="337" y="16"/>
                    <a:pt x="337" y="16"/>
                  </a:cubicBezTo>
                  <a:cubicBezTo>
                    <a:pt x="341" y="16"/>
                    <a:pt x="343" y="19"/>
                    <a:pt x="343" y="22"/>
                  </a:cubicBezTo>
                  <a:cubicBezTo>
                    <a:pt x="343" y="27"/>
                    <a:pt x="338" y="27"/>
                    <a:pt x="337" y="27"/>
                  </a:cubicBezTo>
                  <a:cubicBezTo>
                    <a:pt x="322" y="27"/>
                    <a:pt x="322" y="27"/>
                    <a:pt x="322" y="27"/>
                  </a:cubicBezTo>
                  <a:cubicBezTo>
                    <a:pt x="318" y="27"/>
                    <a:pt x="314" y="31"/>
                    <a:pt x="314" y="35"/>
                  </a:cubicBezTo>
                  <a:cubicBezTo>
                    <a:pt x="314" y="40"/>
                    <a:pt x="318" y="43"/>
                    <a:pt x="322" y="43"/>
                  </a:cubicBezTo>
                  <a:cubicBezTo>
                    <a:pt x="337" y="43"/>
                    <a:pt x="337" y="43"/>
                    <a:pt x="337" y="43"/>
                  </a:cubicBezTo>
                  <a:cubicBezTo>
                    <a:pt x="350" y="43"/>
                    <a:pt x="359" y="35"/>
                    <a:pt x="359" y="22"/>
                  </a:cubicBezTo>
                  <a:cubicBezTo>
                    <a:pt x="359" y="10"/>
                    <a:pt x="349" y="0"/>
                    <a:pt x="337" y="0"/>
                  </a:cubicBezTo>
                  <a:close/>
                  <a:moveTo>
                    <a:pt x="61" y="274"/>
                  </a:moveTo>
                  <a:cubicBezTo>
                    <a:pt x="54" y="274"/>
                    <a:pt x="48" y="268"/>
                    <a:pt x="48" y="260"/>
                  </a:cubicBezTo>
                  <a:cubicBezTo>
                    <a:pt x="48" y="253"/>
                    <a:pt x="54" y="247"/>
                    <a:pt x="61" y="247"/>
                  </a:cubicBezTo>
                  <a:cubicBezTo>
                    <a:pt x="69" y="247"/>
                    <a:pt x="75" y="253"/>
                    <a:pt x="75" y="260"/>
                  </a:cubicBezTo>
                  <a:cubicBezTo>
                    <a:pt x="75" y="268"/>
                    <a:pt x="69" y="274"/>
                    <a:pt x="61" y="274"/>
                  </a:cubicBezTo>
                  <a:close/>
                  <a:moveTo>
                    <a:pt x="206" y="274"/>
                  </a:moveTo>
                  <a:cubicBezTo>
                    <a:pt x="199" y="274"/>
                    <a:pt x="193" y="268"/>
                    <a:pt x="193" y="260"/>
                  </a:cubicBezTo>
                  <a:cubicBezTo>
                    <a:pt x="193" y="253"/>
                    <a:pt x="199" y="247"/>
                    <a:pt x="206" y="247"/>
                  </a:cubicBezTo>
                  <a:cubicBezTo>
                    <a:pt x="214" y="247"/>
                    <a:pt x="219" y="253"/>
                    <a:pt x="219" y="260"/>
                  </a:cubicBezTo>
                  <a:cubicBezTo>
                    <a:pt x="219" y="268"/>
                    <a:pt x="214" y="274"/>
                    <a:pt x="206" y="274"/>
                  </a:cubicBezTo>
                  <a:close/>
                </a:path>
              </a:pathLst>
            </a:custGeom>
            <a:blipFill dpi="0" rotWithShape="1">
              <a:blip r:embed="rId25"/>
              <a:srcRect/>
              <a:stretch>
                <a:fillRect/>
              </a:stretch>
            </a:blipFill>
            <a:ln w="9525">
              <a:noFill/>
              <a:round/>
              <a:headEnd/>
              <a:tailEnd/>
            </a:ln>
          </p:spPr>
          <p:txBody>
            <a:bodyPr/>
            <a:lstStyle/>
            <a:p>
              <a:endParaRPr lang="en-GB"/>
            </a:p>
          </p:txBody>
        </p:sp>
        <p:sp>
          <p:nvSpPr>
            <p:cNvPr id="31808" name="Freeform 3"/>
            <p:cNvSpPr>
              <a:spLocks noChangeAspect="1" noEditPoints="1"/>
            </p:cNvSpPr>
            <p:nvPr/>
          </p:nvSpPr>
          <p:spPr bwMode="auto">
            <a:xfrm>
              <a:off x="3663937" y="2377646"/>
              <a:ext cx="133845" cy="64563"/>
            </a:xfrm>
            <a:custGeom>
              <a:avLst/>
              <a:gdLst>
                <a:gd name="T0" fmla="*/ 2147483647 w 448"/>
                <a:gd name="T1" fmla="*/ 2147483647 h 208"/>
                <a:gd name="T2" fmla="*/ 2147483647 w 448"/>
                <a:gd name="T3" fmla="*/ 2147483647 h 208"/>
                <a:gd name="T4" fmla="*/ 2147483647 w 448"/>
                <a:gd name="T5" fmla="*/ 2147483647 h 208"/>
                <a:gd name="T6" fmla="*/ 2147483647 w 448"/>
                <a:gd name="T7" fmla="*/ 2147483647 h 208"/>
                <a:gd name="T8" fmla="*/ 2147483647 w 448"/>
                <a:gd name="T9" fmla="*/ 2147483647 h 208"/>
                <a:gd name="T10" fmla="*/ 2147483647 w 448"/>
                <a:gd name="T11" fmla="*/ 2147483647 h 208"/>
                <a:gd name="T12" fmla="*/ 2147483647 w 448"/>
                <a:gd name="T13" fmla="*/ 2147483647 h 208"/>
                <a:gd name="T14" fmla="*/ 2147483647 w 448"/>
                <a:gd name="T15" fmla="*/ 2147483647 h 208"/>
                <a:gd name="T16" fmla="*/ 2147483647 w 448"/>
                <a:gd name="T17" fmla="*/ 2147483647 h 208"/>
                <a:gd name="T18" fmla="*/ 2147483647 w 448"/>
                <a:gd name="T19" fmla="*/ 2147483647 h 208"/>
                <a:gd name="T20" fmla="*/ 2147483647 w 448"/>
                <a:gd name="T21" fmla="*/ 2147483647 h 208"/>
                <a:gd name="T22" fmla="*/ 2147483647 w 448"/>
                <a:gd name="T23" fmla="*/ 2147483647 h 208"/>
                <a:gd name="T24" fmla="*/ 2147483647 w 448"/>
                <a:gd name="T25" fmla="*/ 2147483647 h 208"/>
                <a:gd name="T26" fmla="*/ 2147483647 w 448"/>
                <a:gd name="T27" fmla="*/ 2147483647 h 208"/>
                <a:gd name="T28" fmla="*/ 2147483647 w 448"/>
                <a:gd name="T29" fmla="*/ 2147483647 h 208"/>
                <a:gd name="T30" fmla="*/ 2147483647 w 448"/>
                <a:gd name="T31" fmla="*/ 2147483647 h 208"/>
                <a:gd name="T32" fmla="*/ 2147483647 w 448"/>
                <a:gd name="T33" fmla="*/ 2147483647 h 208"/>
                <a:gd name="T34" fmla="*/ 2147483647 w 448"/>
                <a:gd name="T35" fmla="*/ 2147483647 h 208"/>
                <a:gd name="T36" fmla="*/ 2147483647 w 448"/>
                <a:gd name="T37" fmla="*/ 2147483647 h 208"/>
                <a:gd name="T38" fmla="*/ 2147483647 w 448"/>
                <a:gd name="T39" fmla="*/ 2147483647 h 208"/>
                <a:gd name="T40" fmla="*/ 2147483647 w 448"/>
                <a:gd name="T41" fmla="*/ 2147483647 h 208"/>
                <a:gd name="T42" fmla="*/ 2147483647 w 448"/>
                <a:gd name="T43" fmla="*/ 2147483647 h 208"/>
                <a:gd name="T44" fmla="*/ 2147483647 w 448"/>
                <a:gd name="T45" fmla="*/ 2147483647 h 208"/>
                <a:gd name="T46" fmla="*/ 2147483647 w 448"/>
                <a:gd name="T47" fmla="*/ 2147483647 h 208"/>
                <a:gd name="T48" fmla="*/ 2147483647 w 448"/>
                <a:gd name="T49" fmla="*/ 2147483647 h 208"/>
                <a:gd name="T50" fmla="*/ 2147483647 w 448"/>
                <a:gd name="T51" fmla="*/ 2147483647 h 208"/>
                <a:gd name="T52" fmla="*/ 2147483647 w 448"/>
                <a:gd name="T53" fmla="*/ 2147483647 h 208"/>
                <a:gd name="T54" fmla="*/ 2147483647 w 448"/>
                <a:gd name="T55" fmla="*/ 2147483647 h 208"/>
                <a:gd name="T56" fmla="*/ 2147483647 w 448"/>
                <a:gd name="T57" fmla="*/ 2147483647 h 208"/>
                <a:gd name="T58" fmla="*/ 2147483647 w 448"/>
                <a:gd name="T59" fmla="*/ 2147483647 h 208"/>
                <a:gd name="T60" fmla="*/ 2147483647 w 448"/>
                <a:gd name="T61" fmla="*/ 2147483647 h 208"/>
                <a:gd name="T62" fmla="*/ 2147483647 w 448"/>
                <a:gd name="T63" fmla="*/ 2147483647 h 208"/>
                <a:gd name="T64" fmla="*/ 2147483647 w 448"/>
                <a:gd name="T65" fmla="*/ 2147483647 h 20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48"/>
                <a:gd name="T100" fmla="*/ 0 h 208"/>
                <a:gd name="T101" fmla="*/ 448 w 448"/>
                <a:gd name="T102" fmla="*/ 208 h 20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48" h="208">
                  <a:moveTo>
                    <a:pt x="447" y="114"/>
                  </a:moveTo>
                  <a:cubicBezTo>
                    <a:pt x="446" y="110"/>
                    <a:pt x="442" y="107"/>
                    <a:pt x="438" y="108"/>
                  </a:cubicBezTo>
                  <a:cubicBezTo>
                    <a:pt x="433" y="109"/>
                    <a:pt x="431" y="114"/>
                    <a:pt x="432" y="118"/>
                  </a:cubicBezTo>
                  <a:cubicBezTo>
                    <a:pt x="432" y="120"/>
                    <a:pt x="432" y="122"/>
                    <a:pt x="432" y="125"/>
                  </a:cubicBezTo>
                  <a:cubicBezTo>
                    <a:pt x="432" y="142"/>
                    <a:pt x="428" y="154"/>
                    <a:pt x="423" y="161"/>
                  </a:cubicBezTo>
                  <a:cubicBezTo>
                    <a:pt x="420" y="164"/>
                    <a:pt x="418" y="167"/>
                    <a:pt x="417" y="169"/>
                  </a:cubicBezTo>
                  <a:cubicBezTo>
                    <a:pt x="416" y="169"/>
                    <a:pt x="416" y="169"/>
                    <a:pt x="416" y="169"/>
                  </a:cubicBezTo>
                  <a:cubicBezTo>
                    <a:pt x="408" y="169"/>
                    <a:pt x="408" y="169"/>
                    <a:pt x="408" y="169"/>
                  </a:cubicBezTo>
                  <a:cubicBezTo>
                    <a:pt x="408" y="167"/>
                    <a:pt x="408" y="165"/>
                    <a:pt x="408" y="163"/>
                  </a:cubicBezTo>
                  <a:cubicBezTo>
                    <a:pt x="408" y="139"/>
                    <a:pt x="388" y="119"/>
                    <a:pt x="363" y="119"/>
                  </a:cubicBezTo>
                  <a:cubicBezTo>
                    <a:pt x="339" y="119"/>
                    <a:pt x="319" y="139"/>
                    <a:pt x="319" y="163"/>
                  </a:cubicBezTo>
                  <a:cubicBezTo>
                    <a:pt x="319" y="165"/>
                    <a:pt x="319" y="167"/>
                    <a:pt x="319" y="169"/>
                  </a:cubicBezTo>
                  <a:cubicBezTo>
                    <a:pt x="141" y="169"/>
                    <a:pt x="141" y="169"/>
                    <a:pt x="141" y="169"/>
                  </a:cubicBezTo>
                  <a:cubicBezTo>
                    <a:pt x="141" y="167"/>
                    <a:pt x="141" y="165"/>
                    <a:pt x="141" y="163"/>
                  </a:cubicBezTo>
                  <a:cubicBezTo>
                    <a:pt x="141" y="139"/>
                    <a:pt x="121" y="119"/>
                    <a:pt x="96" y="119"/>
                  </a:cubicBezTo>
                  <a:cubicBezTo>
                    <a:pt x="72" y="119"/>
                    <a:pt x="52" y="139"/>
                    <a:pt x="52" y="163"/>
                  </a:cubicBezTo>
                  <a:cubicBezTo>
                    <a:pt x="52" y="165"/>
                    <a:pt x="52" y="167"/>
                    <a:pt x="52" y="169"/>
                  </a:cubicBezTo>
                  <a:cubicBezTo>
                    <a:pt x="29" y="169"/>
                    <a:pt x="29" y="169"/>
                    <a:pt x="29" y="169"/>
                  </a:cubicBezTo>
                  <a:cubicBezTo>
                    <a:pt x="23" y="169"/>
                    <a:pt x="22" y="167"/>
                    <a:pt x="19" y="163"/>
                  </a:cubicBezTo>
                  <a:cubicBezTo>
                    <a:pt x="17" y="159"/>
                    <a:pt x="16" y="152"/>
                    <a:pt x="16" y="147"/>
                  </a:cubicBezTo>
                  <a:cubicBezTo>
                    <a:pt x="16" y="136"/>
                    <a:pt x="21" y="126"/>
                    <a:pt x="31" y="118"/>
                  </a:cubicBezTo>
                  <a:cubicBezTo>
                    <a:pt x="44" y="105"/>
                    <a:pt x="67" y="96"/>
                    <a:pt x="86" y="90"/>
                  </a:cubicBezTo>
                  <a:cubicBezTo>
                    <a:pt x="95" y="87"/>
                    <a:pt x="103" y="85"/>
                    <a:pt x="110" y="84"/>
                  </a:cubicBezTo>
                  <a:cubicBezTo>
                    <a:pt x="114" y="83"/>
                    <a:pt x="117" y="82"/>
                    <a:pt x="119" y="82"/>
                  </a:cubicBezTo>
                  <a:cubicBezTo>
                    <a:pt x="384" y="82"/>
                    <a:pt x="384" y="82"/>
                    <a:pt x="384" y="82"/>
                  </a:cubicBezTo>
                  <a:cubicBezTo>
                    <a:pt x="385" y="82"/>
                    <a:pt x="386" y="82"/>
                    <a:pt x="387" y="83"/>
                  </a:cubicBezTo>
                  <a:cubicBezTo>
                    <a:pt x="392" y="84"/>
                    <a:pt x="406" y="89"/>
                    <a:pt x="417" y="97"/>
                  </a:cubicBezTo>
                  <a:cubicBezTo>
                    <a:pt x="420" y="100"/>
                    <a:pt x="425" y="99"/>
                    <a:pt x="428" y="95"/>
                  </a:cubicBezTo>
                  <a:cubicBezTo>
                    <a:pt x="431" y="92"/>
                    <a:pt x="430" y="87"/>
                    <a:pt x="426" y="84"/>
                  </a:cubicBezTo>
                  <a:cubicBezTo>
                    <a:pt x="412" y="74"/>
                    <a:pt x="397" y="69"/>
                    <a:pt x="390" y="67"/>
                  </a:cubicBezTo>
                  <a:cubicBezTo>
                    <a:pt x="381" y="55"/>
                    <a:pt x="333" y="0"/>
                    <a:pt x="248" y="0"/>
                  </a:cubicBezTo>
                  <a:cubicBezTo>
                    <a:pt x="165" y="0"/>
                    <a:pt x="123" y="53"/>
                    <a:pt x="113" y="67"/>
                  </a:cubicBezTo>
                  <a:cubicBezTo>
                    <a:pt x="105" y="68"/>
                    <a:pt x="83" y="73"/>
                    <a:pt x="60" y="82"/>
                  </a:cubicBezTo>
                  <a:cubicBezTo>
                    <a:pt x="46" y="88"/>
                    <a:pt x="31" y="96"/>
                    <a:pt x="20" y="106"/>
                  </a:cubicBezTo>
                  <a:cubicBezTo>
                    <a:pt x="8" y="116"/>
                    <a:pt x="0" y="130"/>
                    <a:pt x="0" y="147"/>
                  </a:cubicBezTo>
                  <a:cubicBezTo>
                    <a:pt x="0" y="153"/>
                    <a:pt x="1" y="162"/>
                    <a:pt x="5" y="170"/>
                  </a:cubicBezTo>
                  <a:cubicBezTo>
                    <a:pt x="8" y="178"/>
                    <a:pt x="17" y="185"/>
                    <a:pt x="29" y="185"/>
                  </a:cubicBezTo>
                  <a:cubicBezTo>
                    <a:pt x="57" y="185"/>
                    <a:pt x="57" y="185"/>
                    <a:pt x="57" y="185"/>
                  </a:cubicBezTo>
                  <a:cubicBezTo>
                    <a:pt x="65" y="199"/>
                    <a:pt x="80" y="208"/>
                    <a:pt x="96" y="208"/>
                  </a:cubicBezTo>
                  <a:cubicBezTo>
                    <a:pt x="113" y="208"/>
                    <a:pt x="128" y="199"/>
                    <a:pt x="135" y="185"/>
                  </a:cubicBezTo>
                  <a:cubicBezTo>
                    <a:pt x="324" y="185"/>
                    <a:pt x="324" y="185"/>
                    <a:pt x="324" y="185"/>
                  </a:cubicBezTo>
                  <a:cubicBezTo>
                    <a:pt x="332" y="199"/>
                    <a:pt x="347" y="208"/>
                    <a:pt x="363" y="208"/>
                  </a:cubicBezTo>
                  <a:cubicBezTo>
                    <a:pt x="380" y="208"/>
                    <a:pt x="395" y="199"/>
                    <a:pt x="402" y="185"/>
                  </a:cubicBezTo>
                  <a:cubicBezTo>
                    <a:pt x="402" y="185"/>
                    <a:pt x="402" y="185"/>
                    <a:pt x="402" y="185"/>
                  </a:cubicBezTo>
                  <a:cubicBezTo>
                    <a:pt x="419" y="185"/>
                    <a:pt x="419" y="185"/>
                    <a:pt x="419" y="185"/>
                  </a:cubicBezTo>
                  <a:cubicBezTo>
                    <a:pt x="420" y="185"/>
                    <a:pt x="422" y="185"/>
                    <a:pt x="423" y="184"/>
                  </a:cubicBezTo>
                  <a:cubicBezTo>
                    <a:pt x="424" y="183"/>
                    <a:pt x="448" y="166"/>
                    <a:pt x="448" y="125"/>
                  </a:cubicBezTo>
                  <a:cubicBezTo>
                    <a:pt x="448" y="121"/>
                    <a:pt x="448" y="117"/>
                    <a:pt x="447" y="114"/>
                  </a:cubicBezTo>
                  <a:close/>
                  <a:moveTo>
                    <a:pt x="256" y="16"/>
                  </a:moveTo>
                  <a:cubicBezTo>
                    <a:pt x="296" y="18"/>
                    <a:pt x="326" y="32"/>
                    <a:pt x="346" y="47"/>
                  </a:cubicBezTo>
                  <a:cubicBezTo>
                    <a:pt x="356" y="54"/>
                    <a:pt x="363" y="60"/>
                    <a:pt x="368" y="66"/>
                  </a:cubicBezTo>
                  <a:cubicBezTo>
                    <a:pt x="256" y="66"/>
                    <a:pt x="256" y="66"/>
                    <a:pt x="256" y="66"/>
                  </a:cubicBezTo>
                  <a:lnTo>
                    <a:pt x="256" y="16"/>
                  </a:lnTo>
                  <a:close/>
                  <a:moveTo>
                    <a:pt x="240" y="16"/>
                  </a:moveTo>
                  <a:cubicBezTo>
                    <a:pt x="240" y="66"/>
                    <a:pt x="240" y="66"/>
                    <a:pt x="240" y="66"/>
                  </a:cubicBezTo>
                  <a:cubicBezTo>
                    <a:pt x="134" y="66"/>
                    <a:pt x="134" y="66"/>
                    <a:pt x="134" y="66"/>
                  </a:cubicBezTo>
                  <a:cubicBezTo>
                    <a:pt x="149" y="49"/>
                    <a:pt x="183" y="18"/>
                    <a:pt x="240" y="16"/>
                  </a:cubicBezTo>
                  <a:close/>
                  <a:moveTo>
                    <a:pt x="96" y="192"/>
                  </a:moveTo>
                  <a:cubicBezTo>
                    <a:pt x="80" y="192"/>
                    <a:pt x="68" y="179"/>
                    <a:pt x="68" y="163"/>
                  </a:cubicBezTo>
                  <a:cubicBezTo>
                    <a:pt x="68" y="148"/>
                    <a:pt x="80" y="135"/>
                    <a:pt x="96" y="135"/>
                  </a:cubicBezTo>
                  <a:cubicBezTo>
                    <a:pt x="112" y="135"/>
                    <a:pt x="125" y="148"/>
                    <a:pt x="125" y="163"/>
                  </a:cubicBezTo>
                  <a:cubicBezTo>
                    <a:pt x="125" y="179"/>
                    <a:pt x="112" y="192"/>
                    <a:pt x="96" y="192"/>
                  </a:cubicBezTo>
                  <a:close/>
                  <a:moveTo>
                    <a:pt x="363" y="192"/>
                  </a:moveTo>
                  <a:cubicBezTo>
                    <a:pt x="348" y="192"/>
                    <a:pt x="335" y="179"/>
                    <a:pt x="335" y="163"/>
                  </a:cubicBezTo>
                  <a:cubicBezTo>
                    <a:pt x="335" y="148"/>
                    <a:pt x="348" y="135"/>
                    <a:pt x="363" y="135"/>
                  </a:cubicBezTo>
                  <a:cubicBezTo>
                    <a:pt x="379" y="135"/>
                    <a:pt x="392" y="148"/>
                    <a:pt x="392" y="163"/>
                  </a:cubicBezTo>
                  <a:cubicBezTo>
                    <a:pt x="392" y="179"/>
                    <a:pt x="379" y="192"/>
                    <a:pt x="363" y="192"/>
                  </a:cubicBezTo>
                  <a:close/>
                </a:path>
              </a:pathLst>
            </a:custGeom>
            <a:blipFill dpi="0" rotWithShape="1">
              <a:blip r:embed="rId26"/>
              <a:srcRect/>
              <a:stretch>
                <a:fillRect/>
              </a:stretch>
            </a:blipFill>
            <a:ln w="9525">
              <a:noFill/>
              <a:round/>
              <a:headEnd/>
              <a:tailEnd/>
            </a:ln>
          </p:spPr>
          <p:txBody>
            <a:bodyPr/>
            <a:lstStyle/>
            <a:p>
              <a:endParaRPr lang="en-GB"/>
            </a:p>
          </p:txBody>
        </p:sp>
        <p:sp>
          <p:nvSpPr>
            <p:cNvPr id="31809" name="Freeform 3"/>
            <p:cNvSpPr>
              <a:spLocks noChangeAspect="1" noEditPoints="1"/>
            </p:cNvSpPr>
            <p:nvPr/>
          </p:nvSpPr>
          <p:spPr bwMode="auto">
            <a:xfrm>
              <a:off x="4149383" y="2273398"/>
              <a:ext cx="149912" cy="84814"/>
            </a:xfrm>
            <a:custGeom>
              <a:avLst/>
              <a:gdLst>
                <a:gd name="T0" fmla="*/ 2147483647 w 502"/>
                <a:gd name="T1" fmla="*/ 2147483647 h 273"/>
                <a:gd name="T2" fmla="*/ 2147483647 w 502"/>
                <a:gd name="T3" fmla="*/ 2147483647 h 273"/>
                <a:gd name="T4" fmla="*/ 2147483647 w 502"/>
                <a:gd name="T5" fmla="*/ 2147483647 h 273"/>
                <a:gd name="T6" fmla="*/ 2147483647 w 502"/>
                <a:gd name="T7" fmla="*/ 2147483647 h 273"/>
                <a:gd name="T8" fmla="*/ 2147483647 w 502"/>
                <a:gd name="T9" fmla="*/ 2147483647 h 273"/>
                <a:gd name="T10" fmla="*/ 2147483647 w 502"/>
                <a:gd name="T11" fmla="*/ 2147483647 h 273"/>
                <a:gd name="T12" fmla="*/ 2147483647 w 502"/>
                <a:gd name="T13" fmla="*/ 2147483647 h 273"/>
                <a:gd name="T14" fmla="*/ 2147483647 w 502"/>
                <a:gd name="T15" fmla="*/ 2147483647 h 273"/>
                <a:gd name="T16" fmla="*/ 2147483647 w 502"/>
                <a:gd name="T17" fmla="*/ 2147483647 h 273"/>
                <a:gd name="T18" fmla="*/ 2147483647 w 502"/>
                <a:gd name="T19" fmla="*/ 2147483647 h 273"/>
                <a:gd name="T20" fmla="*/ 2147483647 w 502"/>
                <a:gd name="T21" fmla="*/ 2147483647 h 273"/>
                <a:gd name="T22" fmla="*/ 2147483647 w 502"/>
                <a:gd name="T23" fmla="*/ 0 h 273"/>
                <a:gd name="T24" fmla="*/ 2147483647 w 502"/>
                <a:gd name="T25" fmla="*/ 2147483647 h 273"/>
                <a:gd name="T26" fmla="*/ 2147483647 w 502"/>
                <a:gd name="T27" fmla="*/ 2147483647 h 273"/>
                <a:gd name="T28" fmla="*/ 0 w 502"/>
                <a:gd name="T29" fmla="*/ 2147483647 h 273"/>
                <a:gd name="T30" fmla="*/ 2147483647 w 502"/>
                <a:gd name="T31" fmla="*/ 2147483647 h 273"/>
                <a:gd name="T32" fmla="*/ 2147483647 w 502"/>
                <a:gd name="T33" fmla="*/ 2147483647 h 273"/>
                <a:gd name="T34" fmla="*/ 2147483647 w 502"/>
                <a:gd name="T35" fmla="*/ 2147483647 h 273"/>
                <a:gd name="T36" fmla="*/ 2147483647 w 502"/>
                <a:gd name="T37" fmla="*/ 2147483647 h 273"/>
                <a:gd name="T38" fmla="*/ 2147483647 w 502"/>
                <a:gd name="T39" fmla="*/ 2147483647 h 273"/>
                <a:gd name="T40" fmla="*/ 2147483647 w 502"/>
                <a:gd name="T41" fmla="*/ 2147483647 h 273"/>
                <a:gd name="T42" fmla="*/ 2147483647 w 502"/>
                <a:gd name="T43" fmla="*/ 2147483647 h 273"/>
                <a:gd name="T44" fmla="*/ 2147483647 w 502"/>
                <a:gd name="T45" fmla="*/ 2147483647 h 273"/>
                <a:gd name="T46" fmla="*/ 2147483647 w 502"/>
                <a:gd name="T47" fmla="*/ 2147483647 h 273"/>
                <a:gd name="T48" fmla="*/ 2147483647 w 502"/>
                <a:gd name="T49" fmla="*/ 2147483647 h 273"/>
                <a:gd name="T50" fmla="*/ 2147483647 w 502"/>
                <a:gd name="T51" fmla="*/ 2147483647 h 273"/>
                <a:gd name="T52" fmla="*/ 2147483647 w 502"/>
                <a:gd name="T53" fmla="*/ 2147483647 h 273"/>
                <a:gd name="T54" fmla="*/ 2147483647 w 502"/>
                <a:gd name="T55" fmla="*/ 2147483647 h 273"/>
                <a:gd name="T56" fmla="*/ 2147483647 w 502"/>
                <a:gd name="T57" fmla="*/ 2147483647 h 273"/>
                <a:gd name="T58" fmla="*/ 2147483647 w 502"/>
                <a:gd name="T59" fmla="*/ 2147483647 h 273"/>
                <a:gd name="T60" fmla="*/ 2147483647 w 502"/>
                <a:gd name="T61" fmla="*/ 2147483647 h 273"/>
                <a:gd name="T62" fmla="*/ 2147483647 w 502"/>
                <a:gd name="T63" fmla="*/ 2147483647 h 273"/>
                <a:gd name="T64" fmla="*/ 2147483647 w 502"/>
                <a:gd name="T65" fmla="*/ 2147483647 h 273"/>
                <a:gd name="T66" fmla="*/ 2147483647 w 502"/>
                <a:gd name="T67" fmla="*/ 2147483647 h 273"/>
                <a:gd name="T68" fmla="*/ 2147483647 w 502"/>
                <a:gd name="T69" fmla="*/ 2147483647 h 273"/>
                <a:gd name="T70" fmla="*/ 2147483647 w 502"/>
                <a:gd name="T71" fmla="*/ 2147483647 h 273"/>
                <a:gd name="T72" fmla="*/ 2147483647 w 502"/>
                <a:gd name="T73" fmla="*/ 2147483647 h 273"/>
                <a:gd name="T74" fmla="*/ 2147483647 w 502"/>
                <a:gd name="T75" fmla="*/ 2147483647 h 273"/>
                <a:gd name="T76" fmla="*/ 2147483647 w 502"/>
                <a:gd name="T77" fmla="*/ 2147483647 h 273"/>
                <a:gd name="T78" fmla="*/ 2147483647 w 502"/>
                <a:gd name="T79" fmla="*/ 2147483647 h 273"/>
                <a:gd name="T80" fmla="*/ 2147483647 w 502"/>
                <a:gd name="T81" fmla="*/ 2147483647 h 273"/>
                <a:gd name="T82" fmla="*/ 2147483647 w 502"/>
                <a:gd name="T83" fmla="*/ 2147483647 h 273"/>
                <a:gd name="T84" fmla="*/ 2147483647 w 502"/>
                <a:gd name="T85" fmla="*/ 2147483647 h 27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502"/>
                <a:gd name="T130" fmla="*/ 0 h 273"/>
                <a:gd name="T131" fmla="*/ 502 w 502"/>
                <a:gd name="T132" fmla="*/ 273 h 27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502" h="273">
                  <a:moveTo>
                    <a:pt x="500" y="150"/>
                  </a:moveTo>
                  <a:cubicBezTo>
                    <a:pt x="498" y="148"/>
                    <a:pt x="496" y="147"/>
                    <a:pt x="494" y="147"/>
                  </a:cubicBezTo>
                  <a:cubicBezTo>
                    <a:pt x="480" y="147"/>
                    <a:pt x="480" y="147"/>
                    <a:pt x="480" y="147"/>
                  </a:cubicBezTo>
                  <a:cubicBezTo>
                    <a:pt x="480" y="91"/>
                    <a:pt x="480" y="91"/>
                    <a:pt x="480" y="91"/>
                  </a:cubicBezTo>
                  <a:cubicBezTo>
                    <a:pt x="480" y="87"/>
                    <a:pt x="477" y="83"/>
                    <a:pt x="472" y="83"/>
                  </a:cubicBezTo>
                  <a:cubicBezTo>
                    <a:pt x="468" y="83"/>
                    <a:pt x="464" y="87"/>
                    <a:pt x="464" y="91"/>
                  </a:cubicBezTo>
                  <a:cubicBezTo>
                    <a:pt x="464" y="147"/>
                    <a:pt x="464" y="147"/>
                    <a:pt x="464" y="147"/>
                  </a:cubicBezTo>
                  <a:cubicBezTo>
                    <a:pt x="352" y="147"/>
                    <a:pt x="352" y="147"/>
                    <a:pt x="352" y="147"/>
                  </a:cubicBezTo>
                  <a:cubicBezTo>
                    <a:pt x="352" y="88"/>
                    <a:pt x="352" y="88"/>
                    <a:pt x="352" y="88"/>
                  </a:cubicBezTo>
                  <a:cubicBezTo>
                    <a:pt x="418" y="88"/>
                    <a:pt x="418" y="88"/>
                    <a:pt x="418" y="88"/>
                  </a:cubicBezTo>
                  <a:cubicBezTo>
                    <a:pt x="420" y="88"/>
                    <a:pt x="422" y="87"/>
                    <a:pt x="423" y="86"/>
                  </a:cubicBezTo>
                  <a:cubicBezTo>
                    <a:pt x="425" y="84"/>
                    <a:pt x="426" y="82"/>
                    <a:pt x="426" y="80"/>
                  </a:cubicBezTo>
                  <a:cubicBezTo>
                    <a:pt x="426" y="39"/>
                    <a:pt x="426" y="39"/>
                    <a:pt x="426" y="39"/>
                  </a:cubicBezTo>
                  <a:cubicBezTo>
                    <a:pt x="464" y="39"/>
                    <a:pt x="464" y="39"/>
                    <a:pt x="464" y="39"/>
                  </a:cubicBezTo>
                  <a:cubicBezTo>
                    <a:pt x="464" y="60"/>
                    <a:pt x="464" y="60"/>
                    <a:pt x="464" y="60"/>
                  </a:cubicBezTo>
                  <a:cubicBezTo>
                    <a:pt x="464" y="64"/>
                    <a:pt x="468" y="68"/>
                    <a:pt x="472" y="68"/>
                  </a:cubicBezTo>
                  <a:cubicBezTo>
                    <a:pt x="477" y="68"/>
                    <a:pt x="480" y="64"/>
                    <a:pt x="480" y="60"/>
                  </a:cubicBezTo>
                  <a:cubicBezTo>
                    <a:pt x="480" y="39"/>
                    <a:pt x="480" y="39"/>
                    <a:pt x="480" y="39"/>
                  </a:cubicBezTo>
                  <a:cubicBezTo>
                    <a:pt x="480" y="39"/>
                    <a:pt x="480" y="39"/>
                    <a:pt x="480" y="39"/>
                  </a:cubicBezTo>
                  <a:cubicBezTo>
                    <a:pt x="480" y="37"/>
                    <a:pt x="480" y="37"/>
                    <a:pt x="480" y="37"/>
                  </a:cubicBezTo>
                  <a:cubicBezTo>
                    <a:pt x="480" y="37"/>
                    <a:pt x="480" y="37"/>
                    <a:pt x="480" y="37"/>
                  </a:cubicBezTo>
                  <a:cubicBezTo>
                    <a:pt x="480" y="36"/>
                    <a:pt x="480" y="36"/>
                    <a:pt x="480" y="36"/>
                  </a:cubicBezTo>
                  <a:cubicBezTo>
                    <a:pt x="480" y="35"/>
                    <a:pt x="480" y="33"/>
                    <a:pt x="479" y="32"/>
                  </a:cubicBezTo>
                  <a:cubicBezTo>
                    <a:pt x="477" y="27"/>
                    <a:pt x="472" y="23"/>
                    <a:pt x="466" y="23"/>
                  </a:cubicBezTo>
                  <a:cubicBezTo>
                    <a:pt x="424" y="23"/>
                    <a:pt x="424" y="23"/>
                    <a:pt x="424" y="23"/>
                  </a:cubicBezTo>
                  <a:cubicBezTo>
                    <a:pt x="416" y="23"/>
                    <a:pt x="410" y="29"/>
                    <a:pt x="410" y="37"/>
                  </a:cubicBezTo>
                  <a:cubicBezTo>
                    <a:pt x="410" y="72"/>
                    <a:pt x="410" y="72"/>
                    <a:pt x="410" y="72"/>
                  </a:cubicBezTo>
                  <a:cubicBezTo>
                    <a:pt x="352" y="72"/>
                    <a:pt x="352" y="72"/>
                    <a:pt x="352" y="72"/>
                  </a:cubicBezTo>
                  <a:cubicBezTo>
                    <a:pt x="343" y="72"/>
                    <a:pt x="336" y="79"/>
                    <a:pt x="336" y="88"/>
                  </a:cubicBezTo>
                  <a:cubicBezTo>
                    <a:pt x="336" y="147"/>
                    <a:pt x="336" y="147"/>
                    <a:pt x="336" y="147"/>
                  </a:cubicBezTo>
                  <a:cubicBezTo>
                    <a:pt x="296" y="147"/>
                    <a:pt x="296" y="147"/>
                    <a:pt x="296" y="147"/>
                  </a:cubicBezTo>
                  <a:cubicBezTo>
                    <a:pt x="296" y="65"/>
                    <a:pt x="296" y="65"/>
                    <a:pt x="296" y="65"/>
                  </a:cubicBezTo>
                  <a:cubicBezTo>
                    <a:pt x="296" y="56"/>
                    <a:pt x="289" y="49"/>
                    <a:pt x="280" y="49"/>
                  </a:cubicBezTo>
                  <a:cubicBezTo>
                    <a:pt x="247" y="49"/>
                    <a:pt x="247" y="49"/>
                    <a:pt x="247" y="49"/>
                  </a:cubicBezTo>
                  <a:cubicBezTo>
                    <a:pt x="247" y="16"/>
                    <a:pt x="247" y="16"/>
                    <a:pt x="247" y="16"/>
                  </a:cubicBezTo>
                  <a:cubicBezTo>
                    <a:pt x="247" y="7"/>
                    <a:pt x="240" y="0"/>
                    <a:pt x="231" y="0"/>
                  </a:cubicBezTo>
                  <a:cubicBezTo>
                    <a:pt x="100" y="0"/>
                    <a:pt x="100" y="0"/>
                    <a:pt x="100" y="0"/>
                  </a:cubicBezTo>
                  <a:cubicBezTo>
                    <a:pt x="91" y="0"/>
                    <a:pt x="84" y="7"/>
                    <a:pt x="84" y="16"/>
                  </a:cubicBezTo>
                  <a:cubicBezTo>
                    <a:pt x="84" y="49"/>
                    <a:pt x="84" y="49"/>
                    <a:pt x="84" y="49"/>
                  </a:cubicBezTo>
                  <a:cubicBezTo>
                    <a:pt x="51" y="49"/>
                    <a:pt x="51" y="49"/>
                    <a:pt x="51" y="49"/>
                  </a:cubicBezTo>
                  <a:cubicBezTo>
                    <a:pt x="42" y="49"/>
                    <a:pt x="35" y="56"/>
                    <a:pt x="35" y="65"/>
                  </a:cubicBezTo>
                  <a:cubicBezTo>
                    <a:pt x="35" y="147"/>
                    <a:pt x="35" y="147"/>
                    <a:pt x="35" y="147"/>
                  </a:cubicBezTo>
                  <a:cubicBezTo>
                    <a:pt x="8" y="147"/>
                    <a:pt x="8" y="147"/>
                    <a:pt x="8" y="147"/>
                  </a:cubicBezTo>
                  <a:cubicBezTo>
                    <a:pt x="6" y="147"/>
                    <a:pt x="4" y="148"/>
                    <a:pt x="3" y="150"/>
                  </a:cubicBezTo>
                  <a:cubicBezTo>
                    <a:pt x="1" y="151"/>
                    <a:pt x="0" y="153"/>
                    <a:pt x="0" y="156"/>
                  </a:cubicBezTo>
                  <a:cubicBezTo>
                    <a:pt x="0" y="190"/>
                    <a:pt x="13" y="220"/>
                    <a:pt x="30" y="240"/>
                  </a:cubicBezTo>
                  <a:cubicBezTo>
                    <a:pt x="47" y="261"/>
                    <a:pt x="67" y="273"/>
                    <a:pt x="84" y="273"/>
                  </a:cubicBezTo>
                  <a:cubicBezTo>
                    <a:pt x="424" y="273"/>
                    <a:pt x="424" y="273"/>
                    <a:pt x="424" y="273"/>
                  </a:cubicBezTo>
                  <a:cubicBezTo>
                    <a:pt x="432" y="273"/>
                    <a:pt x="440" y="270"/>
                    <a:pt x="448" y="264"/>
                  </a:cubicBezTo>
                  <a:cubicBezTo>
                    <a:pt x="456" y="258"/>
                    <a:pt x="465" y="250"/>
                    <a:pt x="473" y="239"/>
                  </a:cubicBezTo>
                  <a:cubicBezTo>
                    <a:pt x="489" y="219"/>
                    <a:pt x="502" y="190"/>
                    <a:pt x="502" y="156"/>
                  </a:cubicBezTo>
                  <a:cubicBezTo>
                    <a:pt x="502" y="153"/>
                    <a:pt x="501" y="151"/>
                    <a:pt x="500" y="150"/>
                  </a:cubicBezTo>
                  <a:close/>
                  <a:moveTo>
                    <a:pt x="247" y="65"/>
                  </a:moveTo>
                  <a:cubicBezTo>
                    <a:pt x="280" y="65"/>
                    <a:pt x="280" y="65"/>
                    <a:pt x="280" y="65"/>
                  </a:cubicBezTo>
                  <a:cubicBezTo>
                    <a:pt x="280" y="98"/>
                    <a:pt x="280" y="98"/>
                    <a:pt x="280" y="98"/>
                  </a:cubicBezTo>
                  <a:cubicBezTo>
                    <a:pt x="247" y="98"/>
                    <a:pt x="247" y="98"/>
                    <a:pt x="247" y="98"/>
                  </a:cubicBezTo>
                  <a:cubicBezTo>
                    <a:pt x="247" y="82"/>
                    <a:pt x="247" y="82"/>
                    <a:pt x="247" y="82"/>
                  </a:cubicBezTo>
                  <a:lnTo>
                    <a:pt x="247" y="65"/>
                  </a:lnTo>
                  <a:close/>
                  <a:moveTo>
                    <a:pt x="247" y="114"/>
                  </a:moveTo>
                  <a:cubicBezTo>
                    <a:pt x="280" y="114"/>
                    <a:pt x="280" y="114"/>
                    <a:pt x="280" y="114"/>
                  </a:cubicBezTo>
                  <a:cubicBezTo>
                    <a:pt x="280" y="147"/>
                    <a:pt x="280" y="147"/>
                    <a:pt x="280" y="147"/>
                  </a:cubicBezTo>
                  <a:cubicBezTo>
                    <a:pt x="247" y="147"/>
                    <a:pt x="247" y="147"/>
                    <a:pt x="247" y="147"/>
                  </a:cubicBezTo>
                  <a:cubicBezTo>
                    <a:pt x="247" y="131"/>
                    <a:pt x="247" y="131"/>
                    <a:pt x="247" y="131"/>
                  </a:cubicBezTo>
                  <a:lnTo>
                    <a:pt x="247" y="114"/>
                  </a:lnTo>
                  <a:close/>
                  <a:moveTo>
                    <a:pt x="198" y="16"/>
                  </a:moveTo>
                  <a:cubicBezTo>
                    <a:pt x="231" y="16"/>
                    <a:pt x="231" y="16"/>
                    <a:pt x="231" y="16"/>
                  </a:cubicBezTo>
                  <a:cubicBezTo>
                    <a:pt x="231" y="49"/>
                    <a:pt x="231" y="49"/>
                    <a:pt x="231" y="49"/>
                  </a:cubicBezTo>
                  <a:cubicBezTo>
                    <a:pt x="198" y="49"/>
                    <a:pt x="198" y="49"/>
                    <a:pt x="198" y="49"/>
                  </a:cubicBezTo>
                  <a:lnTo>
                    <a:pt x="198" y="16"/>
                  </a:lnTo>
                  <a:close/>
                  <a:moveTo>
                    <a:pt x="198" y="65"/>
                  </a:moveTo>
                  <a:cubicBezTo>
                    <a:pt x="231" y="65"/>
                    <a:pt x="231" y="65"/>
                    <a:pt x="231" y="65"/>
                  </a:cubicBezTo>
                  <a:cubicBezTo>
                    <a:pt x="231" y="98"/>
                    <a:pt x="231" y="98"/>
                    <a:pt x="231" y="98"/>
                  </a:cubicBezTo>
                  <a:cubicBezTo>
                    <a:pt x="198" y="98"/>
                    <a:pt x="198" y="98"/>
                    <a:pt x="198" y="98"/>
                  </a:cubicBezTo>
                  <a:lnTo>
                    <a:pt x="198" y="65"/>
                  </a:lnTo>
                  <a:close/>
                  <a:moveTo>
                    <a:pt x="198" y="114"/>
                  </a:moveTo>
                  <a:cubicBezTo>
                    <a:pt x="231" y="114"/>
                    <a:pt x="231" y="114"/>
                    <a:pt x="231" y="114"/>
                  </a:cubicBezTo>
                  <a:cubicBezTo>
                    <a:pt x="231" y="147"/>
                    <a:pt x="231" y="147"/>
                    <a:pt x="231" y="147"/>
                  </a:cubicBezTo>
                  <a:cubicBezTo>
                    <a:pt x="198" y="147"/>
                    <a:pt x="198" y="147"/>
                    <a:pt x="198" y="147"/>
                  </a:cubicBezTo>
                  <a:lnTo>
                    <a:pt x="198" y="114"/>
                  </a:lnTo>
                  <a:close/>
                  <a:moveTo>
                    <a:pt x="149" y="16"/>
                  </a:moveTo>
                  <a:cubicBezTo>
                    <a:pt x="182" y="16"/>
                    <a:pt x="182" y="16"/>
                    <a:pt x="182" y="16"/>
                  </a:cubicBezTo>
                  <a:cubicBezTo>
                    <a:pt x="182" y="49"/>
                    <a:pt x="182" y="49"/>
                    <a:pt x="182" y="49"/>
                  </a:cubicBezTo>
                  <a:cubicBezTo>
                    <a:pt x="149" y="49"/>
                    <a:pt x="149" y="49"/>
                    <a:pt x="149" y="49"/>
                  </a:cubicBezTo>
                  <a:lnTo>
                    <a:pt x="149" y="16"/>
                  </a:lnTo>
                  <a:close/>
                  <a:moveTo>
                    <a:pt x="149" y="65"/>
                  </a:moveTo>
                  <a:cubicBezTo>
                    <a:pt x="182" y="65"/>
                    <a:pt x="182" y="65"/>
                    <a:pt x="182" y="65"/>
                  </a:cubicBezTo>
                  <a:cubicBezTo>
                    <a:pt x="182" y="98"/>
                    <a:pt x="182" y="98"/>
                    <a:pt x="182" y="98"/>
                  </a:cubicBezTo>
                  <a:cubicBezTo>
                    <a:pt x="149" y="98"/>
                    <a:pt x="149" y="98"/>
                    <a:pt x="149" y="98"/>
                  </a:cubicBezTo>
                  <a:lnTo>
                    <a:pt x="149" y="65"/>
                  </a:lnTo>
                  <a:close/>
                  <a:moveTo>
                    <a:pt x="149" y="114"/>
                  </a:moveTo>
                  <a:cubicBezTo>
                    <a:pt x="182" y="114"/>
                    <a:pt x="182" y="114"/>
                    <a:pt x="182" y="114"/>
                  </a:cubicBezTo>
                  <a:cubicBezTo>
                    <a:pt x="182" y="147"/>
                    <a:pt x="182" y="147"/>
                    <a:pt x="182" y="147"/>
                  </a:cubicBezTo>
                  <a:cubicBezTo>
                    <a:pt x="149" y="147"/>
                    <a:pt x="149" y="147"/>
                    <a:pt x="149" y="147"/>
                  </a:cubicBezTo>
                  <a:lnTo>
                    <a:pt x="149" y="114"/>
                  </a:lnTo>
                  <a:close/>
                  <a:moveTo>
                    <a:pt x="133" y="16"/>
                  </a:moveTo>
                  <a:cubicBezTo>
                    <a:pt x="133" y="49"/>
                    <a:pt x="133" y="49"/>
                    <a:pt x="133" y="49"/>
                  </a:cubicBezTo>
                  <a:cubicBezTo>
                    <a:pt x="100" y="49"/>
                    <a:pt x="100" y="49"/>
                    <a:pt x="100" y="49"/>
                  </a:cubicBezTo>
                  <a:cubicBezTo>
                    <a:pt x="100" y="16"/>
                    <a:pt x="100" y="16"/>
                    <a:pt x="100" y="16"/>
                  </a:cubicBezTo>
                  <a:lnTo>
                    <a:pt x="133" y="16"/>
                  </a:lnTo>
                  <a:close/>
                  <a:moveTo>
                    <a:pt x="133" y="65"/>
                  </a:moveTo>
                  <a:cubicBezTo>
                    <a:pt x="133" y="98"/>
                    <a:pt x="133" y="98"/>
                    <a:pt x="133" y="98"/>
                  </a:cubicBezTo>
                  <a:cubicBezTo>
                    <a:pt x="100" y="98"/>
                    <a:pt x="100" y="98"/>
                    <a:pt x="100" y="98"/>
                  </a:cubicBezTo>
                  <a:cubicBezTo>
                    <a:pt x="100" y="79"/>
                    <a:pt x="100" y="79"/>
                    <a:pt x="100" y="79"/>
                  </a:cubicBezTo>
                  <a:cubicBezTo>
                    <a:pt x="100" y="65"/>
                    <a:pt x="100" y="65"/>
                    <a:pt x="100" y="65"/>
                  </a:cubicBezTo>
                  <a:lnTo>
                    <a:pt x="133" y="65"/>
                  </a:lnTo>
                  <a:close/>
                  <a:moveTo>
                    <a:pt x="133" y="114"/>
                  </a:moveTo>
                  <a:cubicBezTo>
                    <a:pt x="133" y="147"/>
                    <a:pt x="133" y="147"/>
                    <a:pt x="133" y="147"/>
                  </a:cubicBezTo>
                  <a:cubicBezTo>
                    <a:pt x="100" y="147"/>
                    <a:pt x="100" y="147"/>
                    <a:pt x="100" y="147"/>
                  </a:cubicBezTo>
                  <a:cubicBezTo>
                    <a:pt x="100" y="114"/>
                    <a:pt x="100" y="114"/>
                    <a:pt x="100" y="114"/>
                  </a:cubicBezTo>
                  <a:lnTo>
                    <a:pt x="133" y="114"/>
                  </a:lnTo>
                  <a:close/>
                  <a:moveTo>
                    <a:pt x="84" y="65"/>
                  </a:moveTo>
                  <a:cubicBezTo>
                    <a:pt x="84" y="98"/>
                    <a:pt x="84" y="98"/>
                    <a:pt x="84" y="98"/>
                  </a:cubicBezTo>
                  <a:cubicBezTo>
                    <a:pt x="51" y="98"/>
                    <a:pt x="51" y="98"/>
                    <a:pt x="51" y="98"/>
                  </a:cubicBezTo>
                  <a:cubicBezTo>
                    <a:pt x="51" y="65"/>
                    <a:pt x="51" y="65"/>
                    <a:pt x="51" y="65"/>
                  </a:cubicBezTo>
                  <a:lnTo>
                    <a:pt x="84" y="65"/>
                  </a:lnTo>
                  <a:close/>
                  <a:moveTo>
                    <a:pt x="84" y="114"/>
                  </a:moveTo>
                  <a:cubicBezTo>
                    <a:pt x="84" y="147"/>
                    <a:pt x="84" y="147"/>
                    <a:pt x="84" y="147"/>
                  </a:cubicBezTo>
                  <a:cubicBezTo>
                    <a:pt x="51" y="147"/>
                    <a:pt x="51" y="147"/>
                    <a:pt x="51" y="147"/>
                  </a:cubicBezTo>
                  <a:cubicBezTo>
                    <a:pt x="51" y="114"/>
                    <a:pt x="51" y="114"/>
                    <a:pt x="51" y="114"/>
                  </a:cubicBezTo>
                  <a:lnTo>
                    <a:pt x="84" y="114"/>
                  </a:lnTo>
                  <a:close/>
                  <a:moveTo>
                    <a:pt x="439" y="251"/>
                  </a:moveTo>
                  <a:cubicBezTo>
                    <a:pt x="432" y="255"/>
                    <a:pt x="426" y="258"/>
                    <a:pt x="424" y="257"/>
                  </a:cubicBezTo>
                  <a:cubicBezTo>
                    <a:pt x="84" y="257"/>
                    <a:pt x="84" y="257"/>
                    <a:pt x="84" y="257"/>
                  </a:cubicBezTo>
                  <a:cubicBezTo>
                    <a:pt x="75" y="258"/>
                    <a:pt x="57" y="248"/>
                    <a:pt x="43" y="230"/>
                  </a:cubicBezTo>
                  <a:cubicBezTo>
                    <a:pt x="29" y="214"/>
                    <a:pt x="18" y="191"/>
                    <a:pt x="16" y="164"/>
                  </a:cubicBezTo>
                  <a:cubicBezTo>
                    <a:pt x="198" y="164"/>
                    <a:pt x="198" y="164"/>
                    <a:pt x="198" y="164"/>
                  </a:cubicBezTo>
                  <a:cubicBezTo>
                    <a:pt x="198" y="164"/>
                    <a:pt x="198" y="164"/>
                    <a:pt x="198" y="164"/>
                  </a:cubicBezTo>
                  <a:cubicBezTo>
                    <a:pt x="206" y="164"/>
                    <a:pt x="206" y="164"/>
                    <a:pt x="206" y="164"/>
                  </a:cubicBezTo>
                  <a:cubicBezTo>
                    <a:pt x="486" y="164"/>
                    <a:pt x="486" y="164"/>
                    <a:pt x="486" y="164"/>
                  </a:cubicBezTo>
                  <a:cubicBezTo>
                    <a:pt x="483" y="204"/>
                    <a:pt x="458" y="237"/>
                    <a:pt x="439" y="251"/>
                  </a:cubicBezTo>
                  <a:close/>
                </a:path>
              </a:pathLst>
            </a:custGeom>
            <a:blipFill dpi="0" rotWithShape="1">
              <a:blip r:embed="rId27"/>
              <a:srcRect/>
              <a:stretch>
                <a:fillRect/>
              </a:stretch>
            </a:blipFill>
            <a:ln w="9525">
              <a:noFill/>
              <a:round/>
              <a:headEnd/>
              <a:tailEnd/>
            </a:ln>
          </p:spPr>
          <p:txBody>
            <a:bodyPr/>
            <a:lstStyle/>
            <a:p>
              <a:endParaRPr lang="en-GB"/>
            </a:p>
          </p:txBody>
        </p:sp>
        <p:sp>
          <p:nvSpPr>
            <p:cNvPr id="31810" name="Freeform 3"/>
            <p:cNvSpPr>
              <a:spLocks noChangeAspect="1" noEditPoints="1"/>
            </p:cNvSpPr>
            <p:nvPr/>
          </p:nvSpPr>
          <p:spPr bwMode="auto">
            <a:xfrm>
              <a:off x="3247110" y="1947863"/>
              <a:ext cx="143460" cy="88890"/>
            </a:xfrm>
            <a:custGeom>
              <a:avLst/>
              <a:gdLst>
                <a:gd name="T0" fmla="*/ 2147483647 w 480"/>
                <a:gd name="T1" fmla="*/ 2147483647 h 286"/>
                <a:gd name="T2" fmla="*/ 2147483647 w 480"/>
                <a:gd name="T3" fmla="*/ 2147483647 h 286"/>
                <a:gd name="T4" fmla="*/ 2147483647 w 480"/>
                <a:gd name="T5" fmla="*/ 2147483647 h 286"/>
                <a:gd name="T6" fmla="*/ 2147483647 w 480"/>
                <a:gd name="T7" fmla="*/ 2147483647 h 286"/>
                <a:gd name="T8" fmla="*/ 2147483647 w 480"/>
                <a:gd name="T9" fmla="*/ 2147483647 h 286"/>
                <a:gd name="T10" fmla="*/ 2147483647 w 480"/>
                <a:gd name="T11" fmla="*/ 2147483647 h 286"/>
                <a:gd name="T12" fmla="*/ 2147483647 w 480"/>
                <a:gd name="T13" fmla="*/ 2147483647 h 286"/>
                <a:gd name="T14" fmla="*/ 2147483647 w 480"/>
                <a:gd name="T15" fmla="*/ 2147483647 h 286"/>
                <a:gd name="T16" fmla="*/ 2147483647 w 480"/>
                <a:gd name="T17" fmla="*/ 2147483647 h 286"/>
                <a:gd name="T18" fmla="*/ 2147483647 w 480"/>
                <a:gd name="T19" fmla="*/ 2147483647 h 286"/>
                <a:gd name="T20" fmla="*/ 2147483647 w 480"/>
                <a:gd name="T21" fmla="*/ 2147483647 h 286"/>
                <a:gd name="T22" fmla="*/ 2147483647 w 480"/>
                <a:gd name="T23" fmla="*/ 2147483647 h 286"/>
                <a:gd name="T24" fmla="*/ 2147483647 w 480"/>
                <a:gd name="T25" fmla="*/ 2147483647 h 286"/>
                <a:gd name="T26" fmla="*/ 2147483647 w 480"/>
                <a:gd name="T27" fmla="*/ 2147483647 h 286"/>
                <a:gd name="T28" fmla="*/ 2147483647 w 480"/>
                <a:gd name="T29" fmla="*/ 2147483647 h 286"/>
                <a:gd name="T30" fmla="*/ 2147483647 w 480"/>
                <a:gd name="T31" fmla="*/ 2147483647 h 286"/>
                <a:gd name="T32" fmla="*/ 2147483647 w 480"/>
                <a:gd name="T33" fmla="*/ 2147483647 h 286"/>
                <a:gd name="T34" fmla="*/ 0 w 480"/>
                <a:gd name="T35" fmla="*/ 2147483647 h 286"/>
                <a:gd name="T36" fmla="*/ 2147483647 w 480"/>
                <a:gd name="T37" fmla="*/ 2147483647 h 286"/>
                <a:gd name="T38" fmla="*/ 2147483647 w 480"/>
                <a:gd name="T39" fmla="*/ 2147483647 h 286"/>
                <a:gd name="T40" fmla="*/ 2147483647 w 480"/>
                <a:gd name="T41" fmla="*/ 2147483647 h 286"/>
                <a:gd name="T42" fmla="*/ 2147483647 w 480"/>
                <a:gd name="T43" fmla="*/ 2147483647 h 286"/>
                <a:gd name="T44" fmla="*/ 2147483647 w 480"/>
                <a:gd name="T45" fmla="*/ 2147483647 h 286"/>
                <a:gd name="T46" fmla="*/ 2147483647 w 480"/>
                <a:gd name="T47" fmla="*/ 2147483647 h 286"/>
                <a:gd name="T48" fmla="*/ 2147483647 w 480"/>
                <a:gd name="T49" fmla="*/ 2147483647 h 286"/>
                <a:gd name="T50" fmla="*/ 2147483647 w 480"/>
                <a:gd name="T51" fmla="*/ 2147483647 h 286"/>
                <a:gd name="T52" fmla="*/ 2147483647 w 480"/>
                <a:gd name="T53" fmla="*/ 2147483647 h 286"/>
                <a:gd name="T54" fmla="*/ 2147483647 w 480"/>
                <a:gd name="T55" fmla="*/ 2147483647 h 286"/>
                <a:gd name="T56" fmla="*/ 2147483647 w 480"/>
                <a:gd name="T57" fmla="*/ 2147483647 h 286"/>
                <a:gd name="T58" fmla="*/ 2147483647 w 480"/>
                <a:gd name="T59" fmla="*/ 2147483647 h 286"/>
                <a:gd name="T60" fmla="*/ 2147483647 w 480"/>
                <a:gd name="T61" fmla="*/ 2147483647 h 286"/>
                <a:gd name="T62" fmla="*/ 2147483647 w 480"/>
                <a:gd name="T63" fmla="*/ 2147483647 h 286"/>
                <a:gd name="T64" fmla="*/ 2147483647 w 480"/>
                <a:gd name="T65" fmla="*/ 2147483647 h 286"/>
                <a:gd name="T66" fmla="*/ 2147483647 w 480"/>
                <a:gd name="T67" fmla="*/ 2147483647 h 286"/>
                <a:gd name="T68" fmla="*/ 2147483647 w 480"/>
                <a:gd name="T69" fmla="*/ 2147483647 h 286"/>
                <a:gd name="T70" fmla="*/ 2147483647 w 480"/>
                <a:gd name="T71" fmla="*/ 2147483647 h 286"/>
                <a:gd name="T72" fmla="*/ 2147483647 w 480"/>
                <a:gd name="T73" fmla="*/ 2147483647 h 286"/>
                <a:gd name="T74" fmla="*/ 2147483647 w 480"/>
                <a:gd name="T75" fmla="*/ 2147483647 h 286"/>
                <a:gd name="T76" fmla="*/ 2147483647 w 480"/>
                <a:gd name="T77" fmla="*/ 2147483647 h 286"/>
                <a:gd name="T78" fmla="*/ 2147483647 w 480"/>
                <a:gd name="T79" fmla="*/ 2147483647 h 286"/>
                <a:gd name="T80" fmla="*/ 2147483647 w 480"/>
                <a:gd name="T81" fmla="*/ 2147483647 h 286"/>
                <a:gd name="T82" fmla="*/ 2147483647 w 480"/>
                <a:gd name="T83" fmla="*/ 2147483647 h 286"/>
                <a:gd name="T84" fmla="*/ 2147483647 w 480"/>
                <a:gd name="T85" fmla="*/ 2147483647 h 286"/>
                <a:gd name="T86" fmla="*/ 2147483647 w 480"/>
                <a:gd name="T87" fmla="*/ 2147483647 h 286"/>
                <a:gd name="T88" fmla="*/ 2147483647 w 480"/>
                <a:gd name="T89" fmla="*/ 2147483647 h 286"/>
                <a:gd name="T90" fmla="*/ 2147483647 w 480"/>
                <a:gd name="T91" fmla="*/ 2147483647 h 286"/>
                <a:gd name="T92" fmla="*/ 2147483647 w 480"/>
                <a:gd name="T93" fmla="*/ 2147483647 h 286"/>
                <a:gd name="T94" fmla="*/ 2147483647 w 480"/>
                <a:gd name="T95" fmla="*/ 2147483647 h 286"/>
                <a:gd name="T96" fmla="*/ 2147483647 w 480"/>
                <a:gd name="T97" fmla="*/ 2147483647 h 286"/>
                <a:gd name="T98" fmla="*/ 2147483647 w 480"/>
                <a:gd name="T99" fmla="*/ 2147483647 h 286"/>
                <a:gd name="T100" fmla="*/ 2147483647 w 480"/>
                <a:gd name="T101" fmla="*/ 2147483647 h 2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480"/>
                <a:gd name="T154" fmla="*/ 0 h 286"/>
                <a:gd name="T155" fmla="*/ 480 w 480"/>
                <a:gd name="T156" fmla="*/ 286 h 2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480" h="286">
                  <a:moveTo>
                    <a:pt x="396" y="179"/>
                  </a:moveTo>
                  <a:cubicBezTo>
                    <a:pt x="393" y="179"/>
                    <a:pt x="390" y="181"/>
                    <a:pt x="390" y="185"/>
                  </a:cubicBezTo>
                  <a:cubicBezTo>
                    <a:pt x="390" y="214"/>
                    <a:pt x="390" y="214"/>
                    <a:pt x="390" y="214"/>
                  </a:cubicBezTo>
                  <a:cubicBezTo>
                    <a:pt x="390" y="217"/>
                    <a:pt x="393" y="220"/>
                    <a:pt x="396" y="220"/>
                  </a:cubicBezTo>
                  <a:cubicBezTo>
                    <a:pt x="425" y="220"/>
                    <a:pt x="425" y="220"/>
                    <a:pt x="425" y="220"/>
                  </a:cubicBezTo>
                  <a:cubicBezTo>
                    <a:pt x="429" y="220"/>
                    <a:pt x="431" y="217"/>
                    <a:pt x="431" y="214"/>
                  </a:cubicBezTo>
                  <a:cubicBezTo>
                    <a:pt x="431" y="185"/>
                    <a:pt x="431" y="185"/>
                    <a:pt x="431" y="185"/>
                  </a:cubicBezTo>
                  <a:cubicBezTo>
                    <a:pt x="431" y="181"/>
                    <a:pt x="429" y="179"/>
                    <a:pt x="425" y="179"/>
                  </a:cubicBezTo>
                  <a:lnTo>
                    <a:pt x="396" y="179"/>
                  </a:lnTo>
                  <a:close/>
                  <a:moveTo>
                    <a:pt x="339" y="179"/>
                  </a:moveTo>
                  <a:cubicBezTo>
                    <a:pt x="336" y="179"/>
                    <a:pt x="333" y="181"/>
                    <a:pt x="333" y="185"/>
                  </a:cubicBezTo>
                  <a:cubicBezTo>
                    <a:pt x="333" y="214"/>
                    <a:pt x="333" y="214"/>
                    <a:pt x="333" y="214"/>
                  </a:cubicBezTo>
                  <a:cubicBezTo>
                    <a:pt x="333" y="217"/>
                    <a:pt x="336" y="220"/>
                    <a:pt x="339" y="220"/>
                  </a:cubicBezTo>
                  <a:cubicBezTo>
                    <a:pt x="369" y="220"/>
                    <a:pt x="369" y="220"/>
                    <a:pt x="369" y="220"/>
                  </a:cubicBezTo>
                  <a:cubicBezTo>
                    <a:pt x="372" y="220"/>
                    <a:pt x="374" y="217"/>
                    <a:pt x="374" y="214"/>
                  </a:cubicBezTo>
                  <a:cubicBezTo>
                    <a:pt x="374" y="185"/>
                    <a:pt x="374" y="185"/>
                    <a:pt x="374" y="185"/>
                  </a:cubicBezTo>
                  <a:cubicBezTo>
                    <a:pt x="374" y="181"/>
                    <a:pt x="372" y="179"/>
                    <a:pt x="369" y="179"/>
                  </a:cubicBezTo>
                  <a:lnTo>
                    <a:pt x="339" y="179"/>
                  </a:lnTo>
                  <a:close/>
                  <a:moveTo>
                    <a:pt x="472" y="152"/>
                  </a:moveTo>
                  <a:cubicBezTo>
                    <a:pt x="477" y="152"/>
                    <a:pt x="480" y="148"/>
                    <a:pt x="480" y="144"/>
                  </a:cubicBezTo>
                  <a:cubicBezTo>
                    <a:pt x="480" y="95"/>
                    <a:pt x="480" y="95"/>
                    <a:pt x="480" y="95"/>
                  </a:cubicBezTo>
                  <a:cubicBezTo>
                    <a:pt x="480" y="84"/>
                    <a:pt x="472" y="80"/>
                    <a:pt x="471" y="79"/>
                  </a:cubicBezTo>
                  <a:cubicBezTo>
                    <a:pt x="329" y="2"/>
                    <a:pt x="329" y="2"/>
                    <a:pt x="329" y="2"/>
                  </a:cubicBezTo>
                  <a:cubicBezTo>
                    <a:pt x="328" y="2"/>
                    <a:pt x="327" y="1"/>
                    <a:pt x="325" y="1"/>
                  </a:cubicBezTo>
                  <a:cubicBezTo>
                    <a:pt x="324" y="1"/>
                    <a:pt x="319" y="1"/>
                    <a:pt x="315" y="5"/>
                  </a:cubicBezTo>
                  <a:cubicBezTo>
                    <a:pt x="313" y="7"/>
                    <a:pt x="311" y="10"/>
                    <a:pt x="311" y="14"/>
                  </a:cubicBezTo>
                  <a:cubicBezTo>
                    <a:pt x="311" y="74"/>
                    <a:pt x="311" y="74"/>
                    <a:pt x="311" y="74"/>
                  </a:cubicBezTo>
                  <a:cubicBezTo>
                    <a:pt x="173" y="2"/>
                    <a:pt x="173" y="2"/>
                    <a:pt x="173" y="2"/>
                  </a:cubicBezTo>
                  <a:cubicBezTo>
                    <a:pt x="172" y="2"/>
                    <a:pt x="171" y="2"/>
                    <a:pt x="171" y="2"/>
                  </a:cubicBezTo>
                  <a:cubicBezTo>
                    <a:pt x="169" y="1"/>
                    <a:pt x="164" y="0"/>
                    <a:pt x="159" y="4"/>
                  </a:cubicBezTo>
                  <a:cubicBezTo>
                    <a:pt x="157" y="6"/>
                    <a:pt x="155" y="10"/>
                    <a:pt x="155" y="14"/>
                  </a:cubicBezTo>
                  <a:cubicBezTo>
                    <a:pt x="155" y="74"/>
                    <a:pt x="155" y="74"/>
                    <a:pt x="155" y="74"/>
                  </a:cubicBezTo>
                  <a:cubicBezTo>
                    <a:pt x="18" y="2"/>
                    <a:pt x="18" y="2"/>
                    <a:pt x="18" y="2"/>
                  </a:cubicBezTo>
                  <a:cubicBezTo>
                    <a:pt x="17" y="2"/>
                    <a:pt x="17" y="2"/>
                    <a:pt x="16" y="2"/>
                  </a:cubicBezTo>
                  <a:cubicBezTo>
                    <a:pt x="15" y="1"/>
                    <a:pt x="9" y="0"/>
                    <a:pt x="5" y="4"/>
                  </a:cubicBezTo>
                  <a:cubicBezTo>
                    <a:pt x="2" y="6"/>
                    <a:pt x="0" y="10"/>
                    <a:pt x="0" y="14"/>
                  </a:cubicBezTo>
                  <a:cubicBezTo>
                    <a:pt x="0" y="273"/>
                    <a:pt x="0" y="273"/>
                    <a:pt x="0" y="273"/>
                  </a:cubicBezTo>
                  <a:cubicBezTo>
                    <a:pt x="0" y="281"/>
                    <a:pt x="6" y="286"/>
                    <a:pt x="13" y="286"/>
                  </a:cubicBezTo>
                  <a:cubicBezTo>
                    <a:pt x="467" y="286"/>
                    <a:pt x="467" y="286"/>
                    <a:pt x="467" y="286"/>
                  </a:cubicBezTo>
                  <a:cubicBezTo>
                    <a:pt x="474" y="286"/>
                    <a:pt x="480" y="281"/>
                    <a:pt x="480" y="273"/>
                  </a:cubicBezTo>
                  <a:cubicBezTo>
                    <a:pt x="480" y="176"/>
                    <a:pt x="480" y="176"/>
                    <a:pt x="480" y="176"/>
                  </a:cubicBezTo>
                  <a:cubicBezTo>
                    <a:pt x="480" y="171"/>
                    <a:pt x="477" y="168"/>
                    <a:pt x="472" y="168"/>
                  </a:cubicBezTo>
                  <a:cubicBezTo>
                    <a:pt x="468" y="168"/>
                    <a:pt x="464" y="171"/>
                    <a:pt x="464" y="176"/>
                  </a:cubicBezTo>
                  <a:cubicBezTo>
                    <a:pt x="464" y="270"/>
                    <a:pt x="464" y="270"/>
                    <a:pt x="464" y="270"/>
                  </a:cubicBezTo>
                  <a:cubicBezTo>
                    <a:pt x="16" y="270"/>
                    <a:pt x="16" y="270"/>
                    <a:pt x="16" y="270"/>
                  </a:cubicBezTo>
                  <a:cubicBezTo>
                    <a:pt x="16" y="20"/>
                    <a:pt x="16" y="20"/>
                    <a:pt x="16" y="20"/>
                  </a:cubicBezTo>
                  <a:cubicBezTo>
                    <a:pt x="159" y="94"/>
                    <a:pt x="159" y="94"/>
                    <a:pt x="159" y="94"/>
                  </a:cubicBezTo>
                  <a:cubicBezTo>
                    <a:pt x="162" y="95"/>
                    <a:pt x="165" y="95"/>
                    <a:pt x="167" y="94"/>
                  </a:cubicBezTo>
                  <a:cubicBezTo>
                    <a:pt x="170" y="92"/>
                    <a:pt x="171" y="90"/>
                    <a:pt x="171" y="87"/>
                  </a:cubicBezTo>
                  <a:cubicBezTo>
                    <a:pt x="171" y="19"/>
                    <a:pt x="171" y="19"/>
                    <a:pt x="171" y="19"/>
                  </a:cubicBezTo>
                  <a:cubicBezTo>
                    <a:pt x="316" y="94"/>
                    <a:pt x="316" y="94"/>
                    <a:pt x="316" y="94"/>
                  </a:cubicBezTo>
                  <a:cubicBezTo>
                    <a:pt x="318" y="95"/>
                    <a:pt x="321" y="95"/>
                    <a:pt x="323" y="94"/>
                  </a:cubicBezTo>
                  <a:cubicBezTo>
                    <a:pt x="326" y="92"/>
                    <a:pt x="327" y="90"/>
                    <a:pt x="327" y="87"/>
                  </a:cubicBezTo>
                  <a:cubicBezTo>
                    <a:pt x="327" y="20"/>
                    <a:pt x="327" y="20"/>
                    <a:pt x="327" y="20"/>
                  </a:cubicBezTo>
                  <a:cubicBezTo>
                    <a:pt x="463" y="93"/>
                    <a:pt x="463" y="93"/>
                    <a:pt x="463" y="93"/>
                  </a:cubicBezTo>
                  <a:cubicBezTo>
                    <a:pt x="463" y="93"/>
                    <a:pt x="464" y="94"/>
                    <a:pt x="464" y="95"/>
                  </a:cubicBezTo>
                  <a:cubicBezTo>
                    <a:pt x="464" y="144"/>
                    <a:pt x="464" y="144"/>
                    <a:pt x="464" y="144"/>
                  </a:cubicBezTo>
                  <a:cubicBezTo>
                    <a:pt x="464" y="148"/>
                    <a:pt x="468" y="152"/>
                    <a:pt x="472" y="152"/>
                  </a:cubicBezTo>
                  <a:close/>
                  <a:moveTo>
                    <a:pt x="282" y="179"/>
                  </a:moveTo>
                  <a:cubicBezTo>
                    <a:pt x="279" y="179"/>
                    <a:pt x="276" y="181"/>
                    <a:pt x="276" y="185"/>
                  </a:cubicBezTo>
                  <a:cubicBezTo>
                    <a:pt x="276" y="214"/>
                    <a:pt x="276" y="214"/>
                    <a:pt x="276" y="214"/>
                  </a:cubicBezTo>
                  <a:cubicBezTo>
                    <a:pt x="276" y="217"/>
                    <a:pt x="279" y="220"/>
                    <a:pt x="282" y="220"/>
                  </a:cubicBezTo>
                  <a:cubicBezTo>
                    <a:pt x="312" y="220"/>
                    <a:pt x="312" y="220"/>
                    <a:pt x="312" y="220"/>
                  </a:cubicBezTo>
                  <a:cubicBezTo>
                    <a:pt x="315" y="220"/>
                    <a:pt x="318" y="217"/>
                    <a:pt x="318" y="214"/>
                  </a:cubicBezTo>
                  <a:cubicBezTo>
                    <a:pt x="318" y="185"/>
                    <a:pt x="318" y="185"/>
                    <a:pt x="318" y="185"/>
                  </a:cubicBezTo>
                  <a:cubicBezTo>
                    <a:pt x="318" y="181"/>
                    <a:pt x="315" y="179"/>
                    <a:pt x="312" y="179"/>
                  </a:cubicBezTo>
                  <a:lnTo>
                    <a:pt x="282" y="179"/>
                  </a:lnTo>
                  <a:close/>
                  <a:moveTo>
                    <a:pt x="226" y="179"/>
                  </a:moveTo>
                  <a:cubicBezTo>
                    <a:pt x="222" y="179"/>
                    <a:pt x="220" y="181"/>
                    <a:pt x="220" y="185"/>
                  </a:cubicBezTo>
                  <a:cubicBezTo>
                    <a:pt x="220" y="214"/>
                    <a:pt x="220" y="214"/>
                    <a:pt x="220" y="214"/>
                  </a:cubicBezTo>
                  <a:cubicBezTo>
                    <a:pt x="220" y="217"/>
                    <a:pt x="222" y="220"/>
                    <a:pt x="226" y="220"/>
                  </a:cubicBezTo>
                  <a:cubicBezTo>
                    <a:pt x="255" y="220"/>
                    <a:pt x="255" y="220"/>
                    <a:pt x="255" y="220"/>
                  </a:cubicBezTo>
                  <a:cubicBezTo>
                    <a:pt x="258" y="220"/>
                    <a:pt x="261" y="217"/>
                    <a:pt x="261" y="214"/>
                  </a:cubicBezTo>
                  <a:cubicBezTo>
                    <a:pt x="261" y="185"/>
                    <a:pt x="261" y="185"/>
                    <a:pt x="261" y="185"/>
                  </a:cubicBezTo>
                  <a:cubicBezTo>
                    <a:pt x="261" y="181"/>
                    <a:pt x="258" y="179"/>
                    <a:pt x="255" y="179"/>
                  </a:cubicBezTo>
                  <a:lnTo>
                    <a:pt x="226" y="179"/>
                  </a:lnTo>
                  <a:close/>
                  <a:moveTo>
                    <a:pt x="112" y="179"/>
                  </a:moveTo>
                  <a:cubicBezTo>
                    <a:pt x="109" y="179"/>
                    <a:pt x="106" y="181"/>
                    <a:pt x="106" y="185"/>
                  </a:cubicBezTo>
                  <a:cubicBezTo>
                    <a:pt x="106" y="214"/>
                    <a:pt x="106" y="214"/>
                    <a:pt x="106" y="214"/>
                  </a:cubicBezTo>
                  <a:cubicBezTo>
                    <a:pt x="106" y="217"/>
                    <a:pt x="109" y="220"/>
                    <a:pt x="112" y="220"/>
                  </a:cubicBezTo>
                  <a:cubicBezTo>
                    <a:pt x="142" y="220"/>
                    <a:pt x="142" y="220"/>
                    <a:pt x="142" y="220"/>
                  </a:cubicBezTo>
                  <a:cubicBezTo>
                    <a:pt x="145" y="220"/>
                    <a:pt x="147" y="217"/>
                    <a:pt x="147" y="214"/>
                  </a:cubicBezTo>
                  <a:cubicBezTo>
                    <a:pt x="147" y="185"/>
                    <a:pt x="147" y="185"/>
                    <a:pt x="147" y="185"/>
                  </a:cubicBezTo>
                  <a:cubicBezTo>
                    <a:pt x="147" y="181"/>
                    <a:pt x="145" y="179"/>
                    <a:pt x="142" y="179"/>
                  </a:cubicBezTo>
                  <a:lnTo>
                    <a:pt x="112" y="179"/>
                  </a:lnTo>
                  <a:close/>
                  <a:moveTo>
                    <a:pt x="55" y="179"/>
                  </a:moveTo>
                  <a:cubicBezTo>
                    <a:pt x="52" y="179"/>
                    <a:pt x="49" y="181"/>
                    <a:pt x="49" y="185"/>
                  </a:cubicBezTo>
                  <a:cubicBezTo>
                    <a:pt x="49" y="214"/>
                    <a:pt x="49" y="214"/>
                    <a:pt x="49" y="214"/>
                  </a:cubicBezTo>
                  <a:cubicBezTo>
                    <a:pt x="49" y="217"/>
                    <a:pt x="52" y="220"/>
                    <a:pt x="55" y="220"/>
                  </a:cubicBezTo>
                  <a:cubicBezTo>
                    <a:pt x="85" y="220"/>
                    <a:pt x="85" y="220"/>
                    <a:pt x="85" y="220"/>
                  </a:cubicBezTo>
                  <a:cubicBezTo>
                    <a:pt x="88" y="220"/>
                    <a:pt x="91" y="217"/>
                    <a:pt x="91" y="214"/>
                  </a:cubicBezTo>
                  <a:cubicBezTo>
                    <a:pt x="91" y="185"/>
                    <a:pt x="91" y="185"/>
                    <a:pt x="91" y="185"/>
                  </a:cubicBezTo>
                  <a:cubicBezTo>
                    <a:pt x="91" y="181"/>
                    <a:pt x="88" y="179"/>
                    <a:pt x="85" y="179"/>
                  </a:cubicBezTo>
                  <a:lnTo>
                    <a:pt x="55" y="179"/>
                  </a:lnTo>
                  <a:close/>
                  <a:moveTo>
                    <a:pt x="169" y="179"/>
                  </a:moveTo>
                  <a:cubicBezTo>
                    <a:pt x="166" y="179"/>
                    <a:pt x="163" y="181"/>
                    <a:pt x="163" y="185"/>
                  </a:cubicBezTo>
                  <a:cubicBezTo>
                    <a:pt x="163" y="214"/>
                    <a:pt x="163" y="214"/>
                    <a:pt x="163" y="214"/>
                  </a:cubicBezTo>
                  <a:cubicBezTo>
                    <a:pt x="163" y="217"/>
                    <a:pt x="166" y="220"/>
                    <a:pt x="169" y="220"/>
                  </a:cubicBezTo>
                  <a:cubicBezTo>
                    <a:pt x="198" y="220"/>
                    <a:pt x="198" y="220"/>
                    <a:pt x="198" y="220"/>
                  </a:cubicBezTo>
                  <a:cubicBezTo>
                    <a:pt x="202" y="220"/>
                    <a:pt x="204" y="217"/>
                    <a:pt x="204" y="214"/>
                  </a:cubicBezTo>
                  <a:cubicBezTo>
                    <a:pt x="204" y="185"/>
                    <a:pt x="204" y="185"/>
                    <a:pt x="204" y="185"/>
                  </a:cubicBezTo>
                  <a:cubicBezTo>
                    <a:pt x="204" y="181"/>
                    <a:pt x="202" y="179"/>
                    <a:pt x="198" y="179"/>
                  </a:cubicBezTo>
                  <a:lnTo>
                    <a:pt x="169" y="179"/>
                  </a:lnTo>
                  <a:close/>
                </a:path>
              </a:pathLst>
            </a:custGeom>
            <a:blipFill dpi="0" rotWithShape="1">
              <a:blip r:embed="rId28"/>
              <a:srcRect/>
              <a:stretch>
                <a:fillRect/>
              </a:stretch>
            </a:blipFill>
            <a:ln w="9525">
              <a:noFill/>
              <a:round/>
              <a:headEnd/>
              <a:tailEnd/>
            </a:ln>
          </p:spPr>
          <p:txBody>
            <a:bodyPr/>
            <a:lstStyle/>
            <a:p>
              <a:endParaRPr lang="en-GB"/>
            </a:p>
          </p:txBody>
        </p:sp>
        <p:sp>
          <p:nvSpPr>
            <p:cNvPr id="31811" name="Freeform 3"/>
            <p:cNvSpPr>
              <a:spLocks noChangeAspect="1" noEditPoints="1"/>
            </p:cNvSpPr>
            <p:nvPr/>
          </p:nvSpPr>
          <p:spPr bwMode="auto">
            <a:xfrm>
              <a:off x="3075632" y="2093919"/>
              <a:ext cx="138652" cy="112034"/>
            </a:xfrm>
            <a:custGeom>
              <a:avLst/>
              <a:gdLst>
                <a:gd name="T0" fmla="*/ 2147483647 w 464"/>
                <a:gd name="T1" fmla="*/ 2147483647 h 361"/>
                <a:gd name="T2" fmla="*/ 2147483647 w 464"/>
                <a:gd name="T3" fmla="*/ 2147483647 h 361"/>
                <a:gd name="T4" fmla="*/ 2147483647 w 464"/>
                <a:gd name="T5" fmla="*/ 2147483647 h 361"/>
                <a:gd name="T6" fmla="*/ 2147483647 w 464"/>
                <a:gd name="T7" fmla="*/ 0 h 361"/>
                <a:gd name="T8" fmla="*/ 2147483647 w 464"/>
                <a:gd name="T9" fmla="*/ 2147483647 h 361"/>
                <a:gd name="T10" fmla="*/ 2147483647 w 464"/>
                <a:gd name="T11" fmla="*/ 2147483647 h 361"/>
                <a:gd name="T12" fmla="*/ 2147483647 w 464"/>
                <a:gd name="T13" fmla="*/ 2147483647 h 361"/>
                <a:gd name="T14" fmla="*/ 2147483647 w 464"/>
                <a:gd name="T15" fmla="*/ 2147483647 h 361"/>
                <a:gd name="T16" fmla="*/ 2147483647 w 464"/>
                <a:gd name="T17" fmla="*/ 2147483647 h 361"/>
                <a:gd name="T18" fmla="*/ 2147483647 w 464"/>
                <a:gd name="T19" fmla="*/ 2147483647 h 361"/>
                <a:gd name="T20" fmla="*/ 2147483647 w 464"/>
                <a:gd name="T21" fmla="*/ 2147483647 h 361"/>
                <a:gd name="T22" fmla="*/ 2147483647 w 464"/>
                <a:gd name="T23" fmla="*/ 2147483647 h 361"/>
                <a:gd name="T24" fmla="*/ 2147483647 w 464"/>
                <a:gd name="T25" fmla="*/ 2147483647 h 361"/>
                <a:gd name="T26" fmla="*/ 2147483647 w 464"/>
                <a:gd name="T27" fmla="*/ 2147483647 h 361"/>
                <a:gd name="T28" fmla="*/ 2147483647 w 464"/>
                <a:gd name="T29" fmla="*/ 2147483647 h 361"/>
                <a:gd name="T30" fmla="*/ 2147483647 w 464"/>
                <a:gd name="T31" fmla="*/ 2147483647 h 361"/>
                <a:gd name="T32" fmla="*/ 2147483647 w 464"/>
                <a:gd name="T33" fmla="*/ 2147483647 h 361"/>
                <a:gd name="T34" fmla="*/ 2147483647 w 464"/>
                <a:gd name="T35" fmla="*/ 2147483647 h 361"/>
                <a:gd name="T36" fmla="*/ 2147483647 w 464"/>
                <a:gd name="T37" fmla="*/ 2147483647 h 361"/>
                <a:gd name="T38" fmla="*/ 2147483647 w 464"/>
                <a:gd name="T39" fmla="*/ 2147483647 h 361"/>
                <a:gd name="T40" fmla="*/ 2147483647 w 464"/>
                <a:gd name="T41" fmla="*/ 2147483647 h 361"/>
                <a:gd name="T42" fmla="*/ 2147483647 w 464"/>
                <a:gd name="T43" fmla="*/ 2147483647 h 361"/>
                <a:gd name="T44" fmla="*/ 2147483647 w 464"/>
                <a:gd name="T45" fmla="*/ 2147483647 h 361"/>
                <a:gd name="T46" fmla="*/ 2147483647 w 464"/>
                <a:gd name="T47" fmla="*/ 2147483647 h 361"/>
                <a:gd name="T48" fmla="*/ 2147483647 w 464"/>
                <a:gd name="T49" fmla="*/ 2147483647 h 361"/>
                <a:gd name="T50" fmla="*/ 2147483647 w 464"/>
                <a:gd name="T51" fmla="*/ 2147483647 h 361"/>
                <a:gd name="T52" fmla="*/ 2147483647 w 464"/>
                <a:gd name="T53" fmla="*/ 2147483647 h 361"/>
                <a:gd name="T54" fmla="*/ 2147483647 w 464"/>
                <a:gd name="T55" fmla="*/ 2147483647 h 361"/>
                <a:gd name="T56" fmla="*/ 2147483647 w 464"/>
                <a:gd name="T57" fmla="*/ 2147483647 h 361"/>
                <a:gd name="T58" fmla="*/ 2147483647 w 464"/>
                <a:gd name="T59" fmla="*/ 2147483647 h 361"/>
                <a:gd name="T60" fmla="*/ 2147483647 w 464"/>
                <a:gd name="T61" fmla="*/ 2147483647 h 361"/>
                <a:gd name="T62" fmla="*/ 2147483647 w 464"/>
                <a:gd name="T63" fmla="*/ 2147483647 h 361"/>
                <a:gd name="T64" fmla="*/ 2147483647 w 464"/>
                <a:gd name="T65" fmla="*/ 2147483647 h 361"/>
                <a:gd name="T66" fmla="*/ 2147483647 w 464"/>
                <a:gd name="T67" fmla="*/ 2147483647 h 361"/>
                <a:gd name="T68" fmla="*/ 2147483647 w 464"/>
                <a:gd name="T69" fmla="*/ 2147483647 h 361"/>
                <a:gd name="T70" fmla="*/ 2147483647 w 464"/>
                <a:gd name="T71" fmla="*/ 2147483647 h 361"/>
                <a:gd name="T72" fmla="*/ 2147483647 w 464"/>
                <a:gd name="T73" fmla="*/ 2147483647 h 361"/>
                <a:gd name="T74" fmla="*/ 2147483647 w 464"/>
                <a:gd name="T75" fmla="*/ 2147483647 h 361"/>
                <a:gd name="T76" fmla="*/ 2147483647 w 464"/>
                <a:gd name="T77" fmla="*/ 2147483647 h 361"/>
                <a:gd name="T78" fmla="*/ 2147483647 w 464"/>
                <a:gd name="T79" fmla="*/ 2147483647 h 361"/>
                <a:gd name="T80" fmla="*/ 2147483647 w 464"/>
                <a:gd name="T81" fmla="*/ 2147483647 h 361"/>
                <a:gd name="T82" fmla="*/ 2147483647 w 464"/>
                <a:gd name="T83" fmla="*/ 2147483647 h 361"/>
                <a:gd name="T84" fmla="*/ 2147483647 w 464"/>
                <a:gd name="T85" fmla="*/ 2147483647 h 361"/>
                <a:gd name="T86" fmla="*/ 2147483647 w 464"/>
                <a:gd name="T87" fmla="*/ 2147483647 h 361"/>
                <a:gd name="T88" fmla="*/ 2147483647 w 464"/>
                <a:gd name="T89" fmla="*/ 2147483647 h 36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64"/>
                <a:gd name="T136" fmla="*/ 0 h 361"/>
                <a:gd name="T137" fmla="*/ 464 w 464"/>
                <a:gd name="T138" fmla="*/ 361 h 36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64" h="361">
                  <a:moveTo>
                    <a:pt x="458" y="114"/>
                  </a:moveTo>
                  <a:cubicBezTo>
                    <a:pt x="458" y="114"/>
                    <a:pt x="437" y="103"/>
                    <a:pt x="408" y="88"/>
                  </a:cubicBezTo>
                  <a:cubicBezTo>
                    <a:pt x="408" y="52"/>
                    <a:pt x="408" y="52"/>
                    <a:pt x="408" y="52"/>
                  </a:cubicBezTo>
                  <a:cubicBezTo>
                    <a:pt x="408" y="41"/>
                    <a:pt x="400" y="32"/>
                    <a:pt x="389" y="32"/>
                  </a:cubicBezTo>
                  <a:cubicBezTo>
                    <a:pt x="357" y="32"/>
                    <a:pt x="357" y="32"/>
                    <a:pt x="357" y="32"/>
                  </a:cubicBezTo>
                  <a:cubicBezTo>
                    <a:pt x="347" y="32"/>
                    <a:pt x="338" y="41"/>
                    <a:pt x="338" y="52"/>
                  </a:cubicBezTo>
                  <a:cubicBezTo>
                    <a:pt x="292" y="28"/>
                    <a:pt x="249" y="6"/>
                    <a:pt x="245" y="3"/>
                  </a:cubicBezTo>
                  <a:cubicBezTo>
                    <a:pt x="241" y="1"/>
                    <a:pt x="236" y="0"/>
                    <a:pt x="232" y="0"/>
                  </a:cubicBezTo>
                  <a:cubicBezTo>
                    <a:pt x="224" y="1"/>
                    <a:pt x="219" y="3"/>
                    <a:pt x="219" y="3"/>
                  </a:cubicBezTo>
                  <a:cubicBezTo>
                    <a:pt x="6" y="114"/>
                    <a:pt x="6" y="114"/>
                    <a:pt x="6" y="114"/>
                  </a:cubicBezTo>
                  <a:cubicBezTo>
                    <a:pt x="2" y="116"/>
                    <a:pt x="0" y="121"/>
                    <a:pt x="3" y="125"/>
                  </a:cubicBezTo>
                  <a:cubicBezTo>
                    <a:pt x="5" y="129"/>
                    <a:pt x="9" y="130"/>
                    <a:pt x="13" y="128"/>
                  </a:cubicBezTo>
                  <a:cubicBezTo>
                    <a:pt x="226" y="18"/>
                    <a:pt x="226" y="18"/>
                    <a:pt x="226" y="18"/>
                  </a:cubicBezTo>
                  <a:cubicBezTo>
                    <a:pt x="227" y="17"/>
                    <a:pt x="229" y="16"/>
                    <a:pt x="232" y="16"/>
                  </a:cubicBezTo>
                  <a:cubicBezTo>
                    <a:pt x="234" y="16"/>
                    <a:pt x="236" y="17"/>
                    <a:pt x="238" y="18"/>
                  </a:cubicBezTo>
                  <a:cubicBezTo>
                    <a:pt x="242" y="20"/>
                    <a:pt x="291" y="45"/>
                    <a:pt x="340" y="71"/>
                  </a:cubicBezTo>
                  <a:cubicBezTo>
                    <a:pt x="341" y="71"/>
                    <a:pt x="343" y="72"/>
                    <a:pt x="345" y="72"/>
                  </a:cubicBezTo>
                  <a:cubicBezTo>
                    <a:pt x="347" y="72"/>
                    <a:pt x="349" y="71"/>
                    <a:pt x="352" y="69"/>
                  </a:cubicBezTo>
                  <a:cubicBezTo>
                    <a:pt x="354" y="67"/>
                    <a:pt x="354" y="64"/>
                    <a:pt x="354" y="62"/>
                  </a:cubicBezTo>
                  <a:cubicBezTo>
                    <a:pt x="354" y="52"/>
                    <a:pt x="354" y="52"/>
                    <a:pt x="354" y="52"/>
                  </a:cubicBezTo>
                  <a:cubicBezTo>
                    <a:pt x="354" y="50"/>
                    <a:pt x="356" y="48"/>
                    <a:pt x="357" y="48"/>
                  </a:cubicBezTo>
                  <a:cubicBezTo>
                    <a:pt x="389" y="48"/>
                    <a:pt x="389" y="48"/>
                    <a:pt x="389" y="48"/>
                  </a:cubicBezTo>
                  <a:cubicBezTo>
                    <a:pt x="391" y="48"/>
                    <a:pt x="392" y="50"/>
                    <a:pt x="392" y="52"/>
                  </a:cubicBezTo>
                  <a:cubicBezTo>
                    <a:pt x="392" y="90"/>
                    <a:pt x="392" y="90"/>
                    <a:pt x="392" y="90"/>
                  </a:cubicBezTo>
                  <a:cubicBezTo>
                    <a:pt x="392" y="93"/>
                    <a:pt x="393" y="96"/>
                    <a:pt x="395" y="98"/>
                  </a:cubicBezTo>
                  <a:cubicBezTo>
                    <a:pt x="396" y="100"/>
                    <a:pt x="398" y="101"/>
                    <a:pt x="399" y="101"/>
                  </a:cubicBezTo>
                  <a:cubicBezTo>
                    <a:pt x="429" y="117"/>
                    <a:pt x="451" y="128"/>
                    <a:pt x="451" y="128"/>
                  </a:cubicBezTo>
                  <a:cubicBezTo>
                    <a:pt x="452" y="129"/>
                    <a:pt x="454" y="129"/>
                    <a:pt x="455" y="129"/>
                  </a:cubicBezTo>
                  <a:cubicBezTo>
                    <a:pt x="458" y="129"/>
                    <a:pt x="460" y="128"/>
                    <a:pt x="462" y="125"/>
                  </a:cubicBezTo>
                  <a:cubicBezTo>
                    <a:pt x="464" y="121"/>
                    <a:pt x="462" y="116"/>
                    <a:pt x="458" y="114"/>
                  </a:cubicBezTo>
                  <a:close/>
                  <a:moveTo>
                    <a:pt x="400" y="166"/>
                  </a:moveTo>
                  <a:cubicBezTo>
                    <a:pt x="405" y="166"/>
                    <a:pt x="408" y="162"/>
                    <a:pt x="408" y="158"/>
                  </a:cubicBezTo>
                  <a:cubicBezTo>
                    <a:pt x="408" y="158"/>
                    <a:pt x="408" y="158"/>
                    <a:pt x="408" y="158"/>
                  </a:cubicBezTo>
                  <a:cubicBezTo>
                    <a:pt x="408" y="140"/>
                    <a:pt x="408" y="140"/>
                    <a:pt x="408" y="140"/>
                  </a:cubicBezTo>
                  <a:cubicBezTo>
                    <a:pt x="408" y="129"/>
                    <a:pt x="400" y="122"/>
                    <a:pt x="392" y="119"/>
                  </a:cubicBezTo>
                  <a:cubicBezTo>
                    <a:pt x="386" y="115"/>
                    <a:pt x="251" y="46"/>
                    <a:pt x="243" y="42"/>
                  </a:cubicBezTo>
                  <a:cubicBezTo>
                    <a:pt x="239" y="40"/>
                    <a:pt x="236" y="39"/>
                    <a:pt x="232" y="39"/>
                  </a:cubicBezTo>
                  <a:cubicBezTo>
                    <a:pt x="225" y="39"/>
                    <a:pt x="221" y="42"/>
                    <a:pt x="220" y="42"/>
                  </a:cubicBezTo>
                  <a:cubicBezTo>
                    <a:pt x="71" y="119"/>
                    <a:pt x="71" y="119"/>
                    <a:pt x="71" y="119"/>
                  </a:cubicBezTo>
                  <a:cubicBezTo>
                    <a:pt x="64" y="122"/>
                    <a:pt x="56" y="129"/>
                    <a:pt x="55" y="140"/>
                  </a:cubicBezTo>
                  <a:cubicBezTo>
                    <a:pt x="55" y="342"/>
                    <a:pt x="55" y="342"/>
                    <a:pt x="55" y="342"/>
                  </a:cubicBezTo>
                  <a:cubicBezTo>
                    <a:pt x="55" y="352"/>
                    <a:pt x="64" y="361"/>
                    <a:pt x="75" y="361"/>
                  </a:cubicBezTo>
                  <a:cubicBezTo>
                    <a:pt x="113" y="361"/>
                    <a:pt x="113" y="361"/>
                    <a:pt x="113" y="361"/>
                  </a:cubicBezTo>
                  <a:cubicBezTo>
                    <a:pt x="133" y="361"/>
                    <a:pt x="154" y="361"/>
                    <a:pt x="159" y="361"/>
                  </a:cubicBezTo>
                  <a:cubicBezTo>
                    <a:pt x="167" y="361"/>
                    <a:pt x="174" y="357"/>
                    <a:pt x="176" y="352"/>
                  </a:cubicBezTo>
                  <a:cubicBezTo>
                    <a:pt x="179" y="348"/>
                    <a:pt x="179" y="344"/>
                    <a:pt x="179" y="342"/>
                  </a:cubicBezTo>
                  <a:cubicBezTo>
                    <a:pt x="179" y="225"/>
                    <a:pt x="179" y="225"/>
                    <a:pt x="179" y="225"/>
                  </a:cubicBezTo>
                  <a:cubicBezTo>
                    <a:pt x="179" y="223"/>
                    <a:pt x="180" y="222"/>
                    <a:pt x="182" y="222"/>
                  </a:cubicBezTo>
                  <a:cubicBezTo>
                    <a:pt x="289" y="222"/>
                    <a:pt x="289" y="222"/>
                    <a:pt x="289" y="222"/>
                  </a:cubicBezTo>
                  <a:cubicBezTo>
                    <a:pt x="291" y="222"/>
                    <a:pt x="293" y="223"/>
                    <a:pt x="293" y="225"/>
                  </a:cubicBezTo>
                  <a:cubicBezTo>
                    <a:pt x="293" y="341"/>
                    <a:pt x="293" y="341"/>
                    <a:pt x="293" y="341"/>
                  </a:cubicBezTo>
                  <a:cubicBezTo>
                    <a:pt x="293" y="342"/>
                    <a:pt x="293" y="342"/>
                    <a:pt x="293" y="342"/>
                  </a:cubicBezTo>
                  <a:cubicBezTo>
                    <a:pt x="293" y="343"/>
                    <a:pt x="293" y="347"/>
                    <a:pt x="295" y="352"/>
                  </a:cubicBezTo>
                  <a:cubicBezTo>
                    <a:pt x="297" y="356"/>
                    <a:pt x="304" y="361"/>
                    <a:pt x="311" y="361"/>
                  </a:cubicBezTo>
                  <a:cubicBezTo>
                    <a:pt x="312" y="361"/>
                    <a:pt x="312" y="361"/>
                    <a:pt x="312" y="361"/>
                  </a:cubicBezTo>
                  <a:cubicBezTo>
                    <a:pt x="324" y="361"/>
                    <a:pt x="389" y="361"/>
                    <a:pt x="389" y="361"/>
                  </a:cubicBezTo>
                  <a:cubicBezTo>
                    <a:pt x="400" y="361"/>
                    <a:pt x="408" y="352"/>
                    <a:pt x="408" y="342"/>
                  </a:cubicBezTo>
                  <a:cubicBezTo>
                    <a:pt x="408" y="191"/>
                    <a:pt x="408" y="191"/>
                    <a:pt x="408" y="191"/>
                  </a:cubicBezTo>
                  <a:cubicBezTo>
                    <a:pt x="408" y="186"/>
                    <a:pt x="405" y="183"/>
                    <a:pt x="400" y="183"/>
                  </a:cubicBezTo>
                  <a:cubicBezTo>
                    <a:pt x="396" y="183"/>
                    <a:pt x="392" y="186"/>
                    <a:pt x="392" y="191"/>
                  </a:cubicBezTo>
                  <a:cubicBezTo>
                    <a:pt x="392" y="342"/>
                    <a:pt x="392" y="342"/>
                    <a:pt x="392" y="342"/>
                  </a:cubicBezTo>
                  <a:cubicBezTo>
                    <a:pt x="392" y="344"/>
                    <a:pt x="391" y="345"/>
                    <a:pt x="389" y="345"/>
                  </a:cubicBezTo>
                  <a:cubicBezTo>
                    <a:pt x="312" y="345"/>
                    <a:pt x="312" y="345"/>
                    <a:pt x="312" y="345"/>
                  </a:cubicBezTo>
                  <a:cubicBezTo>
                    <a:pt x="309" y="345"/>
                    <a:pt x="310" y="345"/>
                    <a:pt x="309" y="344"/>
                  </a:cubicBezTo>
                  <a:cubicBezTo>
                    <a:pt x="309" y="343"/>
                    <a:pt x="309" y="342"/>
                    <a:pt x="309" y="342"/>
                  </a:cubicBezTo>
                  <a:cubicBezTo>
                    <a:pt x="309" y="342"/>
                    <a:pt x="309" y="342"/>
                    <a:pt x="309" y="342"/>
                  </a:cubicBezTo>
                  <a:cubicBezTo>
                    <a:pt x="309" y="342"/>
                    <a:pt x="309" y="342"/>
                    <a:pt x="309" y="342"/>
                  </a:cubicBezTo>
                  <a:cubicBezTo>
                    <a:pt x="309" y="225"/>
                    <a:pt x="309" y="225"/>
                    <a:pt x="309" y="225"/>
                  </a:cubicBezTo>
                  <a:cubicBezTo>
                    <a:pt x="309" y="214"/>
                    <a:pt x="300" y="206"/>
                    <a:pt x="289" y="206"/>
                  </a:cubicBezTo>
                  <a:cubicBezTo>
                    <a:pt x="182" y="206"/>
                    <a:pt x="182" y="206"/>
                    <a:pt x="182" y="206"/>
                  </a:cubicBezTo>
                  <a:cubicBezTo>
                    <a:pt x="171" y="206"/>
                    <a:pt x="163" y="214"/>
                    <a:pt x="163" y="225"/>
                  </a:cubicBezTo>
                  <a:cubicBezTo>
                    <a:pt x="163" y="342"/>
                    <a:pt x="163" y="342"/>
                    <a:pt x="163" y="342"/>
                  </a:cubicBezTo>
                  <a:cubicBezTo>
                    <a:pt x="163" y="342"/>
                    <a:pt x="163" y="342"/>
                    <a:pt x="163" y="342"/>
                  </a:cubicBezTo>
                  <a:cubicBezTo>
                    <a:pt x="163" y="342"/>
                    <a:pt x="163" y="342"/>
                    <a:pt x="163" y="342"/>
                  </a:cubicBezTo>
                  <a:cubicBezTo>
                    <a:pt x="163" y="342"/>
                    <a:pt x="163" y="344"/>
                    <a:pt x="162" y="344"/>
                  </a:cubicBezTo>
                  <a:cubicBezTo>
                    <a:pt x="162" y="345"/>
                    <a:pt x="162" y="345"/>
                    <a:pt x="159" y="345"/>
                  </a:cubicBezTo>
                  <a:cubicBezTo>
                    <a:pt x="75" y="345"/>
                    <a:pt x="75" y="345"/>
                    <a:pt x="75" y="345"/>
                  </a:cubicBezTo>
                  <a:cubicBezTo>
                    <a:pt x="73" y="345"/>
                    <a:pt x="71" y="344"/>
                    <a:pt x="71" y="342"/>
                  </a:cubicBezTo>
                  <a:cubicBezTo>
                    <a:pt x="71" y="140"/>
                    <a:pt x="71" y="140"/>
                    <a:pt x="71" y="140"/>
                  </a:cubicBezTo>
                  <a:cubicBezTo>
                    <a:pt x="71" y="138"/>
                    <a:pt x="73" y="135"/>
                    <a:pt x="78" y="133"/>
                  </a:cubicBezTo>
                  <a:cubicBezTo>
                    <a:pt x="78" y="133"/>
                    <a:pt x="78" y="133"/>
                    <a:pt x="78" y="133"/>
                  </a:cubicBezTo>
                  <a:cubicBezTo>
                    <a:pt x="227" y="56"/>
                    <a:pt x="227" y="56"/>
                    <a:pt x="227" y="56"/>
                  </a:cubicBezTo>
                  <a:cubicBezTo>
                    <a:pt x="228" y="56"/>
                    <a:pt x="230" y="55"/>
                    <a:pt x="232" y="55"/>
                  </a:cubicBezTo>
                  <a:cubicBezTo>
                    <a:pt x="234" y="55"/>
                    <a:pt x="235" y="55"/>
                    <a:pt x="236" y="56"/>
                  </a:cubicBezTo>
                  <a:cubicBezTo>
                    <a:pt x="240" y="58"/>
                    <a:pt x="277" y="77"/>
                    <a:pt x="314" y="96"/>
                  </a:cubicBezTo>
                  <a:cubicBezTo>
                    <a:pt x="350" y="115"/>
                    <a:pt x="385" y="133"/>
                    <a:pt x="385" y="133"/>
                  </a:cubicBezTo>
                  <a:cubicBezTo>
                    <a:pt x="386" y="133"/>
                    <a:pt x="386" y="133"/>
                    <a:pt x="386" y="133"/>
                  </a:cubicBezTo>
                  <a:cubicBezTo>
                    <a:pt x="391" y="135"/>
                    <a:pt x="393" y="138"/>
                    <a:pt x="392" y="140"/>
                  </a:cubicBezTo>
                  <a:cubicBezTo>
                    <a:pt x="392" y="158"/>
                    <a:pt x="392" y="158"/>
                    <a:pt x="392" y="158"/>
                  </a:cubicBezTo>
                  <a:cubicBezTo>
                    <a:pt x="392" y="162"/>
                    <a:pt x="396" y="166"/>
                    <a:pt x="400" y="166"/>
                  </a:cubicBezTo>
                  <a:close/>
                </a:path>
              </a:pathLst>
            </a:custGeom>
            <a:blipFill dpi="0" rotWithShape="1">
              <a:blip r:embed="rId29"/>
              <a:srcRect/>
              <a:stretch>
                <a:fillRect/>
              </a:stretch>
            </a:blipFill>
            <a:ln w="9525">
              <a:noFill/>
              <a:round/>
              <a:headEnd/>
              <a:tailEnd/>
            </a:ln>
          </p:spPr>
          <p:txBody>
            <a:bodyPr/>
            <a:lstStyle/>
            <a:p>
              <a:endParaRPr lang="en-GB"/>
            </a:p>
          </p:txBody>
        </p:sp>
        <p:sp>
          <p:nvSpPr>
            <p:cNvPr id="31812" name="Freeform 3"/>
            <p:cNvSpPr>
              <a:spLocks noChangeAspect="1"/>
            </p:cNvSpPr>
            <p:nvPr/>
          </p:nvSpPr>
          <p:spPr bwMode="auto">
            <a:xfrm>
              <a:off x="3999334" y="2436341"/>
              <a:ext cx="122080" cy="126629"/>
            </a:xfrm>
            <a:custGeom>
              <a:avLst/>
              <a:gdLst>
                <a:gd name="T0" fmla="*/ 2147483647 w 409"/>
                <a:gd name="T1" fmla="*/ 2147483647 h 408"/>
                <a:gd name="T2" fmla="*/ 2147483647 w 409"/>
                <a:gd name="T3" fmla="*/ 2147483647 h 408"/>
                <a:gd name="T4" fmla="*/ 2147483647 w 409"/>
                <a:gd name="T5" fmla="*/ 2147483647 h 408"/>
                <a:gd name="T6" fmla="*/ 2147483647 w 409"/>
                <a:gd name="T7" fmla="*/ 2147483647 h 408"/>
                <a:gd name="T8" fmla="*/ 2147483647 w 409"/>
                <a:gd name="T9" fmla="*/ 2147483647 h 408"/>
                <a:gd name="T10" fmla="*/ 2147483647 w 409"/>
                <a:gd name="T11" fmla="*/ 2147483647 h 408"/>
                <a:gd name="T12" fmla="*/ 2147483647 w 409"/>
                <a:gd name="T13" fmla="*/ 2147483647 h 408"/>
                <a:gd name="T14" fmla="*/ 2147483647 w 409"/>
                <a:gd name="T15" fmla="*/ 2147483647 h 408"/>
                <a:gd name="T16" fmla="*/ 2147483647 w 409"/>
                <a:gd name="T17" fmla="*/ 2147483647 h 408"/>
                <a:gd name="T18" fmla="*/ 2147483647 w 409"/>
                <a:gd name="T19" fmla="*/ 2147483647 h 408"/>
                <a:gd name="T20" fmla="*/ 2147483647 w 409"/>
                <a:gd name="T21" fmla="*/ 2147483647 h 408"/>
                <a:gd name="T22" fmla="*/ 2147483647 w 409"/>
                <a:gd name="T23" fmla="*/ 2147483647 h 408"/>
                <a:gd name="T24" fmla="*/ 2147483647 w 409"/>
                <a:gd name="T25" fmla="*/ 2147483647 h 408"/>
                <a:gd name="T26" fmla="*/ 2147483647 w 409"/>
                <a:gd name="T27" fmla="*/ 2147483647 h 408"/>
                <a:gd name="T28" fmla="*/ 2147483647 w 409"/>
                <a:gd name="T29" fmla="*/ 2147483647 h 408"/>
                <a:gd name="T30" fmla="*/ 2147483647 w 409"/>
                <a:gd name="T31" fmla="*/ 2147483647 h 408"/>
                <a:gd name="T32" fmla="*/ 2147483647 w 409"/>
                <a:gd name="T33" fmla="*/ 2147483647 h 408"/>
                <a:gd name="T34" fmla="*/ 2147483647 w 409"/>
                <a:gd name="T35" fmla="*/ 2147483647 h 408"/>
                <a:gd name="T36" fmla="*/ 2147483647 w 409"/>
                <a:gd name="T37" fmla="*/ 2147483647 h 408"/>
                <a:gd name="T38" fmla="*/ 2147483647 w 409"/>
                <a:gd name="T39" fmla="*/ 2147483647 h 408"/>
                <a:gd name="T40" fmla="*/ 2147483647 w 409"/>
                <a:gd name="T41" fmla="*/ 2147483647 h 408"/>
                <a:gd name="T42" fmla="*/ 2147483647 w 409"/>
                <a:gd name="T43" fmla="*/ 2147483647 h 408"/>
                <a:gd name="T44" fmla="*/ 2147483647 w 409"/>
                <a:gd name="T45" fmla="*/ 2147483647 h 408"/>
                <a:gd name="T46" fmla="*/ 2147483647 w 409"/>
                <a:gd name="T47" fmla="*/ 2147483647 h 408"/>
                <a:gd name="T48" fmla="*/ 2147483647 w 409"/>
                <a:gd name="T49" fmla="*/ 2147483647 h 408"/>
                <a:gd name="T50" fmla="*/ 2147483647 w 409"/>
                <a:gd name="T51" fmla="*/ 2147483647 h 408"/>
                <a:gd name="T52" fmla="*/ 2147483647 w 409"/>
                <a:gd name="T53" fmla="*/ 2147483647 h 408"/>
                <a:gd name="T54" fmla="*/ 2147483647 w 409"/>
                <a:gd name="T55" fmla="*/ 2147483647 h 408"/>
                <a:gd name="T56" fmla="*/ 2147483647 w 409"/>
                <a:gd name="T57" fmla="*/ 2147483647 h 408"/>
                <a:gd name="T58" fmla="*/ 2147483647 w 409"/>
                <a:gd name="T59" fmla="*/ 2147483647 h 408"/>
                <a:gd name="T60" fmla="*/ 2147483647 w 409"/>
                <a:gd name="T61" fmla="*/ 2147483647 h 408"/>
                <a:gd name="T62" fmla="*/ 2147483647 w 409"/>
                <a:gd name="T63" fmla="*/ 2147483647 h 408"/>
                <a:gd name="T64" fmla="*/ 2147483647 w 409"/>
                <a:gd name="T65" fmla="*/ 2147483647 h 408"/>
                <a:gd name="T66" fmla="*/ 2147483647 w 409"/>
                <a:gd name="T67" fmla="*/ 2147483647 h 408"/>
                <a:gd name="T68" fmla="*/ 2147483647 w 409"/>
                <a:gd name="T69" fmla="*/ 2147483647 h 408"/>
                <a:gd name="T70" fmla="*/ 2147483647 w 409"/>
                <a:gd name="T71" fmla="*/ 2147483647 h 408"/>
                <a:gd name="T72" fmla="*/ 2147483647 w 409"/>
                <a:gd name="T73" fmla="*/ 2147483647 h 408"/>
                <a:gd name="T74" fmla="*/ 2147483647 w 409"/>
                <a:gd name="T75" fmla="*/ 2147483647 h 408"/>
                <a:gd name="T76" fmla="*/ 2147483647 w 409"/>
                <a:gd name="T77" fmla="*/ 2147483647 h 408"/>
                <a:gd name="T78" fmla="*/ 2147483647 w 409"/>
                <a:gd name="T79" fmla="*/ 2147483647 h 408"/>
                <a:gd name="T80" fmla="*/ 2147483647 w 409"/>
                <a:gd name="T81" fmla="*/ 2147483647 h 408"/>
                <a:gd name="T82" fmla="*/ 2147483647 w 409"/>
                <a:gd name="T83" fmla="*/ 2147483647 h 408"/>
                <a:gd name="T84" fmla="*/ 2147483647 w 409"/>
                <a:gd name="T85" fmla="*/ 2147483647 h 408"/>
                <a:gd name="T86" fmla="*/ 2147483647 w 409"/>
                <a:gd name="T87" fmla="*/ 2147483647 h 408"/>
                <a:gd name="T88" fmla="*/ 2147483647 w 409"/>
                <a:gd name="T89" fmla="*/ 2147483647 h 408"/>
                <a:gd name="T90" fmla="*/ 2147483647 w 409"/>
                <a:gd name="T91" fmla="*/ 2147483647 h 408"/>
                <a:gd name="T92" fmla="*/ 2147483647 w 409"/>
                <a:gd name="T93" fmla="*/ 2147483647 h 408"/>
                <a:gd name="T94" fmla="*/ 2147483647 w 409"/>
                <a:gd name="T95" fmla="*/ 2147483647 h 408"/>
                <a:gd name="T96" fmla="*/ 2147483647 w 409"/>
                <a:gd name="T97" fmla="*/ 2147483647 h 408"/>
                <a:gd name="T98" fmla="*/ 2147483647 w 409"/>
                <a:gd name="T99" fmla="*/ 2147483647 h 408"/>
                <a:gd name="T100" fmla="*/ 2147483647 w 409"/>
                <a:gd name="T101" fmla="*/ 2147483647 h 408"/>
                <a:gd name="T102" fmla="*/ 2147483647 w 409"/>
                <a:gd name="T103" fmla="*/ 2147483647 h 408"/>
                <a:gd name="T104" fmla="*/ 2147483647 w 409"/>
                <a:gd name="T105" fmla="*/ 2147483647 h 408"/>
                <a:gd name="T106" fmla="*/ 2147483647 w 409"/>
                <a:gd name="T107" fmla="*/ 2147483647 h 408"/>
                <a:gd name="T108" fmla="*/ 2147483647 w 409"/>
                <a:gd name="T109" fmla="*/ 2147483647 h 408"/>
                <a:gd name="T110" fmla="*/ 2147483647 w 409"/>
                <a:gd name="T111" fmla="*/ 2147483647 h 408"/>
                <a:gd name="T112" fmla="*/ 2147483647 w 409"/>
                <a:gd name="T113" fmla="*/ 2147483647 h 408"/>
                <a:gd name="T114" fmla="*/ 2147483647 w 409"/>
                <a:gd name="T115" fmla="*/ 2147483647 h 408"/>
                <a:gd name="T116" fmla="*/ 2147483647 w 409"/>
                <a:gd name="T117" fmla="*/ 2147483647 h 40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09"/>
                <a:gd name="T178" fmla="*/ 0 h 408"/>
                <a:gd name="T179" fmla="*/ 409 w 409"/>
                <a:gd name="T180" fmla="*/ 408 h 40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09" h="408">
                  <a:moveTo>
                    <a:pt x="364" y="266"/>
                  </a:moveTo>
                  <a:cubicBezTo>
                    <a:pt x="358" y="260"/>
                    <a:pt x="347" y="260"/>
                    <a:pt x="335" y="266"/>
                  </a:cubicBezTo>
                  <a:cubicBezTo>
                    <a:pt x="329" y="242"/>
                    <a:pt x="329" y="242"/>
                    <a:pt x="329" y="242"/>
                  </a:cubicBezTo>
                  <a:cubicBezTo>
                    <a:pt x="330" y="241"/>
                    <a:pt x="332" y="240"/>
                    <a:pt x="333" y="239"/>
                  </a:cubicBezTo>
                  <a:cubicBezTo>
                    <a:pt x="340" y="232"/>
                    <a:pt x="346" y="223"/>
                    <a:pt x="349" y="216"/>
                  </a:cubicBezTo>
                  <a:cubicBezTo>
                    <a:pt x="354" y="202"/>
                    <a:pt x="350" y="195"/>
                    <a:pt x="346" y="192"/>
                  </a:cubicBezTo>
                  <a:cubicBezTo>
                    <a:pt x="340" y="186"/>
                    <a:pt x="330" y="186"/>
                    <a:pt x="318" y="192"/>
                  </a:cubicBezTo>
                  <a:cubicBezTo>
                    <a:pt x="307" y="146"/>
                    <a:pt x="307" y="146"/>
                    <a:pt x="307" y="146"/>
                  </a:cubicBezTo>
                  <a:cubicBezTo>
                    <a:pt x="364" y="90"/>
                    <a:pt x="364" y="90"/>
                    <a:pt x="364" y="90"/>
                  </a:cubicBezTo>
                  <a:cubicBezTo>
                    <a:pt x="375" y="78"/>
                    <a:pt x="409" y="37"/>
                    <a:pt x="390" y="19"/>
                  </a:cubicBezTo>
                  <a:cubicBezTo>
                    <a:pt x="372" y="0"/>
                    <a:pt x="331" y="34"/>
                    <a:pt x="319" y="46"/>
                  </a:cubicBezTo>
                  <a:cubicBezTo>
                    <a:pt x="263" y="102"/>
                    <a:pt x="263" y="102"/>
                    <a:pt x="263" y="102"/>
                  </a:cubicBezTo>
                  <a:cubicBezTo>
                    <a:pt x="216" y="91"/>
                    <a:pt x="216" y="91"/>
                    <a:pt x="216" y="91"/>
                  </a:cubicBezTo>
                  <a:cubicBezTo>
                    <a:pt x="223" y="79"/>
                    <a:pt x="223" y="68"/>
                    <a:pt x="216" y="62"/>
                  </a:cubicBezTo>
                  <a:cubicBezTo>
                    <a:pt x="213" y="59"/>
                    <a:pt x="206" y="54"/>
                    <a:pt x="193" y="60"/>
                  </a:cubicBezTo>
                  <a:cubicBezTo>
                    <a:pt x="185" y="63"/>
                    <a:pt x="177" y="68"/>
                    <a:pt x="169" y="76"/>
                  </a:cubicBezTo>
                  <a:cubicBezTo>
                    <a:pt x="168" y="77"/>
                    <a:pt x="167" y="78"/>
                    <a:pt x="166" y="79"/>
                  </a:cubicBezTo>
                  <a:cubicBezTo>
                    <a:pt x="144" y="75"/>
                    <a:pt x="144" y="75"/>
                    <a:pt x="144" y="75"/>
                  </a:cubicBezTo>
                  <a:cubicBezTo>
                    <a:pt x="150" y="63"/>
                    <a:pt x="150" y="52"/>
                    <a:pt x="144" y="46"/>
                  </a:cubicBezTo>
                  <a:cubicBezTo>
                    <a:pt x="133" y="35"/>
                    <a:pt x="112" y="45"/>
                    <a:pt x="97" y="60"/>
                  </a:cubicBezTo>
                  <a:cubicBezTo>
                    <a:pt x="96" y="61"/>
                    <a:pt x="95" y="62"/>
                    <a:pt x="94" y="63"/>
                  </a:cubicBezTo>
                  <a:cubicBezTo>
                    <a:pt x="50" y="53"/>
                    <a:pt x="50" y="53"/>
                    <a:pt x="50" y="53"/>
                  </a:cubicBezTo>
                  <a:cubicBezTo>
                    <a:pt x="48" y="53"/>
                    <a:pt x="45" y="54"/>
                    <a:pt x="43" y="55"/>
                  </a:cubicBezTo>
                  <a:cubicBezTo>
                    <a:pt x="13" y="86"/>
                    <a:pt x="13" y="86"/>
                    <a:pt x="13" y="86"/>
                  </a:cubicBezTo>
                  <a:cubicBezTo>
                    <a:pt x="11" y="87"/>
                    <a:pt x="10" y="90"/>
                    <a:pt x="10" y="92"/>
                  </a:cubicBezTo>
                  <a:cubicBezTo>
                    <a:pt x="11" y="95"/>
                    <a:pt x="12" y="97"/>
                    <a:pt x="15" y="98"/>
                  </a:cubicBezTo>
                  <a:cubicBezTo>
                    <a:pt x="31" y="108"/>
                    <a:pt x="31" y="108"/>
                    <a:pt x="31" y="108"/>
                  </a:cubicBezTo>
                  <a:cubicBezTo>
                    <a:pt x="35" y="110"/>
                    <a:pt x="40" y="108"/>
                    <a:pt x="42" y="104"/>
                  </a:cubicBezTo>
                  <a:cubicBezTo>
                    <a:pt x="44" y="100"/>
                    <a:pt x="43" y="96"/>
                    <a:pt x="39" y="94"/>
                  </a:cubicBezTo>
                  <a:cubicBezTo>
                    <a:pt x="32" y="89"/>
                    <a:pt x="32" y="89"/>
                    <a:pt x="32" y="89"/>
                  </a:cubicBezTo>
                  <a:cubicBezTo>
                    <a:pt x="51" y="70"/>
                    <a:pt x="51" y="70"/>
                    <a:pt x="51" y="70"/>
                  </a:cubicBezTo>
                  <a:cubicBezTo>
                    <a:pt x="95" y="80"/>
                    <a:pt x="95" y="80"/>
                    <a:pt x="95" y="80"/>
                  </a:cubicBezTo>
                  <a:cubicBezTo>
                    <a:pt x="98" y="81"/>
                    <a:pt x="101" y="79"/>
                    <a:pt x="103" y="77"/>
                  </a:cubicBezTo>
                  <a:cubicBezTo>
                    <a:pt x="104" y="75"/>
                    <a:pt x="106" y="73"/>
                    <a:pt x="108" y="71"/>
                  </a:cubicBezTo>
                  <a:cubicBezTo>
                    <a:pt x="120" y="59"/>
                    <a:pt x="130" y="57"/>
                    <a:pt x="133" y="57"/>
                  </a:cubicBezTo>
                  <a:cubicBezTo>
                    <a:pt x="133" y="59"/>
                    <a:pt x="132" y="66"/>
                    <a:pt x="125" y="75"/>
                  </a:cubicBezTo>
                  <a:cubicBezTo>
                    <a:pt x="123" y="77"/>
                    <a:pt x="123" y="80"/>
                    <a:pt x="124" y="83"/>
                  </a:cubicBezTo>
                  <a:cubicBezTo>
                    <a:pt x="124" y="85"/>
                    <a:pt x="127" y="87"/>
                    <a:pt x="129" y="88"/>
                  </a:cubicBezTo>
                  <a:cubicBezTo>
                    <a:pt x="167" y="96"/>
                    <a:pt x="167" y="96"/>
                    <a:pt x="167" y="96"/>
                  </a:cubicBezTo>
                  <a:cubicBezTo>
                    <a:pt x="170" y="97"/>
                    <a:pt x="173" y="96"/>
                    <a:pt x="175" y="93"/>
                  </a:cubicBezTo>
                  <a:cubicBezTo>
                    <a:pt x="177" y="91"/>
                    <a:pt x="179" y="89"/>
                    <a:pt x="180" y="87"/>
                  </a:cubicBezTo>
                  <a:cubicBezTo>
                    <a:pt x="192" y="75"/>
                    <a:pt x="202" y="73"/>
                    <a:pt x="205" y="73"/>
                  </a:cubicBezTo>
                  <a:cubicBezTo>
                    <a:pt x="205" y="75"/>
                    <a:pt x="204" y="82"/>
                    <a:pt x="197" y="91"/>
                  </a:cubicBezTo>
                  <a:cubicBezTo>
                    <a:pt x="195" y="93"/>
                    <a:pt x="195" y="96"/>
                    <a:pt x="196" y="99"/>
                  </a:cubicBezTo>
                  <a:cubicBezTo>
                    <a:pt x="197" y="101"/>
                    <a:pt x="199" y="103"/>
                    <a:pt x="201" y="104"/>
                  </a:cubicBezTo>
                  <a:cubicBezTo>
                    <a:pt x="264" y="118"/>
                    <a:pt x="264" y="118"/>
                    <a:pt x="264" y="118"/>
                  </a:cubicBezTo>
                  <a:cubicBezTo>
                    <a:pt x="267" y="119"/>
                    <a:pt x="269" y="118"/>
                    <a:pt x="271" y="116"/>
                  </a:cubicBezTo>
                  <a:cubicBezTo>
                    <a:pt x="330" y="57"/>
                    <a:pt x="330" y="57"/>
                    <a:pt x="330" y="57"/>
                  </a:cubicBezTo>
                  <a:cubicBezTo>
                    <a:pt x="350" y="39"/>
                    <a:pt x="374" y="25"/>
                    <a:pt x="379" y="30"/>
                  </a:cubicBezTo>
                  <a:cubicBezTo>
                    <a:pt x="384" y="35"/>
                    <a:pt x="370" y="59"/>
                    <a:pt x="352" y="79"/>
                  </a:cubicBezTo>
                  <a:cubicBezTo>
                    <a:pt x="293" y="138"/>
                    <a:pt x="293" y="138"/>
                    <a:pt x="293" y="138"/>
                  </a:cubicBezTo>
                  <a:cubicBezTo>
                    <a:pt x="291" y="140"/>
                    <a:pt x="290" y="142"/>
                    <a:pt x="291" y="145"/>
                  </a:cubicBezTo>
                  <a:cubicBezTo>
                    <a:pt x="305" y="207"/>
                    <a:pt x="305" y="207"/>
                    <a:pt x="305" y="207"/>
                  </a:cubicBezTo>
                  <a:cubicBezTo>
                    <a:pt x="305" y="209"/>
                    <a:pt x="307" y="211"/>
                    <a:pt x="310" y="212"/>
                  </a:cubicBezTo>
                  <a:cubicBezTo>
                    <a:pt x="312" y="213"/>
                    <a:pt x="315" y="213"/>
                    <a:pt x="317" y="211"/>
                  </a:cubicBezTo>
                  <a:cubicBezTo>
                    <a:pt x="327" y="204"/>
                    <a:pt x="333" y="203"/>
                    <a:pt x="335" y="203"/>
                  </a:cubicBezTo>
                  <a:cubicBezTo>
                    <a:pt x="336" y="206"/>
                    <a:pt x="333" y="216"/>
                    <a:pt x="321" y="228"/>
                  </a:cubicBezTo>
                  <a:cubicBezTo>
                    <a:pt x="319" y="230"/>
                    <a:pt x="317" y="231"/>
                    <a:pt x="315" y="233"/>
                  </a:cubicBezTo>
                  <a:cubicBezTo>
                    <a:pt x="313" y="235"/>
                    <a:pt x="312" y="238"/>
                    <a:pt x="313" y="241"/>
                  </a:cubicBezTo>
                  <a:cubicBezTo>
                    <a:pt x="322" y="281"/>
                    <a:pt x="322" y="281"/>
                    <a:pt x="322" y="281"/>
                  </a:cubicBezTo>
                  <a:cubicBezTo>
                    <a:pt x="322" y="284"/>
                    <a:pt x="324" y="286"/>
                    <a:pt x="327" y="287"/>
                  </a:cubicBezTo>
                  <a:cubicBezTo>
                    <a:pt x="329" y="288"/>
                    <a:pt x="332" y="287"/>
                    <a:pt x="334" y="286"/>
                  </a:cubicBezTo>
                  <a:cubicBezTo>
                    <a:pt x="344" y="278"/>
                    <a:pt x="351" y="277"/>
                    <a:pt x="353" y="277"/>
                  </a:cubicBezTo>
                  <a:cubicBezTo>
                    <a:pt x="353" y="280"/>
                    <a:pt x="350" y="290"/>
                    <a:pt x="339" y="302"/>
                  </a:cubicBezTo>
                  <a:cubicBezTo>
                    <a:pt x="337" y="304"/>
                    <a:pt x="335" y="306"/>
                    <a:pt x="332" y="307"/>
                  </a:cubicBezTo>
                  <a:cubicBezTo>
                    <a:pt x="330" y="309"/>
                    <a:pt x="329" y="313"/>
                    <a:pt x="330" y="316"/>
                  </a:cubicBezTo>
                  <a:cubicBezTo>
                    <a:pt x="339" y="358"/>
                    <a:pt x="339" y="358"/>
                    <a:pt x="339" y="358"/>
                  </a:cubicBezTo>
                  <a:cubicBezTo>
                    <a:pt x="320" y="377"/>
                    <a:pt x="320" y="377"/>
                    <a:pt x="320" y="377"/>
                  </a:cubicBezTo>
                  <a:cubicBezTo>
                    <a:pt x="233" y="220"/>
                    <a:pt x="233" y="220"/>
                    <a:pt x="233" y="220"/>
                  </a:cubicBezTo>
                  <a:cubicBezTo>
                    <a:pt x="232" y="218"/>
                    <a:pt x="230" y="216"/>
                    <a:pt x="228" y="216"/>
                  </a:cubicBezTo>
                  <a:cubicBezTo>
                    <a:pt x="225" y="215"/>
                    <a:pt x="223" y="216"/>
                    <a:pt x="221" y="218"/>
                  </a:cubicBezTo>
                  <a:cubicBezTo>
                    <a:pt x="132" y="296"/>
                    <a:pt x="132" y="296"/>
                    <a:pt x="132" y="296"/>
                  </a:cubicBezTo>
                  <a:cubicBezTo>
                    <a:pt x="130" y="298"/>
                    <a:pt x="129" y="300"/>
                    <a:pt x="130" y="303"/>
                  </a:cubicBezTo>
                  <a:cubicBezTo>
                    <a:pt x="136" y="384"/>
                    <a:pt x="136" y="384"/>
                    <a:pt x="136" y="384"/>
                  </a:cubicBezTo>
                  <a:cubicBezTo>
                    <a:pt x="130" y="388"/>
                    <a:pt x="130" y="388"/>
                    <a:pt x="130" y="388"/>
                  </a:cubicBezTo>
                  <a:cubicBezTo>
                    <a:pt x="102" y="335"/>
                    <a:pt x="102" y="335"/>
                    <a:pt x="102" y="335"/>
                  </a:cubicBezTo>
                  <a:cubicBezTo>
                    <a:pt x="101" y="333"/>
                    <a:pt x="99" y="332"/>
                    <a:pt x="97" y="331"/>
                  </a:cubicBezTo>
                  <a:cubicBezTo>
                    <a:pt x="94" y="331"/>
                    <a:pt x="92" y="331"/>
                    <a:pt x="90" y="333"/>
                  </a:cubicBezTo>
                  <a:cubicBezTo>
                    <a:pt x="66" y="352"/>
                    <a:pt x="57" y="355"/>
                    <a:pt x="54" y="355"/>
                  </a:cubicBezTo>
                  <a:cubicBezTo>
                    <a:pt x="54" y="352"/>
                    <a:pt x="57" y="343"/>
                    <a:pt x="76" y="319"/>
                  </a:cubicBezTo>
                  <a:cubicBezTo>
                    <a:pt x="78" y="317"/>
                    <a:pt x="78" y="315"/>
                    <a:pt x="78" y="312"/>
                  </a:cubicBezTo>
                  <a:cubicBezTo>
                    <a:pt x="77" y="310"/>
                    <a:pt x="76" y="308"/>
                    <a:pt x="74" y="307"/>
                  </a:cubicBezTo>
                  <a:cubicBezTo>
                    <a:pt x="21" y="279"/>
                    <a:pt x="21" y="279"/>
                    <a:pt x="21" y="279"/>
                  </a:cubicBezTo>
                  <a:cubicBezTo>
                    <a:pt x="25" y="273"/>
                    <a:pt x="25" y="273"/>
                    <a:pt x="25" y="273"/>
                  </a:cubicBezTo>
                  <a:cubicBezTo>
                    <a:pt x="106" y="279"/>
                    <a:pt x="106" y="279"/>
                    <a:pt x="106" y="279"/>
                  </a:cubicBezTo>
                  <a:cubicBezTo>
                    <a:pt x="109" y="280"/>
                    <a:pt x="111" y="279"/>
                    <a:pt x="113" y="277"/>
                  </a:cubicBezTo>
                  <a:cubicBezTo>
                    <a:pt x="191" y="188"/>
                    <a:pt x="191" y="188"/>
                    <a:pt x="191" y="188"/>
                  </a:cubicBezTo>
                  <a:cubicBezTo>
                    <a:pt x="193" y="186"/>
                    <a:pt x="193" y="184"/>
                    <a:pt x="193" y="181"/>
                  </a:cubicBezTo>
                  <a:cubicBezTo>
                    <a:pt x="192" y="179"/>
                    <a:pt x="191" y="177"/>
                    <a:pt x="189" y="176"/>
                  </a:cubicBezTo>
                  <a:cubicBezTo>
                    <a:pt x="67" y="109"/>
                    <a:pt x="67" y="109"/>
                    <a:pt x="67" y="109"/>
                  </a:cubicBezTo>
                  <a:cubicBezTo>
                    <a:pt x="63" y="107"/>
                    <a:pt x="58" y="108"/>
                    <a:pt x="56" y="112"/>
                  </a:cubicBezTo>
                  <a:cubicBezTo>
                    <a:pt x="54" y="116"/>
                    <a:pt x="55" y="121"/>
                    <a:pt x="59" y="123"/>
                  </a:cubicBezTo>
                  <a:cubicBezTo>
                    <a:pt x="172" y="185"/>
                    <a:pt x="172" y="185"/>
                    <a:pt x="172" y="185"/>
                  </a:cubicBezTo>
                  <a:cubicBezTo>
                    <a:pt x="103" y="263"/>
                    <a:pt x="103" y="263"/>
                    <a:pt x="103" y="263"/>
                  </a:cubicBezTo>
                  <a:cubicBezTo>
                    <a:pt x="22" y="257"/>
                    <a:pt x="22" y="257"/>
                    <a:pt x="22" y="257"/>
                  </a:cubicBezTo>
                  <a:cubicBezTo>
                    <a:pt x="19" y="257"/>
                    <a:pt x="17" y="258"/>
                    <a:pt x="15" y="260"/>
                  </a:cubicBezTo>
                  <a:cubicBezTo>
                    <a:pt x="2" y="277"/>
                    <a:pt x="2" y="277"/>
                    <a:pt x="2" y="277"/>
                  </a:cubicBezTo>
                  <a:cubicBezTo>
                    <a:pt x="1" y="279"/>
                    <a:pt x="0" y="282"/>
                    <a:pt x="1" y="284"/>
                  </a:cubicBezTo>
                  <a:cubicBezTo>
                    <a:pt x="1" y="286"/>
                    <a:pt x="3" y="288"/>
                    <a:pt x="5" y="289"/>
                  </a:cubicBezTo>
                  <a:cubicBezTo>
                    <a:pt x="58" y="316"/>
                    <a:pt x="58" y="316"/>
                    <a:pt x="58" y="316"/>
                  </a:cubicBezTo>
                  <a:cubicBezTo>
                    <a:pt x="38" y="343"/>
                    <a:pt x="33" y="358"/>
                    <a:pt x="42" y="367"/>
                  </a:cubicBezTo>
                  <a:cubicBezTo>
                    <a:pt x="51" y="376"/>
                    <a:pt x="66" y="371"/>
                    <a:pt x="93" y="351"/>
                  </a:cubicBezTo>
                  <a:cubicBezTo>
                    <a:pt x="120" y="404"/>
                    <a:pt x="120" y="404"/>
                    <a:pt x="120" y="404"/>
                  </a:cubicBezTo>
                  <a:cubicBezTo>
                    <a:pt x="121" y="406"/>
                    <a:pt x="123" y="408"/>
                    <a:pt x="125" y="408"/>
                  </a:cubicBezTo>
                  <a:cubicBezTo>
                    <a:pt x="126" y="408"/>
                    <a:pt x="126" y="408"/>
                    <a:pt x="127" y="408"/>
                  </a:cubicBezTo>
                  <a:cubicBezTo>
                    <a:pt x="129" y="408"/>
                    <a:pt x="130" y="408"/>
                    <a:pt x="132" y="407"/>
                  </a:cubicBezTo>
                  <a:cubicBezTo>
                    <a:pt x="149" y="394"/>
                    <a:pt x="149" y="394"/>
                    <a:pt x="149" y="394"/>
                  </a:cubicBezTo>
                  <a:cubicBezTo>
                    <a:pt x="151" y="392"/>
                    <a:pt x="152" y="390"/>
                    <a:pt x="152" y="387"/>
                  </a:cubicBezTo>
                  <a:cubicBezTo>
                    <a:pt x="146" y="306"/>
                    <a:pt x="146" y="306"/>
                    <a:pt x="146" y="306"/>
                  </a:cubicBezTo>
                  <a:cubicBezTo>
                    <a:pt x="224" y="236"/>
                    <a:pt x="224" y="236"/>
                    <a:pt x="224" y="236"/>
                  </a:cubicBezTo>
                  <a:cubicBezTo>
                    <a:pt x="311" y="394"/>
                    <a:pt x="311" y="394"/>
                    <a:pt x="311" y="394"/>
                  </a:cubicBezTo>
                  <a:cubicBezTo>
                    <a:pt x="312" y="397"/>
                    <a:pt x="314" y="398"/>
                    <a:pt x="317" y="399"/>
                  </a:cubicBezTo>
                  <a:cubicBezTo>
                    <a:pt x="319" y="399"/>
                    <a:pt x="322" y="398"/>
                    <a:pt x="323" y="396"/>
                  </a:cubicBezTo>
                  <a:cubicBezTo>
                    <a:pt x="354" y="366"/>
                    <a:pt x="354" y="366"/>
                    <a:pt x="354" y="366"/>
                  </a:cubicBezTo>
                  <a:cubicBezTo>
                    <a:pt x="355" y="364"/>
                    <a:pt x="356" y="361"/>
                    <a:pt x="356" y="359"/>
                  </a:cubicBezTo>
                  <a:cubicBezTo>
                    <a:pt x="346" y="317"/>
                    <a:pt x="346" y="317"/>
                    <a:pt x="346" y="317"/>
                  </a:cubicBezTo>
                  <a:cubicBezTo>
                    <a:pt x="348" y="316"/>
                    <a:pt x="349" y="314"/>
                    <a:pt x="350" y="313"/>
                  </a:cubicBezTo>
                  <a:cubicBezTo>
                    <a:pt x="365" y="298"/>
                    <a:pt x="375" y="277"/>
                    <a:pt x="364" y="266"/>
                  </a:cubicBezTo>
                  <a:close/>
                </a:path>
              </a:pathLst>
            </a:custGeom>
            <a:blipFill dpi="0" rotWithShape="1">
              <a:blip r:embed="rId30"/>
              <a:srcRect/>
              <a:stretch>
                <a:fillRect/>
              </a:stretch>
            </a:blipFill>
            <a:ln w="9525">
              <a:noFill/>
              <a:round/>
              <a:headEnd/>
              <a:tailEnd/>
            </a:ln>
          </p:spPr>
          <p:txBody>
            <a:bodyPr/>
            <a:lstStyle/>
            <a:p>
              <a:endParaRPr lang="en-GB"/>
            </a:p>
          </p:txBody>
        </p:sp>
        <p:sp>
          <p:nvSpPr>
            <p:cNvPr id="31813" name="Freeform 3"/>
            <p:cNvSpPr>
              <a:spLocks noChangeAspect="1" noEditPoints="1"/>
            </p:cNvSpPr>
            <p:nvPr/>
          </p:nvSpPr>
          <p:spPr bwMode="auto">
            <a:xfrm>
              <a:off x="3477181" y="2402599"/>
              <a:ext cx="102850" cy="88496"/>
            </a:xfrm>
            <a:custGeom>
              <a:avLst/>
              <a:gdLst>
                <a:gd name="T0" fmla="*/ 2147483647 w 344"/>
                <a:gd name="T1" fmla="*/ 2147483647 h 285"/>
                <a:gd name="T2" fmla="*/ 2147483647 w 344"/>
                <a:gd name="T3" fmla="*/ 2147483647 h 285"/>
                <a:gd name="T4" fmla="*/ 2147483647 w 344"/>
                <a:gd name="T5" fmla="*/ 2147483647 h 285"/>
                <a:gd name="T6" fmla="*/ 2147483647 w 344"/>
                <a:gd name="T7" fmla="*/ 2147483647 h 285"/>
                <a:gd name="T8" fmla="*/ 2147483647 w 344"/>
                <a:gd name="T9" fmla="*/ 2147483647 h 285"/>
                <a:gd name="T10" fmla="*/ 2147483647 w 344"/>
                <a:gd name="T11" fmla="*/ 2147483647 h 285"/>
                <a:gd name="T12" fmla="*/ 2147483647 w 344"/>
                <a:gd name="T13" fmla="*/ 2147483647 h 285"/>
                <a:gd name="T14" fmla="*/ 2147483647 w 344"/>
                <a:gd name="T15" fmla="*/ 2147483647 h 285"/>
                <a:gd name="T16" fmla="*/ 2147483647 w 344"/>
                <a:gd name="T17" fmla="*/ 2147483647 h 285"/>
                <a:gd name="T18" fmla="*/ 2147483647 w 344"/>
                <a:gd name="T19" fmla="*/ 2147483647 h 285"/>
                <a:gd name="T20" fmla="*/ 2147483647 w 344"/>
                <a:gd name="T21" fmla="*/ 2147483647 h 285"/>
                <a:gd name="T22" fmla="*/ 2147483647 w 344"/>
                <a:gd name="T23" fmla="*/ 2147483647 h 285"/>
                <a:gd name="T24" fmla="*/ 2147483647 w 344"/>
                <a:gd name="T25" fmla="*/ 2147483647 h 285"/>
                <a:gd name="T26" fmla="*/ 2147483647 w 344"/>
                <a:gd name="T27" fmla="*/ 2147483647 h 285"/>
                <a:gd name="T28" fmla="*/ 2147483647 w 344"/>
                <a:gd name="T29" fmla="*/ 2147483647 h 285"/>
                <a:gd name="T30" fmla="*/ 2147483647 w 344"/>
                <a:gd name="T31" fmla="*/ 2147483647 h 285"/>
                <a:gd name="T32" fmla="*/ 2147483647 w 344"/>
                <a:gd name="T33" fmla="*/ 2147483647 h 285"/>
                <a:gd name="T34" fmla="*/ 2147483647 w 344"/>
                <a:gd name="T35" fmla="*/ 2147483647 h 285"/>
                <a:gd name="T36" fmla="*/ 2147483647 w 344"/>
                <a:gd name="T37" fmla="*/ 2147483647 h 285"/>
                <a:gd name="T38" fmla="*/ 2147483647 w 344"/>
                <a:gd name="T39" fmla="*/ 2147483647 h 285"/>
                <a:gd name="T40" fmla="*/ 2147483647 w 344"/>
                <a:gd name="T41" fmla="*/ 2147483647 h 285"/>
                <a:gd name="T42" fmla="*/ 2147483647 w 344"/>
                <a:gd name="T43" fmla="*/ 2147483647 h 285"/>
                <a:gd name="T44" fmla="*/ 2147483647 w 344"/>
                <a:gd name="T45" fmla="*/ 2147483647 h 285"/>
                <a:gd name="T46" fmla="*/ 2147483647 w 344"/>
                <a:gd name="T47" fmla="*/ 2147483647 h 285"/>
                <a:gd name="T48" fmla="*/ 2147483647 w 344"/>
                <a:gd name="T49" fmla="*/ 2147483647 h 285"/>
                <a:gd name="T50" fmla="*/ 2147483647 w 344"/>
                <a:gd name="T51" fmla="*/ 2147483647 h 285"/>
                <a:gd name="T52" fmla="*/ 2147483647 w 344"/>
                <a:gd name="T53" fmla="*/ 2147483647 h 285"/>
                <a:gd name="T54" fmla="*/ 2147483647 w 344"/>
                <a:gd name="T55" fmla="*/ 2147483647 h 285"/>
                <a:gd name="T56" fmla="*/ 2147483647 w 344"/>
                <a:gd name="T57" fmla="*/ 2147483647 h 285"/>
                <a:gd name="T58" fmla="*/ 2147483647 w 344"/>
                <a:gd name="T59" fmla="*/ 2147483647 h 285"/>
                <a:gd name="T60" fmla="*/ 2147483647 w 344"/>
                <a:gd name="T61" fmla="*/ 2147483647 h 285"/>
                <a:gd name="T62" fmla="*/ 2147483647 w 344"/>
                <a:gd name="T63" fmla="*/ 2147483647 h 285"/>
                <a:gd name="T64" fmla="*/ 2147483647 w 344"/>
                <a:gd name="T65" fmla="*/ 2147483647 h 285"/>
                <a:gd name="T66" fmla="*/ 2147483647 w 344"/>
                <a:gd name="T67" fmla="*/ 2147483647 h 285"/>
                <a:gd name="T68" fmla="*/ 2147483647 w 344"/>
                <a:gd name="T69" fmla="*/ 2147483647 h 285"/>
                <a:gd name="T70" fmla="*/ 2147483647 w 344"/>
                <a:gd name="T71" fmla="*/ 2147483647 h 285"/>
                <a:gd name="T72" fmla="*/ 2147483647 w 344"/>
                <a:gd name="T73" fmla="*/ 2147483647 h 285"/>
                <a:gd name="T74" fmla="*/ 2147483647 w 344"/>
                <a:gd name="T75" fmla="*/ 2147483647 h 285"/>
                <a:gd name="T76" fmla="*/ 2147483647 w 344"/>
                <a:gd name="T77" fmla="*/ 2147483647 h 285"/>
                <a:gd name="T78" fmla="*/ 2147483647 w 344"/>
                <a:gd name="T79" fmla="*/ 2147483647 h 285"/>
                <a:gd name="T80" fmla="*/ 2147483647 w 344"/>
                <a:gd name="T81" fmla="*/ 2147483647 h 285"/>
                <a:gd name="T82" fmla="*/ 2147483647 w 344"/>
                <a:gd name="T83" fmla="*/ 2147483647 h 285"/>
                <a:gd name="T84" fmla="*/ 2147483647 w 344"/>
                <a:gd name="T85" fmla="*/ 2147483647 h 285"/>
                <a:gd name="T86" fmla="*/ 2147483647 w 344"/>
                <a:gd name="T87" fmla="*/ 2147483647 h 285"/>
                <a:gd name="T88" fmla="*/ 2147483647 w 344"/>
                <a:gd name="T89" fmla="*/ 2147483647 h 285"/>
                <a:gd name="T90" fmla="*/ 2147483647 w 344"/>
                <a:gd name="T91" fmla="*/ 2147483647 h 285"/>
                <a:gd name="T92" fmla="*/ 2147483647 w 344"/>
                <a:gd name="T93" fmla="*/ 2147483647 h 285"/>
                <a:gd name="T94" fmla="*/ 2147483647 w 344"/>
                <a:gd name="T95" fmla="*/ 2147483647 h 285"/>
                <a:gd name="T96" fmla="*/ 2147483647 w 344"/>
                <a:gd name="T97" fmla="*/ 2147483647 h 285"/>
                <a:gd name="T98" fmla="*/ 2147483647 w 344"/>
                <a:gd name="T99" fmla="*/ 2147483647 h 285"/>
                <a:gd name="T100" fmla="*/ 2147483647 w 344"/>
                <a:gd name="T101" fmla="*/ 2147483647 h 285"/>
                <a:gd name="T102" fmla="*/ 2147483647 w 344"/>
                <a:gd name="T103" fmla="*/ 2147483647 h 285"/>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344"/>
                <a:gd name="T157" fmla="*/ 0 h 285"/>
                <a:gd name="T158" fmla="*/ 344 w 344"/>
                <a:gd name="T159" fmla="*/ 285 h 285"/>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344" h="285">
                  <a:moveTo>
                    <a:pt x="131" y="2"/>
                  </a:moveTo>
                  <a:cubicBezTo>
                    <a:pt x="127" y="0"/>
                    <a:pt x="122" y="2"/>
                    <a:pt x="120" y="6"/>
                  </a:cubicBezTo>
                  <a:cubicBezTo>
                    <a:pt x="2" y="273"/>
                    <a:pt x="2" y="273"/>
                    <a:pt x="2" y="273"/>
                  </a:cubicBezTo>
                  <a:cubicBezTo>
                    <a:pt x="0" y="278"/>
                    <a:pt x="2" y="282"/>
                    <a:pt x="6" y="284"/>
                  </a:cubicBezTo>
                  <a:cubicBezTo>
                    <a:pt x="7" y="285"/>
                    <a:pt x="8" y="285"/>
                    <a:pt x="9" y="285"/>
                  </a:cubicBezTo>
                  <a:cubicBezTo>
                    <a:pt x="12" y="285"/>
                    <a:pt x="15" y="283"/>
                    <a:pt x="16" y="280"/>
                  </a:cubicBezTo>
                  <a:cubicBezTo>
                    <a:pt x="135" y="12"/>
                    <a:pt x="135" y="12"/>
                    <a:pt x="135" y="12"/>
                  </a:cubicBezTo>
                  <a:cubicBezTo>
                    <a:pt x="137" y="8"/>
                    <a:pt x="135" y="3"/>
                    <a:pt x="131" y="2"/>
                  </a:cubicBezTo>
                  <a:close/>
                  <a:moveTo>
                    <a:pt x="172" y="1"/>
                  </a:moveTo>
                  <a:cubicBezTo>
                    <a:pt x="168" y="1"/>
                    <a:pt x="164" y="4"/>
                    <a:pt x="164" y="9"/>
                  </a:cubicBezTo>
                  <a:cubicBezTo>
                    <a:pt x="164" y="25"/>
                    <a:pt x="164" y="25"/>
                    <a:pt x="164" y="25"/>
                  </a:cubicBezTo>
                  <a:cubicBezTo>
                    <a:pt x="164" y="29"/>
                    <a:pt x="168" y="33"/>
                    <a:pt x="172" y="33"/>
                  </a:cubicBezTo>
                  <a:cubicBezTo>
                    <a:pt x="177" y="33"/>
                    <a:pt x="180" y="29"/>
                    <a:pt x="180" y="25"/>
                  </a:cubicBezTo>
                  <a:cubicBezTo>
                    <a:pt x="180" y="9"/>
                    <a:pt x="180" y="9"/>
                    <a:pt x="180" y="9"/>
                  </a:cubicBezTo>
                  <a:cubicBezTo>
                    <a:pt x="180" y="4"/>
                    <a:pt x="177" y="1"/>
                    <a:pt x="172" y="1"/>
                  </a:cubicBezTo>
                  <a:close/>
                  <a:moveTo>
                    <a:pt x="172" y="159"/>
                  </a:moveTo>
                  <a:cubicBezTo>
                    <a:pt x="168" y="159"/>
                    <a:pt x="164" y="162"/>
                    <a:pt x="164" y="167"/>
                  </a:cubicBezTo>
                  <a:cubicBezTo>
                    <a:pt x="164" y="202"/>
                    <a:pt x="164" y="202"/>
                    <a:pt x="164" y="202"/>
                  </a:cubicBezTo>
                  <a:cubicBezTo>
                    <a:pt x="164" y="207"/>
                    <a:pt x="168" y="210"/>
                    <a:pt x="172" y="210"/>
                  </a:cubicBezTo>
                  <a:cubicBezTo>
                    <a:pt x="177" y="210"/>
                    <a:pt x="180" y="207"/>
                    <a:pt x="180" y="202"/>
                  </a:cubicBezTo>
                  <a:cubicBezTo>
                    <a:pt x="180" y="167"/>
                    <a:pt x="180" y="167"/>
                    <a:pt x="180" y="167"/>
                  </a:cubicBezTo>
                  <a:cubicBezTo>
                    <a:pt x="180" y="162"/>
                    <a:pt x="177" y="159"/>
                    <a:pt x="172" y="159"/>
                  </a:cubicBezTo>
                  <a:close/>
                  <a:moveTo>
                    <a:pt x="172" y="70"/>
                  </a:moveTo>
                  <a:cubicBezTo>
                    <a:pt x="168" y="70"/>
                    <a:pt x="164" y="74"/>
                    <a:pt x="164" y="78"/>
                  </a:cubicBezTo>
                  <a:cubicBezTo>
                    <a:pt x="164" y="114"/>
                    <a:pt x="164" y="114"/>
                    <a:pt x="164" y="114"/>
                  </a:cubicBezTo>
                  <a:cubicBezTo>
                    <a:pt x="164" y="118"/>
                    <a:pt x="168" y="122"/>
                    <a:pt x="172" y="122"/>
                  </a:cubicBezTo>
                  <a:cubicBezTo>
                    <a:pt x="177" y="122"/>
                    <a:pt x="180" y="118"/>
                    <a:pt x="180" y="114"/>
                  </a:cubicBezTo>
                  <a:cubicBezTo>
                    <a:pt x="180" y="78"/>
                    <a:pt x="180" y="78"/>
                    <a:pt x="180" y="78"/>
                  </a:cubicBezTo>
                  <a:cubicBezTo>
                    <a:pt x="180" y="74"/>
                    <a:pt x="177" y="70"/>
                    <a:pt x="172" y="70"/>
                  </a:cubicBezTo>
                  <a:close/>
                  <a:moveTo>
                    <a:pt x="172" y="247"/>
                  </a:moveTo>
                  <a:cubicBezTo>
                    <a:pt x="168" y="247"/>
                    <a:pt x="164" y="251"/>
                    <a:pt x="164" y="255"/>
                  </a:cubicBezTo>
                  <a:cubicBezTo>
                    <a:pt x="164" y="271"/>
                    <a:pt x="164" y="271"/>
                    <a:pt x="164" y="271"/>
                  </a:cubicBezTo>
                  <a:cubicBezTo>
                    <a:pt x="164" y="276"/>
                    <a:pt x="168" y="279"/>
                    <a:pt x="172" y="279"/>
                  </a:cubicBezTo>
                  <a:cubicBezTo>
                    <a:pt x="177" y="279"/>
                    <a:pt x="180" y="276"/>
                    <a:pt x="180" y="271"/>
                  </a:cubicBezTo>
                  <a:cubicBezTo>
                    <a:pt x="180" y="255"/>
                    <a:pt x="180" y="255"/>
                    <a:pt x="180" y="255"/>
                  </a:cubicBezTo>
                  <a:cubicBezTo>
                    <a:pt x="180" y="251"/>
                    <a:pt x="177" y="247"/>
                    <a:pt x="172" y="247"/>
                  </a:cubicBezTo>
                  <a:close/>
                  <a:moveTo>
                    <a:pt x="235" y="30"/>
                  </a:moveTo>
                  <a:cubicBezTo>
                    <a:pt x="224" y="6"/>
                    <a:pt x="224" y="6"/>
                    <a:pt x="224" y="6"/>
                  </a:cubicBezTo>
                  <a:cubicBezTo>
                    <a:pt x="222" y="2"/>
                    <a:pt x="218" y="0"/>
                    <a:pt x="213" y="2"/>
                  </a:cubicBezTo>
                  <a:cubicBezTo>
                    <a:pt x="209" y="3"/>
                    <a:pt x="208" y="8"/>
                    <a:pt x="209" y="12"/>
                  </a:cubicBezTo>
                  <a:cubicBezTo>
                    <a:pt x="220" y="36"/>
                    <a:pt x="220" y="36"/>
                    <a:pt x="220" y="36"/>
                  </a:cubicBezTo>
                  <a:cubicBezTo>
                    <a:pt x="222" y="39"/>
                    <a:pt x="224" y="41"/>
                    <a:pt x="227" y="41"/>
                  </a:cubicBezTo>
                  <a:cubicBezTo>
                    <a:pt x="229" y="41"/>
                    <a:pt x="230" y="41"/>
                    <a:pt x="231" y="41"/>
                  </a:cubicBezTo>
                  <a:cubicBezTo>
                    <a:pt x="235" y="39"/>
                    <a:pt x="237" y="34"/>
                    <a:pt x="235" y="30"/>
                  </a:cubicBezTo>
                  <a:close/>
                  <a:moveTo>
                    <a:pt x="343" y="273"/>
                  </a:moveTo>
                  <a:cubicBezTo>
                    <a:pt x="248" y="60"/>
                    <a:pt x="248" y="60"/>
                    <a:pt x="248" y="60"/>
                  </a:cubicBezTo>
                  <a:cubicBezTo>
                    <a:pt x="246" y="56"/>
                    <a:pt x="241" y="54"/>
                    <a:pt x="237" y="56"/>
                  </a:cubicBezTo>
                  <a:cubicBezTo>
                    <a:pt x="233" y="58"/>
                    <a:pt x="232" y="62"/>
                    <a:pt x="233" y="66"/>
                  </a:cubicBezTo>
                  <a:cubicBezTo>
                    <a:pt x="328" y="280"/>
                    <a:pt x="328" y="280"/>
                    <a:pt x="328" y="280"/>
                  </a:cubicBezTo>
                  <a:cubicBezTo>
                    <a:pt x="329" y="283"/>
                    <a:pt x="332" y="285"/>
                    <a:pt x="335" y="285"/>
                  </a:cubicBezTo>
                  <a:cubicBezTo>
                    <a:pt x="336" y="285"/>
                    <a:pt x="337" y="285"/>
                    <a:pt x="339" y="284"/>
                  </a:cubicBezTo>
                  <a:cubicBezTo>
                    <a:pt x="343" y="282"/>
                    <a:pt x="344" y="278"/>
                    <a:pt x="343" y="273"/>
                  </a:cubicBezTo>
                  <a:close/>
                </a:path>
              </a:pathLst>
            </a:custGeom>
            <a:blipFill dpi="0" rotWithShape="1">
              <a:blip r:embed="rId31"/>
              <a:srcRect/>
              <a:stretch>
                <a:fillRect/>
              </a:stretch>
            </a:blipFill>
            <a:ln w="9525">
              <a:noFill/>
              <a:round/>
              <a:headEnd/>
              <a:tailEnd/>
            </a:ln>
          </p:spPr>
          <p:txBody>
            <a:bodyPr/>
            <a:lstStyle/>
            <a:p>
              <a:endParaRPr lang="en-GB"/>
            </a:p>
          </p:txBody>
        </p:sp>
        <p:sp>
          <p:nvSpPr>
            <p:cNvPr id="31814" name="Freeform 3"/>
            <p:cNvSpPr>
              <a:spLocks noChangeAspect="1" noEditPoints="1"/>
            </p:cNvSpPr>
            <p:nvPr/>
          </p:nvSpPr>
          <p:spPr bwMode="auto">
            <a:xfrm>
              <a:off x="3824135" y="2099910"/>
              <a:ext cx="71984" cy="119266"/>
            </a:xfrm>
            <a:custGeom>
              <a:avLst/>
              <a:gdLst>
                <a:gd name="T0" fmla="*/ 2147483647 w 241"/>
                <a:gd name="T1" fmla="*/ 2147483647 h 384"/>
                <a:gd name="T2" fmla="*/ 2147483647 w 241"/>
                <a:gd name="T3" fmla="*/ 2147483647 h 384"/>
                <a:gd name="T4" fmla="*/ 2147483647 w 241"/>
                <a:gd name="T5" fmla="*/ 2147483647 h 384"/>
                <a:gd name="T6" fmla="*/ 2147483647 w 241"/>
                <a:gd name="T7" fmla="*/ 2147483647 h 384"/>
                <a:gd name="T8" fmla="*/ 2147483647 w 241"/>
                <a:gd name="T9" fmla="*/ 2147483647 h 384"/>
                <a:gd name="T10" fmla="*/ 2147483647 w 241"/>
                <a:gd name="T11" fmla="*/ 2147483647 h 384"/>
                <a:gd name="T12" fmla="*/ 2147483647 w 241"/>
                <a:gd name="T13" fmla="*/ 2147483647 h 384"/>
                <a:gd name="T14" fmla="*/ 2147483647 w 241"/>
                <a:gd name="T15" fmla="*/ 0 h 384"/>
                <a:gd name="T16" fmla="*/ 0 w 241"/>
                <a:gd name="T17" fmla="*/ 2147483647 h 384"/>
                <a:gd name="T18" fmla="*/ 2147483647 w 241"/>
                <a:gd name="T19" fmla="*/ 2147483647 h 384"/>
                <a:gd name="T20" fmla="*/ 2147483647 w 241"/>
                <a:gd name="T21" fmla="*/ 2147483647 h 384"/>
                <a:gd name="T22" fmla="*/ 2147483647 w 241"/>
                <a:gd name="T23" fmla="*/ 2147483647 h 384"/>
                <a:gd name="T24" fmla="*/ 2147483647 w 241"/>
                <a:gd name="T25" fmla="*/ 2147483647 h 384"/>
                <a:gd name="T26" fmla="*/ 2147483647 w 241"/>
                <a:gd name="T27" fmla="*/ 2147483647 h 384"/>
                <a:gd name="T28" fmla="*/ 2147483647 w 241"/>
                <a:gd name="T29" fmla="*/ 2147483647 h 384"/>
                <a:gd name="T30" fmla="*/ 2147483647 w 241"/>
                <a:gd name="T31" fmla="*/ 2147483647 h 384"/>
                <a:gd name="T32" fmla="*/ 2147483647 w 241"/>
                <a:gd name="T33" fmla="*/ 2147483647 h 384"/>
                <a:gd name="T34" fmla="*/ 2147483647 w 241"/>
                <a:gd name="T35" fmla="*/ 2147483647 h 384"/>
                <a:gd name="T36" fmla="*/ 2147483647 w 241"/>
                <a:gd name="T37" fmla="*/ 2147483647 h 384"/>
                <a:gd name="T38" fmla="*/ 2147483647 w 241"/>
                <a:gd name="T39" fmla="*/ 2147483647 h 384"/>
                <a:gd name="T40" fmla="*/ 2147483647 w 241"/>
                <a:gd name="T41" fmla="*/ 2147483647 h 384"/>
                <a:gd name="T42" fmla="*/ 2147483647 w 241"/>
                <a:gd name="T43" fmla="*/ 2147483647 h 384"/>
                <a:gd name="T44" fmla="*/ 2147483647 w 241"/>
                <a:gd name="T45" fmla="*/ 2147483647 h 384"/>
                <a:gd name="T46" fmla="*/ 2147483647 w 241"/>
                <a:gd name="T47" fmla="*/ 2147483647 h 384"/>
                <a:gd name="T48" fmla="*/ 2147483647 w 241"/>
                <a:gd name="T49" fmla="*/ 2147483647 h 384"/>
                <a:gd name="T50" fmla="*/ 2147483647 w 241"/>
                <a:gd name="T51" fmla="*/ 2147483647 h 384"/>
                <a:gd name="T52" fmla="*/ 2147483647 w 241"/>
                <a:gd name="T53" fmla="*/ 2147483647 h 384"/>
                <a:gd name="T54" fmla="*/ 2147483647 w 241"/>
                <a:gd name="T55" fmla="*/ 2147483647 h 384"/>
                <a:gd name="T56" fmla="*/ 2147483647 w 241"/>
                <a:gd name="T57" fmla="*/ 2147483647 h 384"/>
                <a:gd name="T58" fmla="*/ 2147483647 w 241"/>
                <a:gd name="T59" fmla="*/ 2147483647 h 384"/>
                <a:gd name="T60" fmla="*/ 2147483647 w 241"/>
                <a:gd name="T61" fmla="*/ 2147483647 h 384"/>
                <a:gd name="T62" fmla="*/ 2147483647 w 241"/>
                <a:gd name="T63" fmla="*/ 2147483647 h 384"/>
                <a:gd name="T64" fmla="*/ 2147483647 w 241"/>
                <a:gd name="T65" fmla="*/ 2147483647 h 384"/>
                <a:gd name="T66" fmla="*/ 2147483647 w 241"/>
                <a:gd name="T67" fmla="*/ 2147483647 h 384"/>
                <a:gd name="T68" fmla="*/ 2147483647 w 241"/>
                <a:gd name="T69" fmla="*/ 2147483647 h 384"/>
                <a:gd name="T70" fmla="*/ 2147483647 w 241"/>
                <a:gd name="T71" fmla="*/ 2147483647 h 384"/>
                <a:gd name="T72" fmla="*/ 2147483647 w 241"/>
                <a:gd name="T73" fmla="*/ 2147483647 h 384"/>
                <a:gd name="T74" fmla="*/ 2147483647 w 241"/>
                <a:gd name="T75" fmla="*/ 2147483647 h 384"/>
                <a:gd name="T76" fmla="*/ 2147483647 w 241"/>
                <a:gd name="T77" fmla="*/ 2147483647 h 384"/>
                <a:gd name="T78" fmla="*/ 2147483647 w 241"/>
                <a:gd name="T79" fmla="*/ 2147483647 h 384"/>
                <a:gd name="T80" fmla="*/ 2147483647 w 241"/>
                <a:gd name="T81" fmla="*/ 2147483647 h 384"/>
                <a:gd name="T82" fmla="*/ 2147483647 w 241"/>
                <a:gd name="T83" fmla="*/ 2147483647 h 384"/>
                <a:gd name="T84" fmla="*/ 2147483647 w 241"/>
                <a:gd name="T85" fmla="*/ 2147483647 h 384"/>
                <a:gd name="T86" fmla="*/ 2147483647 w 241"/>
                <a:gd name="T87" fmla="*/ 2147483647 h 384"/>
                <a:gd name="T88" fmla="*/ 2147483647 w 241"/>
                <a:gd name="T89" fmla="*/ 2147483647 h 384"/>
                <a:gd name="T90" fmla="*/ 2147483647 w 241"/>
                <a:gd name="T91" fmla="*/ 2147483647 h 384"/>
                <a:gd name="T92" fmla="*/ 2147483647 w 241"/>
                <a:gd name="T93" fmla="*/ 2147483647 h 384"/>
                <a:gd name="T94" fmla="*/ 2147483647 w 241"/>
                <a:gd name="T95" fmla="*/ 2147483647 h 384"/>
                <a:gd name="T96" fmla="*/ 2147483647 w 241"/>
                <a:gd name="T97" fmla="*/ 2147483647 h 384"/>
                <a:gd name="T98" fmla="*/ 2147483647 w 241"/>
                <a:gd name="T99" fmla="*/ 2147483647 h 384"/>
                <a:gd name="T100" fmla="*/ 2147483647 w 241"/>
                <a:gd name="T101" fmla="*/ 2147483647 h 384"/>
                <a:gd name="T102" fmla="*/ 2147483647 w 241"/>
                <a:gd name="T103" fmla="*/ 2147483647 h 38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41"/>
                <a:gd name="T157" fmla="*/ 0 h 384"/>
                <a:gd name="T158" fmla="*/ 241 w 241"/>
                <a:gd name="T159" fmla="*/ 384 h 38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41" h="384">
                  <a:moveTo>
                    <a:pt x="117" y="356"/>
                  </a:moveTo>
                  <a:cubicBezTo>
                    <a:pt x="127" y="356"/>
                    <a:pt x="135" y="348"/>
                    <a:pt x="135" y="339"/>
                  </a:cubicBezTo>
                  <a:cubicBezTo>
                    <a:pt x="135" y="329"/>
                    <a:pt x="127" y="321"/>
                    <a:pt x="117" y="321"/>
                  </a:cubicBezTo>
                  <a:cubicBezTo>
                    <a:pt x="107" y="321"/>
                    <a:pt x="99" y="329"/>
                    <a:pt x="99" y="339"/>
                  </a:cubicBezTo>
                  <a:cubicBezTo>
                    <a:pt x="99" y="348"/>
                    <a:pt x="107" y="356"/>
                    <a:pt x="117" y="356"/>
                  </a:cubicBezTo>
                  <a:close/>
                  <a:moveTo>
                    <a:pt x="135" y="26"/>
                  </a:moveTo>
                  <a:cubicBezTo>
                    <a:pt x="99" y="26"/>
                    <a:pt x="99" y="26"/>
                    <a:pt x="99" y="26"/>
                  </a:cubicBezTo>
                  <a:cubicBezTo>
                    <a:pt x="95" y="26"/>
                    <a:pt x="91" y="30"/>
                    <a:pt x="91" y="34"/>
                  </a:cubicBezTo>
                  <a:cubicBezTo>
                    <a:pt x="91" y="39"/>
                    <a:pt x="95" y="42"/>
                    <a:pt x="99" y="42"/>
                  </a:cubicBezTo>
                  <a:cubicBezTo>
                    <a:pt x="135" y="42"/>
                    <a:pt x="135" y="42"/>
                    <a:pt x="135" y="42"/>
                  </a:cubicBezTo>
                  <a:cubicBezTo>
                    <a:pt x="139" y="42"/>
                    <a:pt x="143" y="39"/>
                    <a:pt x="143" y="34"/>
                  </a:cubicBezTo>
                  <a:cubicBezTo>
                    <a:pt x="143" y="30"/>
                    <a:pt x="139" y="26"/>
                    <a:pt x="135" y="26"/>
                  </a:cubicBezTo>
                  <a:close/>
                  <a:moveTo>
                    <a:pt x="233" y="91"/>
                  </a:moveTo>
                  <a:cubicBezTo>
                    <a:pt x="237" y="91"/>
                    <a:pt x="241" y="87"/>
                    <a:pt x="241" y="83"/>
                  </a:cubicBezTo>
                  <a:cubicBezTo>
                    <a:pt x="241" y="19"/>
                    <a:pt x="241" y="19"/>
                    <a:pt x="241" y="19"/>
                  </a:cubicBezTo>
                  <a:cubicBezTo>
                    <a:pt x="241" y="9"/>
                    <a:pt x="232" y="0"/>
                    <a:pt x="221" y="0"/>
                  </a:cubicBezTo>
                  <a:cubicBezTo>
                    <a:pt x="19" y="0"/>
                    <a:pt x="19" y="0"/>
                    <a:pt x="19" y="0"/>
                  </a:cubicBezTo>
                  <a:cubicBezTo>
                    <a:pt x="8" y="0"/>
                    <a:pt x="0" y="9"/>
                    <a:pt x="0" y="19"/>
                  </a:cubicBezTo>
                  <a:cubicBezTo>
                    <a:pt x="0" y="364"/>
                    <a:pt x="0" y="364"/>
                    <a:pt x="0" y="364"/>
                  </a:cubicBezTo>
                  <a:cubicBezTo>
                    <a:pt x="0" y="375"/>
                    <a:pt x="8" y="384"/>
                    <a:pt x="19" y="384"/>
                  </a:cubicBezTo>
                  <a:cubicBezTo>
                    <a:pt x="221" y="384"/>
                    <a:pt x="221" y="384"/>
                    <a:pt x="221" y="384"/>
                  </a:cubicBezTo>
                  <a:cubicBezTo>
                    <a:pt x="232" y="384"/>
                    <a:pt x="241" y="375"/>
                    <a:pt x="241" y="364"/>
                  </a:cubicBezTo>
                  <a:cubicBezTo>
                    <a:pt x="241" y="114"/>
                    <a:pt x="241" y="114"/>
                    <a:pt x="241" y="114"/>
                  </a:cubicBezTo>
                  <a:cubicBezTo>
                    <a:pt x="241" y="110"/>
                    <a:pt x="237" y="106"/>
                    <a:pt x="233" y="106"/>
                  </a:cubicBezTo>
                  <a:cubicBezTo>
                    <a:pt x="228" y="106"/>
                    <a:pt x="225" y="110"/>
                    <a:pt x="225" y="114"/>
                  </a:cubicBezTo>
                  <a:cubicBezTo>
                    <a:pt x="225" y="296"/>
                    <a:pt x="225" y="296"/>
                    <a:pt x="225" y="296"/>
                  </a:cubicBezTo>
                  <a:cubicBezTo>
                    <a:pt x="16" y="296"/>
                    <a:pt x="16" y="296"/>
                    <a:pt x="16" y="296"/>
                  </a:cubicBezTo>
                  <a:cubicBezTo>
                    <a:pt x="16" y="69"/>
                    <a:pt x="16" y="69"/>
                    <a:pt x="16" y="69"/>
                  </a:cubicBezTo>
                  <a:cubicBezTo>
                    <a:pt x="225" y="69"/>
                    <a:pt x="225" y="69"/>
                    <a:pt x="225" y="69"/>
                  </a:cubicBezTo>
                  <a:cubicBezTo>
                    <a:pt x="225" y="83"/>
                    <a:pt x="225" y="83"/>
                    <a:pt x="225" y="83"/>
                  </a:cubicBezTo>
                  <a:cubicBezTo>
                    <a:pt x="225" y="87"/>
                    <a:pt x="228" y="91"/>
                    <a:pt x="233" y="91"/>
                  </a:cubicBezTo>
                  <a:close/>
                  <a:moveTo>
                    <a:pt x="225" y="312"/>
                  </a:moveTo>
                  <a:cubicBezTo>
                    <a:pt x="225" y="364"/>
                    <a:pt x="225" y="364"/>
                    <a:pt x="225" y="364"/>
                  </a:cubicBezTo>
                  <a:cubicBezTo>
                    <a:pt x="225" y="366"/>
                    <a:pt x="223" y="368"/>
                    <a:pt x="221" y="368"/>
                  </a:cubicBezTo>
                  <a:cubicBezTo>
                    <a:pt x="19" y="368"/>
                    <a:pt x="19" y="368"/>
                    <a:pt x="19" y="368"/>
                  </a:cubicBezTo>
                  <a:cubicBezTo>
                    <a:pt x="17" y="368"/>
                    <a:pt x="16" y="366"/>
                    <a:pt x="16" y="364"/>
                  </a:cubicBezTo>
                  <a:cubicBezTo>
                    <a:pt x="16" y="312"/>
                    <a:pt x="16" y="312"/>
                    <a:pt x="16" y="312"/>
                  </a:cubicBezTo>
                  <a:lnTo>
                    <a:pt x="225" y="312"/>
                  </a:lnTo>
                  <a:close/>
                  <a:moveTo>
                    <a:pt x="16" y="53"/>
                  </a:moveTo>
                  <a:cubicBezTo>
                    <a:pt x="16" y="19"/>
                    <a:pt x="16" y="19"/>
                    <a:pt x="16" y="19"/>
                  </a:cubicBezTo>
                  <a:cubicBezTo>
                    <a:pt x="16" y="17"/>
                    <a:pt x="17" y="16"/>
                    <a:pt x="19" y="16"/>
                  </a:cubicBezTo>
                  <a:cubicBezTo>
                    <a:pt x="221" y="16"/>
                    <a:pt x="221" y="16"/>
                    <a:pt x="221" y="16"/>
                  </a:cubicBezTo>
                  <a:cubicBezTo>
                    <a:pt x="223" y="16"/>
                    <a:pt x="225" y="17"/>
                    <a:pt x="225" y="19"/>
                  </a:cubicBezTo>
                  <a:cubicBezTo>
                    <a:pt x="225" y="53"/>
                    <a:pt x="225" y="53"/>
                    <a:pt x="225" y="53"/>
                  </a:cubicBezTo>
                  <a:lnTo>
                    <a:pt x="16" y="53"/>
                  </a:lnTo>
                  <a:close/>
                  <a:moveTo>
                    <a:pt x="114" y="137"/>
                  </a:moveTo>
                  <a:cubicBezTo>
                    <a:pt x="114" y="142"/>
                    <a:pt x="114" y="142"/>
                    <a:pt x="114" y="142"/>
                  </a:cubicBezTo>
                  <a:cubicBezTo>
                    <a:pt x="111" y="143"/>
                    <a:pt x="109" y="143"/>
                    <a:pt x="106" y="144"/>
                  </a:cubicBezTo>
                  <a:cubicBezTo>
                    <a:pt x="103" y="146"/>
                    <a:pt x="99" y="148"/>
                    <a:pt x="96" y="151"/>
                  </a:cubicBezTo>
                  <a:cubicBezTo>
                    <a:pt x="93" y="154"/>
                    <a:pt x="91" y="159"/>
                    <a:pt x="91" y="165"/>
                  </a:cubicBezTo>
                  <a:cubicBezTo>
                    <a:pt x="91" y="170"/>
                    <a:pt x="92" y="174"/>
                    <a:pt x="94" y="178"/>
                  </a:cubicBezTo>
                  <a:cubicBezTo>
                    <a:pt x="98" y="183"/>
                    <a:pt x="103" y="186"/>
                    <a:pt x="108" y="188"/>
                  </a:cubicBezTo>
                  <a:cubicBezTo>
                    <a:pt x="113" y="189"/>
                    <a:pt x="117" y="190"/>
                    <a:pt x="120" y="190"/>
                  </a:cubicBezTo>
                  <a:cubicBezTo>
                    <a:pt x="123" y="191"/>
                    <a:pt x="127" y="192"/>
                    <a:pt x="131" y="194"/>
                  </a:cubicBezTo>
                  <a:cubicBezTo>
                    <a:pt x="134" y="195"/>
                    <a:pt x="137" y="197"/>
                    <a:pt x="138" y="200"/>
                  </a:cubicBezTo>
                  <a:cubicBezTo>
                    <a:pt x="138" y="201"/>
                    <a:pt x="138" y="202"/>
                    <a:pt x="138" y="204"/>
                  </a:cubicBezTo>
                  <a:cubicBezTo>
                    <a:pt x="138" y="206"/>
                    <a:pt x="138" y="207"/>
                    <a:pt x="137" y="209"/>
                  </a:cubicBezTo>
                  <a:cubicBezTo>
                    <a:pt x="135" y="210"/>
                    <a:pt x="132" y="212"/>
                    <a:pt x="128" y="213"/>
                  </a:cubicBezTo>
                  <a:cubicBezTo>
                    <a:pt x="125" y="214"/>
                    <a:pt x="121" y="214"/>
                    <a:pt x="121" y="214"/>
                  </a:cubicBezTo>
                  <a:cubicBezTo>
                    <a:pt x="121" y="214"/>
                    <a:pt x="121" y="214"/>
                    <a:pt x="121" y="214"/>
                  </a:cubicBezTo>
                  <a:cubicBezTo>
                    <a:pt x="116" y="214"/>
                    <a:pt x="111" y="212"/>
                    <a:pt x="107" y="210"/>
                  </a:cubicBezTo>
                  <a:cubicBezTo>
                    <a:pt x="105" y="209"/>
                    <a:pt x="103" y="208"/>
                    <a:pt x="102" y="207"/>
                  </a:cubicBezTo>
                  <a:cubicBezTo>
                    <a:pt x="102" y="207"/>
                    <a:pt x="101" y="206"/>
                    <a:pt x="101" y="206"/>
                  </a:cubicBezTo>
                  <a:cubicBezTo>
                    <a:pt x="101" y="206"/>
                    <a:pt x="101" y="206"/>
                    <a:pt x="101" y="206"/>
                  </a:cubicBezTo>
                  <a:cubicBezTo>
                    <a:pt x="98" y="203"/>
                    <a:pt x="93" y="204"/>
                    <a:pt x="91" y="207"/>
                  </a:cubicBezTo>
                  <a:cubicBezTo>
                    <a:pt x="89" y="210"/>
                    <a:pt x="89" y="214"/>
                    <a:pt x="92" y="217"/>
                  </a:cubicBezTo>
                  <a:cubicBezTo>
                    <a:pt x="92" y="217"/>
                    <a:pt x="101" y="224"/>
                    <a:pt x="114" y="227"/>
                  </a:cubicBezTo>
                  <a:cubicBezTo>
                    <a:pt x="114" y="233"/>
                    <a:pt x="114" y="233"/>
                    <a:pt x="114" y="233"/>
                  </a:cubicBezTo>
                  <a:cubicBezTo>
                    <a:pt x="114" y="236"/>
                    <a:pt x="117" y="240"/>
                    <a:pt x="121" y="240"/>
                  </a:cubicBezTo>
                  <a:cubicBezTo>
                    <a:pt x="125" y="240"/>
                    <a:pt x="128" y="236"/>
                    <a:pt x="128" y="233"/>
                  </a:cubicBezTo>
                  <a:cubicBezTo>
                    <a:pt x="128" y="227"/>
                    <a:pt x="128" y="227"/>
                    <a:pt x="128" y="227"/>
                  </a:cubicBezTo>
                  <a:cubicBezTo>
                    <a:pt x="130" y="227"/>
                    <a:pt x="133" y="226"/>
                    <a:pt x="136" y="225"/>
                  </a:cubicBezTo>
                  <a:cubicBezTo>
                    <a:pt x="140" y="223"/>
                    <a:pt x="144" y="221"/>
                    <a:pt x="147" y="218"/>
                  </a:cubicBezTo>
                  <a:cubicBezTo>
                    <a:pt x="150" y="214"/>
                    <a:pt x="152" y="209"/>
                    <a:pt x="152" y="203"/>
                  </a:cubicBezTo>
                  <a:cubicBezTo>
                    <a:pt x="152" y="200"/>
                    <a:pt x="152" y="197"/>
                    <a:pt x="150" y="194"/>
                  </a:cubicBezTo>
                  <a:cubicBezTo>
                    <a:pt x="148" y="187"/>
                    <a:pt x="142" y="183"/>
                    <a:pt x="136" y="181"/>
                  </a:cubicBezTo>
                  <a:cubicBezTo>
                    <a:pt x="131" y="179"/>
                    <a:pt x="126" y="178"/>
                    <a:pt x="123" y="177"/>
                  </a:cubicBezTo>
                  <a:cubicBezTo>
                    <a:pt x="118" y="176"/>
                    <a:pt x="113" y="175"/>
                    <a:pt x="110" y="173"/>
                  </a:cubicBezTo>
                  <a:cubicBezTo>
                    <a:pt x="108" y="172"/>
                    <a:pt x="107" y="172"/>
                    <a:pt x="106" y="170"/>
                  </a:cubicBezTo>
                  <a:cubicBezTo>
                    <a:pt x="105" y="169"/>
                    <a:pt x="105" y="168"/>
                    <a:pt x="105" y="165"/>
                  </a:cubicBezTo>
                  <a:cubicBezTo>
                    <a:pt x="105" y="163"/>
                    <a:pt x="105" y="162"/>
                    <a:pt x="106" y="160"/>
                  </a:cubicBezTo>
                  <a:cubicBezTo>
                    <a:pt x="108" y="159"/>
                    <a:pt x="111" y="157"/>
                    <a:pt x="114" y="156"/>
                  </a:cubicBezTo>
                  <a:cubicBezTo>
                    <a:pt x="116" y="156"/>
                    <a:pt x="118" y="156"/>
                    <a:pt x="119" y="156"/>
                  </a:cubicBezTo>
                  <a:cubicBezTo>
                    <a:pt x="119" y="156"/>
                    <a:pt x="120" y="156"/>
                    <a:pt x="120" y="156"/>
                  </a:cubicBezTo>
                  <a:cubicBezTo>
                    <a:pt x="120" y="156"/>
                    <a:pt x="120" y="156"/>
                    <a:pt x="120" y="156"/>
                  </a:cubicBezTo>
                  <a:cubicBezTo>
                    <a:pt x="126" y="156"/>
                    <a:pt x="130" y="157"/>
                    <a:pt x="132" y="158"/>
                  </a:cubicBezTo>
                  <a:cubicBezTo>
                    <a:pt x="133" y="158"/>
                    <a:pt x="134" y="159"/>
                    <a:pt x="134" y="159"/>
                  </a:cubicBezTo>
                  <a:cubicBezTo>
                    <a:pt x="135" y="159"/>
                    <a:pt x="135" y="159"/>
                    <a:pt x="135" y="159"/>
                  </a:cubicBezTo>
                  <a:cubicBezTo>
                    <a:pt x="135" y="159"/>
                    <a:pt x="135" y="159"/>
                    <a:pt x="135" y="159"/>
                  </a:cubicBezTo>
                  <a:cubicBezTo>
                    <a:pt x="138" y="162"/>
                    <a:pt x="142" y="162"/>
                    <a:pt x="145" y="159"/>
                  </a:cubicBezTo>
                  <a:cubicBezTo>
                    <a:pt x="147" y="156"/>
                    <a:pt x="147" y="152"/>
                    <a:pt x="144" y="149"/>
                  </a:cubicBezTo>
                  <a:cubicBezTo>
                    <a:pt x="143" y="148"/>
                    <a:pt x="138" y="144"/>
                    <a:pt x="127" y="142"/>
                  </a:cubicBezTo>
                  <a:cubicBezTo>
                    <a:pt x="127" y="137"/>
                    <a:pt x="127" y="137"/>
                    <a:pt x="127" y="137"/>
                  </a:cubicBezTo>
                  <a:cubicBezTo>
                    <a:pt x="127" y="133"/>
                    <a:pt x="124" y="130"/>
                    <a:pt x="121" y="130"/>
                  </a:cubicBezTo>
                  <a:cubicBezTo>
                    <a:pt x="117" y="130"/>
                    <a:pt x="114" y="133"/>
                    <a:pt x="114" y="137"/>
                  </a:cubicBezTo>
                  <a:close/>
                  <a:moveTo>
                    <a:pt x="34" y="185"/>
                  </a:moveTo>
                  <a:cubicBezTo>
                    <a:pt x="34" y="233"/>
                    <a:pt x="73" y="272"/>
                    <a:pt x="121" y="272"/>
                  </a:cubicBezTo>
                  <a:cubicBezTo>
                    <a:pt x="169" y="272"/>
                    <a:pt x="208" y="233"/>
                    <a:pt x="208" y="185"/>
                  </a:cubicBezTo>
                  <a:cubicBezTo>
                    <a:pt x="208" y="137"/>
                    <a:pt x="169" y="98"/>
                    <a:pt x="121" y="98"/>
                  </a:cubicBezTo>
                  <a:cubicBezTo>
                    <a:pt x="73" y="98"/>
                    <a:pt x="34" y="137"/>
                    <a:pt x="34" y="185"/>
                  </a:cubicBezTo>
                  <a:close/>
                  <a:moveTo>
                    <a:pt x="192" y="185"/>
                  </a:moveTo>
                  <a:cubicBezTo>
                    <a:pt x="192" y="224"/>
                    <a:pt x="160" y="256"/>
                    <a:pt x="121" y="256"/>
                  </a:cubicBezTo>
                  <a:cubicBezTo>
                    <a:pt x="82" y="256"/>
                    <a:pt x="50" y="224"/>
                    <a:pt x="50" y="185"/>
                  </a:cubicBezTo>
                  <a:cubicBezTo>
                    <a:pt x="50" y="146"/>
                    <a:pt x="82" y="114"/>
                    <a:pt x="121" y="114"/>
                  </a:cubicBezTo>
                  <a:cubicBezTo>
                    <a:pt x="160" y="114"/>
                    <a:pt x="192" y="146"/>
                    <a:pt x="192" y="185"/>
                  </a:cubicBezTo>
                  <a:close/>
                </a:path>
              </a:pathLst>
            </a:custGeom>
            <a:blipFill dpi="0" rotWithShape="1">
              <a:blip r:embed="rId32"/>
              <a:srcRect/>
              <a:stretch>
                <a:fillRect/>
              </a:stretch>
            </a:blipFill>
            <a:ln w="9525">
              <a:noFill/>
              <a:round/>
              <a:headEnd/>
              <a:tailEnd/>
            </a:ln>
          </p:spPr>
          <p:txBody>
            <a:bodyPr/>
            <a:lstStyle/>
            <a:p>
              <a:endParaRPr lang="en-GB"/>
            </a:p>
          </p:txBody>
        </p:sp>
        <p:sp>
          <p:nvSpPr>
            <p:cNvPr id="31815" name="Freeform 3"/>
            <p:cNvSpPr>
              <a:spLocks noChangeAspect="1" noEditPoints="1"/>
            </p:cNvSpPr>
            <p:nvPr/>
          </p:nvSpPr>
          <p:spPr bwMode="auto">
            <a:xfrm>
              <a:off x="3566652" y="2252073"/>
              <a:ext cx="107278" cy="110850"/>
            </a:xfrm>
            <a:custGeom>
              <a:avLst/>
              <a:gdLst>
                <a:gd name="T0" fmla="*/ 2147483647 w 359"/>
                <a:gd name="T1" fmla="*/ 2147483647 h 357"/>
                <a:gd name="T2" fmla="*/ 2147483647 w 359"/>
                <a:gd name="T3" fmla="*/ 2147483647 h 357"/>
                <a:gd name="T4" fmla="*/ 2147483647 w 359"/>
                <a:gd name="T5" fmla="*/ 2147483647 h 357"/>
                <a:gd name="T6" fmla="*/ 2147483647 w 359"/>
                <a:gd name="T7" fmla="*/ 2147483647 h 357"/>
                <a:gd name="T8" fmla="*/ 2147483647 w 359"/>
                <a:gd name="T9" fmla="*/ 2147483647 h 357"/>
                <a:gd name="T10" fmla="*/ 2147483647 w 359"/>
                <a:gd name="T11" fmla="*/ 2147483647 h 357"/>
                <a:gd name="T12" fmla="*/ 2147483647 w 359"/>
                <a:gd name="T13" fmla="*/ 2147483647 h 357"/>
                <a:gd name="T14" fmla="*/ 2147483647 w 359"/>
                <a:gd name="T15" fmla="*/ 2147483647 h 357"/>
                <a:gd name="T16" fmla="*/ 2147483647 w 359"/>
                <a:gd name="T17" fmla="*/ 2147483647 h 357"/>
                <a:gd name="T18" fmla="*/ 2147483647 w 359"/>
                <a:gd name="T19" fmla="*/ 2147483647 h 357"/>
                <a:gd name="T20" fmla="*/ 2147483647 w 359"/>
                <a:gd name="T21" fmla="*/ 2147483647 h 357"/>
                <a:gd name="T22" fmla="*/ 2147483647 w 359"/>
                <a:gd name="T23" fmla="*/ 2147483647 h 357"/>
                <a:gd name="T24" fmla="*/ 2147483647 w 359"/>
                <a:gd name="T25" fmla="*/ 2147483647 h 357"/>
                <a:gd name="T26" fmla="*/ 2147483647 w 359"/>
                <a:gd name="T27" fmla="*/ 2147483647 h 357"/>
                <a:gd name="T28" fmla="*/ 2147483647 w 359"/>
                <a:gd name="T29" fmla="*/ 2147483647 h 357"/>
                <a:gd name="T30" fmla="*/ 2147483647 w 359"/>
                <a:gd name="T31" fmla="*/ 2147483647 h 357"/>
                <a:gd name="T32" fmla="*/ 2147483647 w 359"/>
                <a:gd name="T33" fmla="*/ 2147483647 h 357"/>
                <a:gd name="T34" fmla="*/ 2147483647 w 359"/>
                <a:gd name="T35" fmla="*/ 2147483647 h 357"/>
                <a:gd name="T36" fmla="*/ 2147483647 w 359"/>
                <a:gd name="T37" fmla="*/ 2147483647 h 357"/>
                <a:gd name="T38" fmla="*/ 2147483647 w 359"/>
                <a:gd name="T39" fmla="*/ 2147483647 h 357"/>
                <a:gd name="T40" fmla="*/ 2147483647 w 359"/>
                <a:gd name="T41" fmla="*/ 2147483647 h 357"/>
                <a:gd name="T42" fmla="*/ 2147483647 w 359"/>
                <a:gd name="T43" fmla="*/ 2147483647 h 357"/>
                <a:gd name="T44" fmla="*/ 2147483647 w 359"/>
                <a:gd name="T45" fmla="*/ 2147483647 h 357"/>
                <a:gd name="T46" fmla="*/ 2147483647 w 359"/>
                <a:gd name="T47" fmla="*/ 2147483647 h 357"/>
                <a:gd name="T48" fmla="*/ 2147483647 w 359"/>
                <a:gd name="T49" fmla="*/ 2147483647 h 357"/>
                <a:gd name="T50" fmla="*/ 2147483647 w 359"/>
                <a:gd name="T51" fmla="*/ 2147483647 h 357"/>
                <a:gd name="T52" fmla="*/ 2147483647 w 359"/>
                <a:gd name="T53" fmla="*/ 2147483647 h 357"/>
                <a:gd name="T54" fmla="*/ 2147483647 w 359"/>
                <a:gd name="T55" fmla="*/ 2147483647 h 357"/>
                <a:gd name="T56" fmla="*/ 2147483647 w 359"/>
                <a:gd name="T57" fmla="*/ 2147483647 h 357"/>
                <a:gd name="T58" fmla="*/ 2147483647 w 359"/>
                <a:gd name="T59" fmla="*/ 2147483647 h 357"/>
                <a:gd name="T60" fmla="*/ 2147483647 w 359"/>
                <a:gd name="T61" fmla="*/ 2147483647 h 357"/>
                <a:gd name="T62" fmla="*/ 2147483647 w 359"/>
                <a:gd name="T63" fmla="*/ 2147483647 h 357"/>
                <a:gd name="T64" fmla="*/ 2147483647 w 359"/>
                <a:gd name="T65" fmla="*/ 2147483647 h 357"/>
                <a:gd name="T66" fmla="*/ 2147483647 w 359"/>
                <a:gd name="T67" fmla="*/ 2147483647 h 357"/>
                <a:gd name="T68" fmla="*/ 2147483647 w 359"/>
                <a:gd name="T69" fmla="*/ 2147483647 h 357"/>
                <a:gd name="T70" fmla="*/ 2147483647 w 359"/>
                <a:gd name="T71" fmla="*/ 2147483647 h 357"/>
                <a:gd name="T72" fmla="*/ 2147483647 w 359"/>
                <a:gd name="T73" fmla="*/ 2147483647 h 357"/>
                <a:gd name="T74" fmla="*/ 2147483647 w 359"/>
                <a:gd name="T75" fmla="*/ 2147483647 h 357"/>
                <a:gd name="T76" fmla="*/ 2147483647 w 359"/>
                <a:gd name="T77" fmla="*/ 2147483647 h 357"/>
                <a:gd name="T78" fmla="*/ 2147483647 w 359"/>
                <a:gd name="T79" fmla="*/ 2147483647 h 357"/>
                <a:gd name="T80" fmla="*/ 2147483647 w 359"/>
                <a:gd name="T81" fmla="*/ 2147483647 h 357"/>
                <a:gd name="T82" fmla="*/ 2147483647 w 359"/>
                <a:gd name="T83" fmla="*/ 2147483647 h 357"/>
                <a:gd name="T84" fmla="*/ 2147483647 w 359"/>
                <a:gd name="T85" fmla="*/ 2147483647 h 357"/>
                <a:gd name="T86" fmla="*/ 2147483647 w 359"/>
                <a:gd name="T87" fmla="*/ 2147483647 h 357"/>
                <a:gd name="T88" fmla="*/ 2147483647 w 359"/>
                <a:gd name="T89" fmla="*/ 2147483647 h 357"/>
                <a:gd name="T90" fmla="*/ 2147483647 w 359"/>
                <a:gd name="T91" fmla="*/ 2147483647 h 357"/>
                <a:gd name="T92" fmla="*/ 2147483647 w 359"/>
                <a:gd name="T93" fmla="*/ 2147483647 h 357"/>
                <a:gd name="T94" fmla="*/ 2147483647 w 359"/>
                <a:gd name="T95" fmla="*/ 2147483647 h 357"/>
                <a:gd name="T96" fmla="*/ 2147483647 w 359"/>
                <a:gd name="T97" fmla="*/ 2147483647 h 357"/>
                <a:gd name="T98" fmla="*/ 2147483647 w 359"/>
                <a:gd name="T99" fmla="*/ 2147483647 h 357"/>
                <a:gd name="T100" fmla="*/ 2147483647 w 359"/>
                <a:gd name="T101" fmla="*/ 2147483647 h 357"/>
                <a:gd name="T102" fmla="*/ 2147483647 w 359"/>
                <a:gd name="T103" fmla="*/ 2147483647 h 357"/>
                <a:gd name="T104" fmla="*/ 2147483647 w 359"/>
                <a:gd name="T105" fmla="*/ 2147483647 h 357"/>
                <a:gd name="T106" fmla="*/ 2147483647 w 359"/>
                <a:gd name="T107" fmla="*/ 2147483647 h 357"/>
                <a:gd name="T108" fmla="*/ 2147483647 w 359"/>
                <a:gd name="T109" fmla="*/ 2147483647 h 357"/>
                <a:gd name="T110" fmla="*/ 2147483647 w 359"/>
                <a:gd name="T111" fmla="*/ 2147483647 h 357"/>
                <a:gd name="T112" fmla="*/ 2147483647 w 359"/>
                <a:gd name="T113" fmla="*/ 2147483647 h 357"/>
                <a:gd name="T114" fmla="*/ 2147483647 w 359"/>
                <a:gd name="T115" fmla="*/ 2147483647 h 35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59"/>
                <a:gd name="T175" fmla="*/ 0 h 357"/>
                <a:gd name="T176" fmla="*/ 359 w 359"/>
                <a:gd name="T177" fmla="*/ 357 h 35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59" h="357">
                  <a:moveTo>
                    <a:pt x="355" y="50"/>
                  </a:moveTo>
                  <a:cubicBezTo>
                    <a:pt x="359" y="34"/>
                    <a:pt x="356" y="21"/>
                    <a:pt x="347" y="12"/>
                  </a:cubicBezTo>
                  <a:cubicBezTo>
                    <a:pt x="338" y="3"/>
                    <a:pt x="325" y="0"/>
                    <a:pt x="310" y="4"/>
                  </a:cubicBezTo>
                  <a:cubicBezTo>
                    <a:pt x="296" y="7"/>
                    <a:pt x="282" y="16"/>
                    <a:pt x="270" y="28"/>
                  </a:cubicBezTo>
                  <a:cubicBezTo>
                    <a:pt x="267" y="30"/>
                    <a:pt x="265" y="33"/>
                    <a:pt x="263" y="35"/>
                  </a:cubicBezTo>
                  <a:cubicBezTo>
                    <a:pt x="243" y="33"/>
                    <a:pt x="243" y="33"/>
                    <a:pt x="243" y="33"/>
                  </a:cubicBezTo>
                  <a:cubicBezTo>
                    <a:pt x="239" y="33"/>
                    <a:pt x="235" y="36"/>
                    <a:pt x="234" y="40"/>
                  </a:cubicBezTo>
                  <a:cubicBezTo>
                    <a:pt x="234" y="45"/>
                    <a:pt x="237" y="49"/>
                    <a:pt x="242" y="49"/>
                  </a:cubicBezTo>
                  <a:cubicBezTo>
                    <a:pt x="253" y="50"/>
                    <a:pt x="253" y="50"/>
                    <a:pt x="253" y="50"/>
                  </a:cubicBezTo>
                  <a:cubicBezTo>
                    <a:pt x="249" y="57"/>
                    <a:pt x="247" y="63"/>
                    <a:pt x="246" y="70"/>
                  </a:cubicBezTo>
                  <a:cubicBezTo>
                    <a:pt x="242" y="71"/>
                    <a:pt x="239" y="73"/>
                    <a:pt x="236" y="76"/>
                  </a:cubicBezTo>
                  <a:cubicBezTo>
                    <a:pt x="223" y="89"/>
                    <a:pt x="223" y="110"/>
                    <a:pt x="236" y="123"/>
                  </a:cubicBezTo>
                  <a:cubicBezTo>
                    <a:pt x="242" y="129"/>
                    <a:pt x="251" y="133"/>
                    <a:pt x="260" y="133"/>
                  </a:cubicBezTo>
                  <a:cubicBezTo>
                    <a:pt x="268" y="133"/>
                    <a:pt x="277" y="129"/>
                    <a:pt x="283" y="123"/>
                  </a:cubicBezTo>
                  <a:cubicBezTo>
                    <a:pt x="296" y="110"/>
                    <a:pt x="296" y="89"/>
                    <a:pt x="283" y="76"/>
                  </a:cubicBezTo>
                  <a:cubicBezTo>
                    <a:pt x="277" y="71"/>
                    <a:pt x="270" y="67"/>
                    <a:pt x="263" y="67"/>
                  </a:cubicBezTo>
                  <a:cubicBezTo>
                    <a:pt x="265" y="62"/>
                    <a:pt x="267" y="57"/>
                    <a:pt x="271" y="52"/>
                  </a:cubicBezTo>
                  <a:cubicBezTo>
                    <a:pt x="304" y="55"/>
                    <a:pt x="304" y="55"/>
                    <a:pt x="304" y="55"/>
                  </a:cubicBezTo>
                  <a:cubicBezTo>
                    <a:pt x="315" y="161"/>
                    <a:pt x="315" y="161"/>
                    <a:pt x="315" y="161"/>
                  </a:cubicBezTo>
                  <a:cubicBezTo>
                    <a:pt x="137" y="339"/>
                    <a:pt x="137" y="339"/>
                    <a:pt x="137" y="339"/>
                  </a:cubicBezTo>
                  <a:cubicBezTo>
                    <a:pt x="134" y="342"/>
                    <a:pt x="129" y="342"/>
                    <a:pt x="126" y="339"/>
                  </a:cubicBezTo>
                  <a:cubicBezTo>
                    <a:pt x="20" y="233"/>
                    <a:pt x="20" y="233"/>
                    <a:pt x="20" y="233"/>
                  </a:cubicBezTo>
                  <a:cubicBezTo>
                    <a:pt x="17" y="230"/>
                    <a:pt x="17" y="225"/>
                    <a:pt x="20" y="222"/>
                  </a:cubicBezTo>
                  <a:cubicBezTo>
                    <a:pt x="198" y="44"/>
                    <a:pt x="198" y="44"/>
                    <a:pt x="198" y="44"/>
                  </a:cubicBezTo>
                  <a:cubicBezTo>
                    <a:pt x="210" y="45"/>
                    <a:pt x="210" y="45"/>
                    <a:pt x="210" y="45"/>
                  </a:cubicBezTo>
                  <a:cubicBezTo>
                    <a:pt x="214" y="46"/>
                    <a:pt x="218" y="43"/>
                    <a:pt x="219" y="38"/>
                  </a:cubicBezTo>
                  <a:cubicBezTo>
                    <a:pt x="219" y="34"/>
                    <a:pt x="216" y="30"/>
                    <a:pt x="212" y="29"/>
                  </a:cubicBezTo>
                  <a:cubicBezTo>
                    <a:pt x="197" y="28"/>
                    <a:pt x="197" y="28"/>
                    <a:pt x="197" y="28"/>
                  </a:cubicBezTo>
                  <a:cubicBezTo>
                    <a:pt x="194" y="27"/>
                    <a:pt x="192" y="28"/>
                    <a:pt x="190" y="30"/>
                  </a:cubicBezTo>
                  <a:cubicBezTo>
                    <a:pt x="9" y="211"/>
                    <a:pt x="9" y="211"/>
                    <a:pt x="9" y="211"/>
                  </a:cubicBezTo>
                  <a:cubicBezTo>
                    <a:pt x="0" y="220"/>
                    <a:pt x="0" y="235"/>
                    <a:pt x="9" y="245"/>
                  </a:cubicBezTo>
                  <a:cubicBezTo>
                    <a:pt x="114" y="350"/>
                    <a:pt x="114" y="350"/>
                    <a:pt x="114" y="350"/>
                  </a:cubicBezTo>
                  <a:cubicBezTo>
                    <a:pt x="119" y="355"/>
                    <a:pt x="125" y="357"/>
                    <a:pt x="131" y="357"/>
                  </a:cubicBezTo>
                  <a:cubicBezTo>
                    <a:pt x="137" y="357"/>
                    <a:pt x="143" y="355"/>
                    <a:pt x="148" y="350"/>
                  </a:cubicBezTo>
                  <a:cubicBezTo>
                    <a:pt x="329" y="169"/>
                    <a:pt x="329" y="169"/>
                    <a:pt x="329" y="169"/>
                  </a:cubicBezTo>
                  <a:cubicBezTo>
                    <a:pt x="331" y="167"/>
                    <a:pt x="332" y="165"/>
                    <a:pt x="331" y="163"/>
                  </a:cubicBezTo>
                  <a:cubicBezTo>
                    <a:pt x="324" y="96"/>
                    <a:pt x="324" y="96"/>
                    <a:pt x="324" y="96"/>
                  </a:cubicBezTo>
                  <a:cubicBezTo>
                    <a:pt x="325" y="96"/>
                    <a:pt x="325" y="95"/>
                    <a:pt x="326" y="95"/>
                  </a:cubicBezTo>
                  <a:cubicBezTo>
                    <a:pt x="340" y="80"/>
                    <a:pt x="350" y="65"/>
                    <a:pt x="355" y="50"/>
                  </a:cubicBezTo>
                  <a:close/>
                  <a:moveTo>
                    <a:pt x="260" y="117"/>
                  </a:moveTo>
                  <a:cubicBezTo>
                    <a:pt x="255" y="117"/>
                    <a:pt x="251" y="115"/>
                    <a:pt x="247" y="112"/>
                  </a:cubicBezTo>
                  <a:cubicBezTo>
                    <a:pt x="242" y="106"/>
                    <a:pt x="241" y="97"/>
                    <a:pt x="245" y="90"/>
                  </a:cubicBezTo>
                  <a:cubicBezTo>
                    <a:pt x="247" y="96"/>
                    <a:pt x="250" y="101"/>
                    <a:pt x="254" y="105"/>
                  </a:cubicBezTo>
                  <a:cubicBezTo>
                    <a:pt x="258" y="109"/>
                    <a:pt x="263" y="112"/>
                    <a:pt x="269" y="114"/>
                  </a:cubicBezTo>
                  <a:cubicBezTo>
                    <a:pt x="266" y="115"/>
                    <a:pt x="263" y="117"/>
                    <a:pt x="260" y="117"/>
                  </a:cubicBezTo>
                  <a:close/>
                  <a:moveTo>
                    <a:pt x="272" y="88"/>
                  </a:moveTo>
                  <a:cubicBezTo>
                    <a:pt x="275" y="91"/>
                    <a:pt x="276" y="95"/>
                    <a:pt x="276" y="99"/>
                  </a:cubicBezTo>
                  <a:cubicBezTo>
                    <a:pt x="272" y="98"/>
                    <a:pt x="268" y="97"/>
                    <a:pt x="265" y="94"/>
                  </a:cubicBezTo>
                  <a:cubicBezTo>
                    <a:pt x="262" y="91"/>
                    <a:pt x="261" y="87"/>
                    <a:pt x="260" y="83"/>
                  </a:cubicBezTo>
                  <a:cubicBezTo>
                    <a:pt x="265" y="83"/>
                    <a:pt x="269" y="85"/>
                    <a:pt x="272" y="88"/>
                  </a:cubicBezTo>
                  <a:close/>
                  <a:moveTo>
                    <a:pt x="322" y="75"/>
                  </a:moveTo>
                  <a:cubicBezTo>
                    <a:pt x="319" y="47"/>
                    <a:pt x="319" y="47"/>
                    <a:pt x="319" y="47"/>
                  </a:cubicBezTo>
                  <a:cubicBezTo>
                    <a:pt x="319" y="43"/>
                    <a:pt x="316" y="40"/>
                    <a:pt x="312" y="40"/>
                  </a:cubicBezTo>
                  <a:cubicBezTo>
                    <a:pt x="283" y="37"/>
                    <a:pt x="283" y="37"/>
                    <a:pt x="283" y="37"/>
                  </a:cubicBezTo>
                  <a:cubicBezTo>
                    <a:pt x="293" y="28"/>
                    <a:pt x="303" y="22"/>
                    <a:pt x="314" y="20"/>
                  </a:cubicBezTo>
                  <a:cubicBezTo>
                    <a:pt x="319" y="18"/>
                    <a:pt x="330" y="17"/>
                    <a:pt x="336" y="23"/>
                  </a:cubicBezTo>
                  <a:cubicBezTo>
                    <a:pt x="342" y="30"/>
                    <a:pt x="341" y="40"/>
                    <a:pt x="339" y="46"/>
                  </a:cubicBezTo>
                  <a:cubicBezTo>
                    <a:pt x="337" y="55"/>
                    <a:pt x="331" y="65"/>
                    <a:pt x="322" y="75"/>
                  </a:cubicBezTo>
                  <a:close/>
                </a:path>
              </a:pathLst>
            </a:custGeom>
            <a:blipFill dpi="0" rotWithShape="1">
              <a:blip r:embed="rId33"/>
              <a:srcRect/>
              <a:stretch>
                <a:fillRect/>
              </a:stretch>
            </a:blipFill>
            <a:ln w="9525">
              <a:noFill/>
              <a:round/>
              <a:headEnd/>
              <a:tailEnd/>
            </a:ln>
          </p:spPr>
          <p:txBody>
            <a:bodyPr/>
            <a:lstStyle/>
            <a:p>
              <a:endParaRPr lang="en-GB"/>
            </a:p>
          </p:txBody>
        </p:sp>
        <p:sp>
          <p:nvSpPr>
            <p:cNvPr id="31816" name="Freeform 6"/>
            <p:cNvSpPr>
              <a:spLocks noEditPoints="1"/>
            </p:cNvSpPr>
            <p:nvPr/>
          </p:nvSpPr>
          <p:spPr bwMode="auto">
            <a:xfrm>
              <a:off x="3290737" y="2096875"/>
              <a:ext cx="87417" cy="121370"/>
            </a:xfrm>
            <a:custGeom>
              <a:avLst/>
              <a:gdLst>
                <a:gd name="T0" fmla="*/ 2147483647 w 292"/>
                <a:gd name="T1" fmla="*/ 2147483647 h 391"/>
                <a:gd name="T2" fmla="*/ 2147483647 w 292"/>
                <a:gd name="T3" fmla="*/ 0 h 391"/>
                <a:gd name="T4" fmla="*/ 0 w 292"/>
                <a:gd name="T5" fmla="*/ 2147483647 h 391"/>
                <a:gd name="T6" fmla="*/ 2147483647 w 292"/>
                <a:gd name="T7" fmla="*/ 2147483647 h 391"/>
                <a:gd name="T8" fmla="*/ 2147483647 w 292"/>
                <a:gd name="T9" fmla="*/ 2147483647 h 391"/>
                <a:gd name="T10" fmla="*/ 2147483647 w 292"/>
                <a:gd name="T11" fmla="*/ 2147483647 h 391"/>
                <a:gd name="T12" fmla="*/ 2147483647 w 292"/>
                <a:gd name="T13" fmla="*/ 2147483647 h 391"/>
                <a:gd name="T14" fmla="*/ 2147483647 w 292"/>
                <a:gd name="T15" fmla="*/ 2147483647 h 391"/>
                <a:gd name="T16" fmla="*/ 2147483647 w 292"/>
                <a:gd name="T17" fmla="*/ 2147483647 h 391"/>
                <a:gd name="T18" fmla="*/ 2147483647 w 292"/>
                <a:gd name="T19" fmla="*/ 2147483647 h 391"/>
                <a:gd name="T20" fmla="*/ 2147483647 w 292"/>
                <a:gd name="T21" fmla="*/ 2147483647 h 391"/>
                <a:gd name="T22" fmla="*/ 2147483647 w 292"/>
                <a:gd name="T23" fmla="*/ 2147483647 h 391"/>
                <a:gd name="T24" fmla="*/ 2147483647 w 292"/>
                <a:gd name="T25" fmla="*/ 2147483647 h 391"/>
                <a:gd name="T26" fmla="*/ 2147483647 w 292"/>
                <a:gd name="T27" fmla="*/ 2147483647 h 391"/>
                <a:gd name="T28" fmla="*/ 2147483647 w 292"/>
                <a:gd name="T29" fmla="*/ 2147483647 h 391"/>
                <a:gd name="T30" fmla="*/ 2147483647 w 292"/>
                <a:gd name="T31" fmla="*/ 2147483647 h 391"/>
                <a:gd name="T32" fmla="*/ 2147483647 w 292"/>
                <a:gd name="T33" fmla="*/ 2147483647 h 391"/>
                <a:gd name="T34" fmla="*/ 2147483647 w 292"/>
                <a:gd name="T35" fmla="*/ 2147483647 h 391"/>
                <a:gd name="T36" fmla="*/ 2147483647 w 292"/>
                <a:gd name="T37" fmla="*/ 2147483647 h 391"/>
                <a:gd name="T38" fmla="*/ 2147483647 w 292"/>
                <a:gd name="T39" fmla="*/ 2147483647 h 391"/>
                <a:gd name="T40" fmla="*/ 2147483647 w 292"/>
                <a:gd name="T41" fmla="*/ 2147483647 h 391"/>
                <a:gd name="T42" fmla="*/ 2147483647 w 292"/>
                <a:gd name="T43" fmla="*/ 2147483647 h 391"/>
                <a:gd name="T44" fmla="*/ 2147483647 w 292"/>
                <a:gd name="T45" fmla="*/ 2147483647 h 391"/>
                <a:gd name="T46" fmla="*/ 2147483647 w 292"/>
                <a:gd name="T47" fmla="*/ 2147483647 h 391"/>
                <a:gd name="T48" fmla="*/ 2147483647 w 292"/>
                <a:gd name="T49" fmla="*/ 2147483647 h 391"/>
                <a:gd name="T50" fmla="*/ 2147483647 w 292"/>
                <a:gd name="T51" fmla="*/ 2147483647 h 391"/>
                <a:gd name="T52" fmla="*/ 2147483647 w 292"/>
                <a:gd name="T53" fmla="*/ 2147483647 h 391"/>
                <a:gd name="T54" fmla="*/ 2147483647 w 292"/>
                <a:gd name="T55" fmla="*/ 2147483647 h 391"/>
                <a:gd name="T56" fmla="*/ 2147483647 w 292"/>
                <a:gd name="T57" fmla="*/ 2147483647 h 391"/>
                <a:gd name="T58" fmla="*/ 2147483647 w 292"/>
                <a:gd name="T59" fmla="*/ 2147483647 h 391"/>
                <a:gd name="T60" fmla="*/ 2147483647 w 292"/>
                <a:gd name="T61" fmla="*/ 2147483647 h 391"/>
                <a:gd name="T62" fmla="*/ 2147483647 w 292"/>
                <a:gd name="T63" fmla="*/ 2147483647 h 391"/>
                <a:gd name="T64" fmla="*/ 2147483647 w 292"/>
                <a:gd name="T65" fmla="*/ 2147483647 h 391"/>
                <a:gd name="T66" fmla="*/ 2147483647 w 292"/>
                <a:gd name="T67" fmla="*/ 2147483647 h 391"/>
                <a:gd name="T68" fmla="*/ 2147483647 w 292"/>
                <a:gd name="T69" fmla="*/ 2147483647 h 391"/>
                <a:gd name="T70" fmla="*/ 2147483647 w 292"/>
                <a:gd name="T71" fmla="*/ 2147483647 h 391"/>
                <a:gd name="T72" fmla="*/ 2147483647 w 292"/>
                <a:gd name="T73" fmla="*/ 2147483647 h 391"/>
                <a:gd name="T74" fmla="*/ 2147483647 w 292"/>
                <a:gd name="T75" fmla="*/ 2147483647 h 391"/>
                <a:gd name="T76" fmla="*/ 2147483647 w 292"/>
                <a:gd name="T77" fmla="*/ 2147483647 h 391"/>
                <a:gd name="T78" fmla="*/ 2147483647 w 292"/>
                <a:gd name="T79" fmla="*/ 2147483647 h 391"/>
                <a:gd name="T80" fmla="*/ 2147483647 w 292"/>
                <a:gd name="T81" fmla="*/ 2147483647 h 391"/>
                <a:gd name="T82" fmla="*/ 2147483647 w 292"/>
                <a:gd name="T83" fmla="*/ 2147483647 h 391"/>
                <a:gd name="T84" fmla="*/ 2147483647 w 292"/>
                <a:gd name="T85" fmla="*/ 2147483647 h 391"/>
                <a:gd name="T86" fmla="*/ 2147483647 w 292"/>
                <a:gd name="T87" fmla="*/ 2147483647 h 391"/>
                <a:gd name="T88" fmla="*/ 2147483647 w 292"/>
                <a:gd name="T89" fmla="*/ 2147483647 h 391"/>
                <a:gd name="T90" fmla="*/ 2147483647 w 292"/>
                <a:gd name="T91" fmla="*/ 2147483647 h 391"/>
                <a:gd name="T92" fmla="*/ 2147483647 w 292"/>
                <a:gd name="T93" fmla="*/ 2147483647 h 391"/>
                <a:gd name="T94" fmla="*/ 2147483647 w 292"/>
                <a:gd name="T95" fmla="*/ 2147483647 h 39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92"/>
                <a:gd name="T145" fmla="*/ 0 h 391"/>
                <a:gd name="T146" fmla="*/ 292 w 292"/>
                <a:gd name="T147" fmla="*/ 391 h 391"/>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92" h="391">
                  <a:moveTo>
                    <a:pt x="284" y="84"/>
                  </a:moveTo>
                  <a:cubicBezTo>
                    <a:pt x="288" y="84"/>
                    <a:pt x="292" y="80"/>
                    <a:pt x="292" y="76"/>
                  </a:cubicBezTo>
                  <a:cubicBezTo>
                    <a:pt x="292" y="49"/>
                    <a:pt x="292" y="49"/>
                    <a:pt x="292" y="49"/>
                  </a:cubicBezTo>
                  <a:cubicBezTo>
                    <a:pt x="292" y="22"/>
                    <a:pt x="270" y="0"/>
                    <a:pt x="244" y="0"/>
                  </a:cubicBezTo>
                  <a:cubicBezTo>
                    <a:pt x="48" y="0"/>
                    <a:pt x="48" y="0"/>
                    <a:pt x="48" y="0"/>
                  </a:cubicBezTo>
                  <a:cubicBezTo>
                    <a:pt x="22" y="0"/>
                    <a:pt x="0" y="22"/>
                    <a:pt x="0" y="49"/>
                  </a:cubicBezTo>
                  <a:cubicBezTo>
                    <a:pt x="0" y="343"/>
                    <a:pt x="0" y="343"/>
                    <a:pt x="0" y="343"/>
                  </a:cubicBezTo>
                  <a:cubicBezTo>
                    <a:pt x="0" y="370"/>
                    <a:pt x="22" y="391"/>
                    <a:pt x="48" y="391"/>
                  </a:cubicBezTo>
                  <a:cubicBezTo>
                    <a:pt x="244" y="391"/>
                    <a:pt x="244" y="391"/>
                    <a:pt x="244" y="391"/>
                  </a:cubicBezTo>
                  <a:cubicBezTo>
                    <a:pt x="270" y="391"/>
                    <a:pt x="292" y="370"/>
                    <a:pt x="292" y="343"/>
                  </a:cubicBezTo>
                  <a:cubicBezTo>
                    <a:pt x="292" y="108"/>
                    <a:pt x="292" y="108"/>
                    <a:pt x="292" y="108"/>
                  </a:cubicBezTo>
                  <a:cubicBezTo>
                    <a:pt x="292" y="103"/>
                    <a:pt x="288" y="100"/>
                    <a:pt x="284" y="100"/>
                  </a:cubicBezTo>
                  <a:cubicBezTo>
                    <a:pt x="280" y="100"/>
                    <a:pt x="276" y="103"/>
                    <a:pt x="276" y="108"/>
                  </a:cubicBezTo>
                  <a:cubicBezTo>
                    <a:pt x="276" y="343"/>
                    <a:pt x="276" y="343"/>
                    <a:pt x="276" y="343"/>
                  </a:cubicBezTo>
                  <a:cubicBezTo>
                    <a:pt x="276" y="361"/>
                    <a:pt x="262" y="375"/>
                    <a:pt x="244" y="375"/>
                  </a:cubicBezTo>
                  <a:cubicBezTo>
                    <a:pt x="48" y="375"/>
                    <a:pt x="48" y="375"/>
                    <a:pt x="48" y="375"/>
                  </a:cubicBezTo>
                  <a:cubicBezTo>
                    <a:pt x="30" y="375"/>
                    <a:pt x="16" y="361"/>
                    <a:pt x="16" y="343"/>
                  </a:cubicBezTo>
                  <a:cubicBezTo>
                    <a:pt x="16" y="49"/>
                    <a:pt x="16" y="49"/>
                    <a:pt x="16" y="49"/>
                  </a:cubicBezTo>
                  <a:cubicBezTo>
                    <a:pt x="16" y="31"/>
                    <a:pt x="30" y="16"/>
                    <a:pt x="48" y="16"/>
                  </a:cubicBezTo>
                  <a:cubicBezTo>
                    <a:pt x="244" y="16"/>
                    <a:pt x="244" y="16"/>
                    <a:pt x="244" y="16"/>
                  </a:cubicBezTo>
                  <a:cubicBezTo>
                    <a:pt x="262" y="16"/>
                    <a:pt x="276" y="31"/>
                    <a:pt x="276" y="49"/>
                  </a:cubicBezTo>
                  <a:cubicBezTo>
                    <a:pt x="276" y="76"/>
                    <a:pt x="276" y="76"/>
                    <a:pt x="276" y="76"/>
                  </a:cubicBezTo>
                  <a:cubicBezTo>
                    <a:pt x="276" y="80"/>
                    <a:pt x="280" y="84"/>
                    <a:pt x="284" y="84"/>
                  </a:cubicBezTo>
                  <a:close/>
                  <a:moveTo>
                    <a:pt x="216" y="70"/>
                  </a:moveTo>
                  <a:cubicBezTo>
                    <a:pt x="214" y="68"/>
                    <a:pt x="211" y="67"/>
                    <a:pt x="209" y="68"/>
                  </a:cubicBezTo>
                  <a:cubicBezTo>
                    <a:pt x="120" y="89"/>
                    <a:pt x="120" y="89"/>
                    <a:pt x="120" y="89"/>
                  </a:cubicBezTo>
                  <a:cubicBezTo>
                    <a:pt x="117" y="89"/>
                    <a:pt x="114" y="93"/>
                    <a:pt x="114" y="96"/>
                  </a:cubicBezTo>
                  <a:cubicBezTo>
                    <a:pt x="114" y="165"/>
                    <a:pt x="114" y="165"/>
                    <a:pt x="114" y="165"/>
                  </a:cubicBezTo>
                  <a:cubicBezTo>
                    <a:pt x="110" y="164"/>
                    <a:pt x="106" y="163"/>
                    <a:pt x="102" y="163"/>
                  </a:cubicBezTo>
                  <a:cubicBezTo>
                    <a:pt x="86" y="163"/>
                    <a:pt x="73" y="175"/>
                    <a:pt x="73" y="191"/>
                  </a:cubicBezTo>
                  <a:cubicBezTo>
                    <a:pt x="73" y="207"/>
                    <a:pt x="86" y="219"/>
                    <a:pt x="102" y="219"/>
                  </a:cubicBezTo>
                  <a:cubicBezTo>
                    <a:pt x="117" y="219"/>
                    <a:pt x="130" y="207"/>
                    <a:pt x="130" y="191"/>
                  </a:cubicBezTo>
                  <a:cubicBezTo>
                    <a:pt x="130" y="191"/>
                    <a:pt x="130" y="191"/>
                    <a:pt x="130" y="191"/>
                  </a:cubicBezTo>
                  <a:cubicBezTo>
                    <a:pt x="130" y="103"/>
                    <a:pt x="130" y="103"/>
                    <a:pt x="130" y="103"/>
                  </a:cubicBezTo>
                  <a:cubicBezTo>
                    <a:pt x="203" y="86"/>
                    <a:pt x="203" y="86"/>
                    <a:pt x="203" y="86"/>
                  </a:cubicBezTo>
                  <a:cubicBezTo>
                    <a:pt x="203" y="143"/>
                    <a:pt x="203" y="143"/>
                    <a:pt x="203" y="143"/>
                  </a:cubicBezTo>
                  <a:cubicBezTo>
                    <a:pt x="199" y="141"/>
                    <a:pt x="195" y="140"/>
                    <a:pt x="190" y="140"/>
                  </a:cubicBezTo>
                  <a:cubicBezTo>
                    <a:pt x="175" y="140"/>
                    <a:pt x="162" y="153"/>
                    <a:pt x="162" y="169"/>
                  </a:cubicBezTo>
                  <a:cubicBezTo>
                    <a:pt x="162" y="184"/>
                    <a:pt x="175" y="197"/>
                    <a:pt x="190" y="197"/>
                  </a:cubicBezTo>
                  <a:cubicBezTo>
                    <a:pt x="206" y="197"/>
                    <a:pt x="219" y="184"/>
                    <a:pt x="219" y="169"/>
                  </a:cubicBezTo>
                  <a:cubicBezTo>
                    <a:pt x="219" y="76"/>
                    <a:pt x="219" y="76"/>
                    <a:pt x="219" y="76"/>
                  </a:cubicBezTo>
                  <a:cubicBezTo>
                    <a:pt x="219" y="73"/>
                    <a:pt x="218" y="71"/>
                    <a:pt x="216" y="70"/>
                  </a:cubicBezTo>
                  <a:close/>
                  <a:moveTo>
                    <a:pt x="56" y="295"/>
                  </a:moveTo>
                  <a:cubicBezTo>
                    <a:pt x="49" y="295"/>
                    <a:pt x="44" y="300"/>
                    <a:pt x="44" y="307"/>
                  </a:cubicBezTo>
                  <a:cubicBezTo>
                    <a:pt x="44" y="333"/>
                    <a:pt x="44" y="333"/>
                    <a:pt x="44" y="333"/>
                  </a:cubicBezTo>
                  <a:cubicBezTo>
                    <a:pt x="44" y="340"/>
                    <a:pt x="49" y="345"/>
                    <a:pt x="56" y="345"/>
                  </a:cubicBezTo>
                  <a:cubicBezTo>
                    <a:pt x="82" y="345"/>
                    <a:pt x="82" y="345"/>
                    <a:pt x="82" y="345"/>
                  </a:cubicBezTo>
                  <a:cubicBezTo>
                    <a:pt x="88" y="345"/>
                    <a:pt x="93" y="340"/>
                    <a:pt x="93" y="333"/>
                  </a:cubicBezTo>
                  <a:cubicBezTo>
                    <a:pt x="93" y="307"/>
                    <a:pt x="93" y="307"/>
                    <a:pt x="93" y="307"/>
                  </a:cubicBezTo>
                  <a:cubicBezTo>
                    <a:pt x="93" y="300"/>
                    <a:pt x="88" y="295"/>
                    <a:pt x="82" y="295"/>
                  </a:cubicBezTo>
                  <a:lnTo>
                    <a:pt x="56" y="295"/>
                  </a:lnTo>
                  <a:close/>
                  <a:moveTo>
                    <a:pt x="120" y="285"/>
                  </a:moveTo>
                  <a:cubicBezTo>
                    <a:pt x="114" y="285"/>
                    <a:pt x="109" y="290"/>
                    <a:pt x="109" y="296"/>
                  </a:cubicBezTo>
                  <a:cubicBezTo>
                    <a:pt x="109" y="343"/>
                    <a:pt x="109" y="343"/>
                    <a:pt x="109" y="343"/>
                  </a:cubicBezTo>
                  <a:cubicBezTo>
                    <a:pt x="109" y="350"/>
                    <a:pt x="114" y="355"/>
                    <a:pt x="120" y="355"/>
                  </a:cubicBezTo>
                  <a:cubicBezTo>
                    <a:pt x="172" y="355"/>
                    <a:pt x="172" y="355"/>
                    <a:pt x="172" y="355"/>
                  </a:cubicBezTo>
                  <a:cubicBezTo>
                    <a:pt x="178" y="355"/>
                    <a:pt x="183" y="350"/>
                    <a:pt x="183" y="343"/>
                  </a:cubicBezTo>
                  <a:cubicBezTo>
                    <a:pt x="183" y="296"/>
                    <a:pt x="183" y="296"/>
                    <a:pt x="183" y="296"/>
                  </a:cubicBezTo>
                  <a:cubicBezTo>
                    <a:pt x="183" y="290"/>
                    <a:pt x="178" y="285"/>
                    <a:pt x="172" y="285"/>
                  </a:cubicBezTo>
                  <a:lnTo>
                    <a:pt x="120" y="285"/>
                  </a:lnTo>
                  <a:close/>
                  <a:moveTo>
                    <a:pt x="161" y="321"/>
                  </a:moveTo>
                  <a:cubicBezTo>
                    <a:pt x="134" y="336"/>
                    <a:pt x="134" y="336"/>
                    <a:pt x="134" y="336"/>
                  </a:cubicBezTo>
                  <a:cubicBezTo>
                    <a:pt x="134" y="336"/>
                    <a:pt x="133" y="336"/>
                    <a:pt x="133" y="336"/>
                  </a:cubicBezTo>
                  <a:cubicBezTo>
                    <a:pt x="133" y="336"/>
                    <a:pt x="132" y="335"/>
                    <a:pt x="132" y="335"/>
                  </a:cubicBezTo>
                  <a:cubicBezTo>
                    <a:pt x="132" y="305"/>
                    <a:pt x="132" y="305"/>
                    <a:pt x="132" y="305"/>
                  </a:cubicBezTo>
                  <a:cubicBezTo>
                    <a:pt x="132" y="304"/>
                    <a:pt x="133" y="304"/>
                    <a:pt x="133" y="304"/>
                  </a:cubicBezTo>
                  <a:cubicBezTo>
                    <a:pt x="133" y="303"/>
                    <a:pt x="134" y="303"/>
                    <a:pt x="134" y="304"/>
                  </a:cubicBezTo>
                  <a:cubicBezTo>
                    <a:pt x="161" y="319"/>
                    <a:pt x="161" y="319"/>
                    <a:pt x="161" y="319"/>
                  </a:cubicBezTo>
                  <a:cubicBezTo>
                    <a:pt x="161" y="319"/>
                    <a:pt x="161" y="319"/>
                    <a:pt x="161" y="320"/>
                  </a:cubicBezTo>
                  <a:cubicBezTo>
                    <a:pt x="161" y="320"/>
                    <a:pt x="161" y="321"/>
                    <a:pt x="161" y="321"/>
                  </a:cubicBezTo>
                  <a:close/>
                  <a:moveTo>
                    <a:pt x="262" y="233"/>
                  </a:moveTo>
                  <a:cubicBezTo>
                    <a:pt x="262" y="62"/>
                    <a:pt x="262" y="62"/>
                    <a:pt x="262" y="62"/>
                  </a:cubicBezTo>
                  <a:cubicBezTo>
                    <a:pt x="262" y="45"/>
                    <a:pt x="248" y="32"/>
                    <a:pt x="231" y="32"/>
                  </a:cubicBezTo>
                  <a:cubicBezTo>
                    <a:pt x="61" y="32"/>
                    <a:pt x="61" y="32"/>
                    <a:pt x="61" y="32"/>
                  </a:cubicBezTo>
                  <a:cubicBezTo>
                    <a:pt x="44" y="32"/>
                    <a:pt x="30" y="45"/>
                    <a:pt x="30" y="62"/>
                  </a:cubicBezTo>
                  <a:cubicBezTo>
                    <a:pt x="30" y="233"/>
                    <a:pt x="30" y="233"/>
                    <a:pt x="30" y="233"/>
                  </a:cubicBezTo>
                  <a:cubicBezTo>
                    <a:pt x="30" y="250"/>
                    <a:pt x="44" y="264"/>
                    <a:pt x="61" y="264"/>
                  </a:cubicBezTo>
                  <a:cubicBezTo>
                    <a:pt x="231" y="264"/>
                    <a:pt x="231" y="264"/>
                    <a:pt x="231" y="264"/>
                  </a:cubicBezTo>
                  <a:cubicBezTo>
                    <a:pt x="248" y="264"/>
                    <a:pt x="262" y="250"/>
                    <a:pt x="262" y="233"/>
                  </a:cubicBezTo>
                  <a:close/>
                  <a:moveTo>
                    <a:pt x="246" y="233"/>
                  </a:moveTo>
                  <a:cubicBezTo>
                    <a:pt x="246" y="241"/>
                    <a:pt x="239" y="248"/>
                    <a:pt x="231" y="248"/>
                  </a:cubicBezTo>
                  <a:cubicBezTo>
                    <a:pt x="61" y="248"/>
                    <a:pt x="61" y="248"/>
                    <a:pt x="61" y="248"/>
                  </a:cubicBezTo>
                  <a:cubicBezTo>
                    <a:pt x="53" y="248"/>
                    <a:pt x="46" y="241"/>
                    <a:pt x="46" y="233"/>
                  </a:cubicBezTo>
                  <a:cubicBezTo>
                    <a:pt x="46" y="62"/>
                    <a:pt x="46" y="62"/>
                    <a:pt x="46" y="62"/>
                  </a:cubicBezTo>
                  <a:cubicBezTo>
                    <a:pt x="46" y="54"/>
                    <a:pt x="53" y="48"/>
                    <a:pt x="61" y="48"/>
                  </a:cubicBezTo>
                  <a:cubicBezTo>
                    <a:pt x="231" y="48"/>
                    <a:pt x="231" y="48"/>
                    <a:pt x="231" y="48"/>
                  </a:cubicBezTo>
                  <a:cubicBezTo>
                    <a:pt x="239" y="48"/>
                    <a:pt x="246" y="54"/>
                    <a:pt x="246" y="62"/>
                  </a:cubicBezTo>
                  <a:lnTo>
                    <a:pt x="246" y="233"/>
                  </a:lnTo>
                  <a:close/>
                  <a:moveTo>
                    <a:pt x="210" y="295"/>
                  </a:moveTo>
                  <a:cubicBezTo>
                    <a:pt x="203" y="295"/>
                    <a:pt x="198" y="300"/>
                    <a:pt x="198" y="307"/>
                  </a:cubicBezTo>
                  <a:cubicBezTo>
                    <a:pt x="198" y="333"/>
                    <a:pt x="198" y="333"/>
                    <a:pt x="198" y="333"/>
                  </a:cubicBezTo>
                  <a:cubicBezTo>
                    <a:pt x="198" y="340"/>
                    <a:pt x="203" y="345"/>
                    <a:pt x="210" y="345"/>
                  </a:cubicBezTo>
                  <a:cubicBezTo>
                    <a:pt x="235" y="345"/>
                    <a:pt x="235" y="345"/>
                    <a:pt x="235" y="345"/>
                  </a:cubicBezTo>
                  <a:cubicBezTo>
                    <a:pt x="242" y="345"/>
                    <a:pt x="247" y="340"/>
                    <a:pt x="247" y="333"/>
                  </a:cubicBezTo>
                  <a:cubicBezTo>
                    <a:pt x="247" y="307"/>
                    <a:pt x="247" y="307"/>
                    <a:pt x="247" y="307"/>
                  </a:cubicBezTo>
                  <a:cubicBezTo>
                    <a:pt x="247" y="300"/>
                    <a:pt x="242" y="295"/>
                    <a:pt x="235" y="295"/>
                  </a:cubicBezTo>
                  <a:lnTo>
                    <a:pt x="210" y="295"/>
                  </a:lnTo>
                  <a:close/>
                </a:path>
              </a:pathLst>
            </a:custGeom>
            <a:blipFill dpi="0" rotWithShape="1">
              <a:blip r:embed="rId34"/>
              <a:srcRect/>
              <a:stretch>
                <a:fillRect/>
              </a:stretch>
            </a:blipFill>
            <a:ln w="9525">
              <a:noFill/>
              <a:round/>
              <a:headEnd/>
              <a:tailEnd/>
            </a:ln>
          </p:spPr>
          <p:txBody>
            <a:bodyPr/>
            <a:lstStyle/>
            <a:p>
              <a:endParaRPr lang="en-GB"/>
            </a:p>
          </p:txBody>
        </p:sp>
        <p:sp>
          <p:nvSpPr>
            <p:cNvPr id="31817" name="Freeform 3"/>
            <p:cNvSpPr>
              <a:spLocks noChangeAspect="1" noEditPoints="1"/>
            </p:cNvSpPr>
            <p:nvPr/>
          </p:nvSpPr>
          <p:spPr bwMode="auto">
            <a:xfrm>
              <a:off x="4175706" y="2110811"/>
              <a:ext cx="103356" cy="120449"/>
            </a:xfrm>
            <a:custGeom>
              <a:avLst/>
              <a:gdLst>
                <a:gd name="T0" fmla="*/ 2147483647 w 346"/>
                <a:gd name="T1" fmla="*/ 2147483647 h 388"/>
                <a:gd name="T2" fmla="*/ 2147483647 w 346"/>
                <a:gd name="T3" fmla="*/ 2147483647 h 388"/>
                <a:gd name="T4" fmla="*/ 2147483647 w 346"/>
                <a:gd name="T5" fmla="*/ 2147483647 h 388"/>
                <a:gd name="T6" fmla="*/ 2147483647 w 346"/>
                <a:gd name="T7" fmla="*/ 2147483647 h 388"/>
                <a:gd name="T8" fmla="*/ 2147483647 w 346"/>
                <a:gd name="T9" fmla="*/ 2147483647 h 388"/>
                <a:gd name="T10" fmla="*/ 2147483647 w 346"/>
                <a:gd name="T11" fmla="*/ 2147483647 h 388"/>
                <a:gd name="T12" fmla="*/ 2147483647 w 346"/>
                <a:gd name="T13" fmla="*/ 2147483647 h 388"/>
                <a:gd name="T14" fmla="*/ 2147483647 w 346"/>
                <a:gd name="T15" fmla="*/ 2147483647 h 388"/>
                <a:gd name="T16" fmla="*/ 2147483647 w 346"/>
                <a:gd name="T17" fmla="*/ 2147483647 h 388"/>
                <a:gd name="T18" fmla="*/ 2147483647 w 346"/>
                <a:gd name="T19" fmla="*/ 2147483647 h 388"/>
                <a:gd name="T20" fmla="*/ 2147483647 w 346"/>
                <a:gd name="T21" fmla="*/ 2147483647 h 388"/>
                <a:gd name="T22" fmla="*/ 2147483647 w 346"/>
                <a:gd name="T23" fmla="*/ 2147483647 h 388"/>
                <a:gd name="T24" fmla="*/ 2147483647 w 346"/>
                <a:gd name="T25" fmla="*/ 2147483647 h 388"/>
                <a:gd name="T26" fmla="*/ 2147483647 w 346"/>
                <a:gd name="T27" fmla="*/ 2147483647 h 388"/>
                <a:gd name="T28" fmla="*/ 2147483647 w 346"/>
                <a:gd name="T29" fmla="*/ 2147483647 h 388"/>
                <a:gd name="T30" fmla="*/ 2147483647 w 346"/>
                <a:gd name="T31" fmla="*/ 2147483647 h 388"/>
                <a:gd name="T32" fmla="*/ 2147483647 w 346"/>
                <a:gd name="T33" fmla="*/ 2147483647 h 388"/>
                <a:gd name="T34" fmla="*/ 2147483647 w 346"/>
                <a:gd name="T35" fmla="*/ 2147483647 h 388"/>
                <a:gd name="T36" fmla="*/ 2147483647 w 346"/>
                <a:gd name="T37" fmla="*/ 2147483647 h 388"/>
                <a:gd name="T38" fmla="*/ 2147483647 w 346"/>
                <a:gd name="T39" fmla="*/ 2147483647 h 388"/>
                <a:gd name="T40" fmla="*/ 2147483647 w 346"/>
                <a:gd name="T41" fmla="*/ 2147483647 h 388"/>
                <a:gd name="T42" fmla="*/ 2147483647 w 346"/>
                <a:gd name="T43" fmla="*/ 2147483647 h 388"/>
                <a:gd name="T44" fmla="*/ 2147483647 w 346"/>
                <a:gd name="T45" fmla="*/ 2147483647 h 388"/>
                <a:gd name="T46" fmla="*/ 2147483647 w 346"/>
                <a:gd name="T47" fmla="*/ 2147483647 h 388"/>
                <a:gd name="T48" fmla="*/ 2147483647 w 346"/>
                <a:gd name="T49" fmla="*/ 2147483647 h 388"/>
                <a:gd name="T50" fmla="*/ 2147483647 w 346"/>
                <a:gd name="T51" fmla="*/ 2147483647 h 388"/>
                <a:gd name="T52" fmla="*/ 2147483647 w 346"/>
                <a:gd name="T53" fmla="*/ 2147483647 h 388"/>
                <a:gd name="T54" fmla="*/ 2147483647 w 346"/>
                <a:gd name="T55" fmla="*/ 2147483647 h 388"/>
                <a:gd name="T56" fmla="*/ 2147483647 w 346"/>
                <a:gd name="T57" fmla="*/ 2147483647 h 388"/>
                <a:gd name="T58" fmla="*/ 2147483647 w 346"/>
                <a:gd name="T59" fmla="*/ 2147483647 h 388"/>
                <a:gd name="T60" fmla="*/ 2147483647 w 346"/>
                <a:gd name="T61" fmla="*/ 2147483647 h 388"/>
                <a:gd name="T62" fmla="*/ 2147483647 w 346"/>
                <a:gd name="T63" fmla="*/ 2147483647 h 388"/>
                <a:gd name="T64" fmla="*/ 2147483647 w 346"/>
                <a:gd name="T65" fmla="*/ 2147483647 h 388"/>
                <a:gd name="T66" fmla="*/ 2147483647 w 346"/>
                <a:gd name="T67" fmla="*/ 2147483647 h 388"/>
                <a:gd name="T68" fmla="*/ 2147483647 w 346"/>
                <a:gd name="T69" fmla="*/ 2147483647 h 388"/>
                <a:gd name="T70" fmla="*/ 2147483647 w 346"/>
                <a:gd name="T71" fmla="*/ 2147483647 h 388"/>
                <a:gd name="T72" fmla="*/ 2147483647 w 346"/>
                <a:gd name="T73" fmla="*/ 2147483647 h 38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346"/>
                <a:gd name="T112" fmla="*/ 0 h 388"/>
                <a:gd name="T113" fmla="*/ 346 w 346"/>
                <a:gd name="T114" fmla="*/ 388 h 38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346" h="388">
                  <a:moveTo>
                    <a:pt x="99" y="274"/>
                  </a:moveTo>
                  <a:cubicBezTo>
                    <a:pt x="124" y="274"/>
                    <a:pt x="145" y="253"/>
                    <a:pt x="145" y="228"/>
                  </a:cubicBezTo>
                  <a:cubicBezTo>
                    <a:pt x="145" y="228"/>
                    <a:pt x="145" y="228"/>
                    <a:pt x="145" y="228"/>
                  </a:cubicBezTo>
                  <a:cubicBezTo>
                    <a:pt x="145" y="48"/>
                    <a:pt x="145" y="48"/>
                    <a:pt x="145" y="48"/>
                  </a:cubicBezTo>
                  <a:cubicBezTo>
                    <a:pt x="277" y="18"/>
                    <a:pt x="277" y="18"/>
                    <a:pt x="277" y="18"/>
                  </a:cubicBezTo>
                  <a:cubicBezTo>
                    <a:pt x="277" y="41"/>
                    <a:pt x="277" y="41"/>
                    <a:pt x="277" y="41"/>
                  </a:cubicBezTo>
                  <a:cubicBezTo>
                    <a:pt x="277" y="45"/>
                    <a:pt x="281" y="49"/>
                    <a:pt x="285" y="49"/>
                  </a:cubicBezTo>
                  <a:cubicBezTo>
                    <a:pt x="289" y="49"/>
                    <a:pt x="293" y="45"/>
                    <a:pt x="293" y="41"/>
                  </a:cubicBezTo>
                  <a:cubicBezTo>
                    <a:pt x="293" y="8"/>
                    <a:pt x="293" y="8"/>
                    <a:pt x="293" y="8"/>
                  </a:cubicBezTo>
                  <a:cubicBezTo>
                    <a:pt x="293" y="6"/>
                    <a:pt x="292" y="3"/>
                    <a:pt x="290" y="2"/>
                  </a:cubicBezTo>
                  <a:cubicBezTo>
                    <a:pt x="288" y="0"/>
                    <a:pt x="286" y="0"/>
                    <a:pt x="283" y="0"/>
                  </a:cubicBezTo>
                  <a:cubicBezTo>
                    <a:pt x="135" y="34"/>
                    <a:pt x="135" y="34"/>
                    <a:pt x="135" y="34"/>
                  </a:cubicBezTo>
                  <a:cubicBezTo>
                    <a:pt x="131" y="35"/>
                    <a:pt x="129" y="38"/>
                    <a:pt x="129" y="42"/>
                  </a:cubicBezTo>
                  <a:cubicBezTo>
                    <a:pt x="129" y="194"/>
                    <a:pt x="129" y="194"/>
                    <a:pt x="129" y="194"/>
                  </a:cubicBezTo>
                  <a:cubicBezTo>
                    <a:pt x="121" y="187"/>
                    <a:pt x="110" y="183"/>
                    <a:pt x="99" y="183"/>
                  </a:cubicBezTo>
                  <a:cubicBezTo>
                    <a:pt x="74" y="183"/>
                    <a:pt x="53" y="203"/>
                    <a:pt x="53" y="228"/>
                  </a:cubicBezTo>
                  <a:cubicBezTo>
                    <a:pt x="53" y="253"/>
                    <a:pt x="74" y="274"/>
                    <a:pt x="99" y="274"/>
                  </a:cubicBezTo>
                  <a:close/>
                  <a:moveTo>
                    <a:pt x="285" y="65"/>
                  </a:moveTo>
                  <a:cubicBezTo>
                    <a:pt x="281" y="65"/>
                    <a:pt x="277" y="69"/>
                    <a:pt x="277" y="73"/>
                  </a:cubicBezTo>
                  <a:cubicBezTo>
                    <a:pt x="277" y="160"/>
                    <a:pt x="277" y="160"/>
                    <a:pt x="277" y="160"/>
                  </a:cubicBezTo>
                  <a:cubicBezTo>
                    <a:pt x="269" y="153"/>
                    <a:pt x="259" y="149"/>
                    <a:pt x="247" y="149"/>
                  </a:cubicBezTo>
                  <a:cubicBezTo>
                    <a:pt x="222" y="149"/>
                    <a:pt x="202" y="169"/>
                    <a:pt x="202" y="195"/>
                  </a:cubicBezTo>
                  <a:cubicBezTo>
                    <a:pt x="202" y="220"/>
                    <a:pt x="222" y="240"/>
                    <a:pt x="247" y="240"/>
                  </a:cubicBezTo>
                  <a:cubicBezTo>
                    <a:pt x="272" y="240"/>
                    <a:pt x="293" y="220"/>
                    <a:pt x="293" y="195"/>
                  </a:cubicBezTo>
                  <a:cubicBezTo>
                    <a:pt x="293" y="195"/>
                    <a:pt x="293" y="195"/>
                    <a:pt x="293" y="195"/>
                  </a:cubicBezTo>
                  <a:cubicBezTo>
                    <a:pt x="293" y="73"/>
                    <a:pt x="293" y="73"/>
                    <a:pt x="293" y="73"/>
                  </a:cubicBezTo>
                  <a:cubicBezTo>
                    <a:pt x="293" y="69"/>
                    <a:pt x="289" y="65"/>
                    <a:pt x="285" y="65"/>
                  </a:cubicBezTo>
                  <a:close/>
                  <a:moveTo>
                    <a:pt x="2" y="309"/>
                  </a:moveTo>
                  <a:cubicBezTo>
                    <a:pt x="2" y="310"/>
                    <a:pt x="6" y="319"/>
                    <a:pt x="17" y="328"/>
                  </a:cubicBezTo>
                  <a:cubicBezTo>
                    <a:pt x="28" y="337"/>
                    <a:pt x="45" y="346"/>
                    <a:pt x="71" y="346"/>
                  </a:cubicBezTo>
                  <a:cubicBezTo>
                    <a:pt x="72" y="346"/>
                    <a:pt x="72" y="346"/>
                    <a:pt x="72" y="346"/>
                  </a:cubicBezTo>
                  <a:cubicBezTo>
                    <a:pt x="98" y="346"/>
                    <a:pt x="132" y="337"/>
                    <a:pt x="177" y="313"/>
                  </a:cubicBezTo>
                  <a:cubicBezTo>
                    <a:pt x="221" y="290"/>
                    <a:pt x="252" y="282"/>
                    <a:pt x="275" y="282"/>
                  </a:cubicBezTo>
                  <a:cubicBezTo>
                    <a:pt x="297" y="282"/>
                    <a:pt x="311" y="289"/>
                    <a:pt x="319" y="296"/>
                  </a:cubicBezTo>
                  <a:cubicBezTo>
                    <a:pt x="323" y="300"/>
                    <a:pt x="326" y="303"/>
                    <a:pt x="327" y="305"/>
                  </a:cubicBezTo>
                  <a:cubicBezTo>
                    <a:pt x="328" y="307"/>
                    <a:pt x="329" y="308"/>
                    <a:pt x="329" y="308"/>
                  </a:cubicBezTo>
                  <a:cubicBezTo>
                    <a:pt x="329" y="309"/>
                    <a:pt x="329" y="309"/>
                    <a:pt x="330" y="309"/>
                  </a:cubicBezTo>
                  <a:cubicBezTo>
                    <a:pt x="330" y="309"/>
                    <a:pt x="330" y="309"/>
                    <a:pt x="330" y="309"/>
                  </a:cubicBezTo>
                  <a:cubicBezTo>
                    <a:pt x="331" y="313"/>
                    <a:pt x="336" y="315"/>
                    <a:pt x="340" y="313"/>
                  </a:cubicBezTo>
                  <a:cubicBezTo>
                    <a:pt x="344" y="312"/>
                    <a:pt x="346" y="307"/>
                    <a:pt x="344" y="303"/>
                  </a:cubicBezTo>
                  <a:cubicBezTo>
                    <a:pt x="344" y="302"/>
                    <a:pt x="340" y="293"/>
                    <a:pt x="329" y="284"/>
                  </a:cubicBezTo>
                  <a:cubicBezTo>
                    <a:pt x="319" y="275"/>
                    <a:pt x="301" y="266"/>
                    <a:pt x="275" y="266"/>
                  </a:cubicBezTo>
                  <a:cubicBezTo>
                    <a:pt x="249" y="266"/>
                    <a:pt x="215" y="275"/>
                    <a:pt x="169" y="299"/>
                  </a:cubicBezTo>
                  <a:cubicBezTo>
                    <a:pt x="126" y="322"/>
                    <a:pt x="94" y="330"/>
                    <a:pt x="72" y="330"/>
                  </a:cubicBezTo>
                  <a:cubicBezTo>
                    <a:pt x="49" y="330"/>
                    <a:pt x="36" y="323"/>
                    <a:pt x="27" y="316"/>
                  </a:cubicBezTo>
                  <a:cubicBezTo>
                    <a:pt x="23" y="312"/>
                    <a:pt x="21" y="309"/>
                    <a:pt x="19" y="306"/>
                  </a:cubicBezTo>
                  <a:cubicBezTo>
                    <a:pt x="18" y="305"/>
                    <a:pt x="18" y="304"/>
                    <a:pt x="17" y="304"/>
                  </a:cubicBezTo>
                  <a:cubicBezTo>
                    <a:pt x="17" y="303"/>
                    <a:pt x="17" y="303"/>
                    <a:pt x="17" y="303"/>
                  </a:cubicBezTo>
                  <a:cubicBezTo>
                    <a:pt x="17" y="303"/>
                    <a:pt x="17" y="303"/>
                    <a:pt x="17" y="303"/>
                  </a:cubicBezTo>
                  <a:cubicBezTo>
                    <a:pt x="15" y="299"/>
                    <a:pt x="10" y="297"/>
                    <a:pt x="6" y="299"/>
                  </a:cubicBezTo>
                  <a:cubicBezTo>
                    <a:pt x="2" y="300"/>
                    <a:pt x="0" y="305"/>
                    <a:pt x="2" y="309"/>
                  </a:cubicBezTo>
                  <a:close/>
                  <a:moveTo>
                    <a:pt x="329" y="326"/>
                  </a:moveTo>
                  <a:cubicBezTo>
                    <a:pt x="319" y="317"/>
                    <a:pt x="301" y="308"/>
                    <a:pt x="275" y="308"/>
                  </a:cubicBezTo>
                  <a:cubicBezTo>
                    <a:pt x="249" y="308"/>
                    <a:pt x="215" y="316"/>
                    <a:pt x="169" y="341"/>
                  </a:cubicBezTo>
                  <a:cubicBezTo>
                    <a:pt x="126" y="364"/>
                    <a:pt x="94" y="372"/>
                    <a:pt x="72" y="372"/>
                  </a:cubicBezTo>
                  <a:cubicBezTo>
                    <a:pt x="49" y="372"/>
                    <a:pt x="36" y="364"/>
                    <a:pt x="27" y="358"/>
                  </a:cubicBezTo>
                  <a:cubicBezTo>
                    <a:pt x="23" y="354"/>
                    <a:pt x="21" y="351"/>
                    <a:pt x="19" y="348"/>
                  </a:cubicBezTo>
                  <a:cubicBezTo>
                    <a:pt x="18" y="347"/>
                    <a:pt x="18" y="346"/>
                    <a:pt x="17" y="345"/>
                  </a:cubicBezTo>
                  <a:cubicBezTo>
                    <a:pt x="17" y="345"/>
                    <a:pt x="17" y="345"/>
                    <a:pt x="17" y="345"/>
                  </a:cubicBezTo>
                  <a:cubicBezTo>
                    <a:pt x="17" y="345"/>
                    <a:pt x="17" y="345"/>
                    <a:pt x="17" y="345"/>
                  </a:cubicBezTo>
                  <a:cubicBezTo>
                    <a:pt x="15" y="341"/>
                    <a:pt x="10" y="339"/>
                    <a:pt x="6" y="340"/>
                  </a:cubicBezTo>
                  <a:cubicBezTo>
                    <a:pt x="2" y="342"/>
                    <a:pt x="0" y="347"/>
                    <a:pt x="2" y="351"/>
                  </a:cubicBezTo>
                  <a:cubicBezTo>
                    <a:pt x="2" y="352"/>
                    <a:pt x="6" y="361"/>
                    <a:pt x="17" y="370"/>
                  </a:cubicBezTo>
                  <a:cubicBezTo>
                    <a:pt x="28" y="379"/>
                    <a:pt x="45" y="388"/>
                    <a:pt x="71" y="388"/>
                  </a:cubicBezTo>
                  <a:cubicBezTo>
                    <a:pt x="72" y="388"/>
                    <a:pt x="72" y="388"/>
                    <a:pt x="72" y="388"/>
                  </a:cubicBezTo>
                  <a:cubicBezTo>
                    <a:pt x="98" y="388"/>
                    <a:pt x="132" y="379"/>
                    <a:pt x="177" y="355"/>
                  </a:cubicBezTo>
                  <a:cubicBezTo>
                    <a:pt x="221" y="331"/>
                    <a:pt x="252" y="324"/>
                    <a:pt x="275" y="324"/>
                  </a:cubicBezTo>
                  <a:cubicBezTo>
                    <a:pt x="297" y="324"/>
                    <a:pt x="311" y="331"/>
                    <a:pt x="319" y="338"/>
                  </a:cubicBezTo>
                  <a:cubicBezTo>
                    <a:pt x="323" y="341"/>
                    <a:pt x="326" y="345"/>
                    <a:pt x="327" y="347"/>
                  </a:cubicBezTo>
                  <a:cubicBezTo>
                    <a:pt x="328" y="348"/>
                    <a:pt x="329" y="349"/>
                    <a:pt x="329" y="350"/>
                  </a:cubicBezTo>
                  <a:cubicBezTo>
                    <a:pt x="329" y="350"/>
                    <a:pt x="329" y="351"/>
                    <a:pt x="330" y="351"/>
                  </a:cubicBezTo>
                  <a:cubicBezTo>
                    <a:pt x="330" y="351"/>
                    <a:pt x="330" y="351"/>
                    <a:pt x="330" y="351"/>
                  </a:cubicBezTo>
                  <a:cubicBezTo>
                    <a:pt x="331" y="355"/>
                    <a:pt x="336" y="357"/>
                    <a:pt x="340" y="355"/>
                  </a:cubicBezTo>
                  <a:cubicBezTo>
                    <a:pt x="344" y="353"/>
                    <a:pt x="346" y="349"/>
                    <a:pt x="344" y="345"/>
                  </a:cubicBezTo>
                  <a:cubicBezTo>
                    <a:pt x="344" y="344"/>
                    <a:pt x="340" y="335"/>
                    <a:pt x="329" y="326"/>
                  </a:cubicBezTo>
                  <a:close/>
                </a:path>
              </a:pathLst>
            </a:custGeom>
            <a:blipFill dpi="0" rotWithShape="1">
              <a:blip r:embed="rId35"/>
              <a:srcRect/>
              <a:stretch>
                <a:fillRect/>
              </a:stretch>
            </a:blipFill>
            <a:ln w="9525">
              <a:noFill/>
              <a:round/>
              <a:headEnd/>
              <a:tailEnd/>
            </a:ln>
          </p:spPr>
          <p:txBody>
            <a:bodyPr/>
            <a:lstStyle/>
            <a:p>
              <a:endParaRPr lang="en-GB"/>
            </a:p>
          </p:txBody>
        </p:sp>
        <p:sp>
          <p:nvSpPr>
            <p:cNvPr id="31818" name="Freeform 3"/>
            <p:cNvSpPr>
              <a:spLocks noChangeAspect="1" noEditPoints="1"/>
            </p:cNvSpPr>
            <p:nvPr/>
          </p:nvSpPr>
          <p:spPr bwMode="auto">
            <a:xfrm>
              <a:off x="3987185" y="2105687"/>
              <a:ext cx="80712" cy="110192"/>
            </a:xfrm>
            <a:custGeom>
              <a:avLst/>
              <a:gdLst>
                <a:gd name="T0" fmla="*/ 2147483647 w 270"/>
                <a:gd name="T1" fmla="*/ 2147483647 h 355"/>
                <a:gd name="T2" fmla="*/ 2147483647 w 270"/>
                <a:gd name="T3" fmla="*/ 2147483647 h 355"/>
                <a:gd name="T4" fmla="*/ 2147483647 w 270"/>
                <a:gd name="T5" fmla="*/ 2147483647 h 355"/>
                <a:gd name="T6" fmla="*/ 2147483647 w 270"/>
                <a:gd name="T7" fmla="*/ 2147483647 h 355"/>
                <a:gd name="T8" fmla="*/ 2147483647 w 270"/>
                <a:gd name="T9" fmla="*/ 2147483647 h 355"/>
                <a:gd name="T10" fmla="*/ 2147483647 w 270"/>
                <a:gd name="T11" fmla="*/ 2147483647 h 355"/>
                <a:gd name="T12" fmla="*/ 2147483647 w 270"/>
                <a:gd name="T13" fmla="*/ 2147483647 h 355"/>
                <a:gd name="T14" fmla="*/ 2147483647 w 270"/>
                <a:gd name="T15" fmla="*/ 2147483647 h 355"/>
                <a:gd name="T16" fmla="*/ 2147483647 w 270"/>
                <a:gd name="T17" fmla="*/ 2147483647 h 355"/>
                <a:gd name="T18" fmla="*/ 2147483647 w 270"/>
                <a:gd name="T19" fmla="*/ 2147483647 h 355"/>
                <a:gd name="T20" fmla="*/ 2147483647 w 270"/>
                <a:gd name="T21" fmla="*/ 2147483647 h 355"/>
                <a:gd name="T22" fmla="*/ 2147483647 w 270"/>
                <a:gd name="T23" fmla="*/ 2147483647 h 355"/>
                <a:gd name="T24" fmla="*/ 2147483647 w 270"/>
                <a:gd name="T25" fmla="*/ 2147483647 h 355"/>
                <a:gd name="T26" fmla="*/ 2147483647 w 270"/>
                <a:gd name="T27" fmla="*/ 2147483647 h 355"/>
                <a:gd name="T28" fmla="*/ 2147483647 w 270"/>
                <a:gd name="T29" fmla="*/ 2147483647 h 355"/>
                <a:gd name="T30" fmla="*/ 2147483647 w 270"/>
                <a:gd name="T31" fmla="*/ 2147483647 h 355"/>
                <a:gd name="T32" fmla="*/ 2147483647 w 270"/>
                <a:gd name="T33" fmla="*/ 2147483647 h 355"/>
                <a:gd name="T34" fmla="*/ 2147483647 w 270"/>
                <a:gd name="T35" fmla="*/ 2147483647 h 355"/>
                <a:gd name="T36" fmla="*/ 2147483647 w 270"/>
                <a:gd name="T37" fmla="*/ 2147483647 h 355"/>
                <a:gd name="T38" fmla="*/ 2147483647 w 270"/>
                <a:gd name="T39" fmla="*/ 2147483647 h 355"/>
                <a:gd name="T40" fmla="*/ 2147483647 w 270"/>
                <a:gd name="T41" fmla="*/ 2147483647 h 355"/>
                <a:gd name="T42" fmla="*/ 2147483647 w 270"/>
                <a:gd name="T43" fmla="*/ 2147483647 h 355"/>
                <a:gd name="T44" fmla="*/ 2147483647 w 270"/>
                <a:gd name="T45" fmla="*/ 0 h 355"/>
                <a:gd name="T46" fmla="*/ 2147483647 w 270"/>
                <a:gd name="T47" fmla="*/ 2147483647 h 355"/>
                <a:gd name="T48" fmla="*/ 2147483647 w 270"/>
                <a:gd name="T49" fmla="*/ 2147483647 h 355"/>
                <a:gd name="T50" fmla="*/ 0 w 270"/>
                <a:gd name="T51" fmla="*/ 2147483647 h 355"/>
                <a:gd name="T52" fmla="*/ 2147483647 w 270"/>
                <a:gd name="T53" fmla="*/ 2147483647 h 355"/>
                <a:gd name="T54" fmla="*/ 2147483647 w 270"/>
                <a:gd name="T55" fmla="*/ 2147483647 h 355"/>
                <a:gd name="T56" fmla="*/ 2147483647 w 270"/>
                <a:gd name="T57" fmla="*/ 2147483647 h 355"/>
                <a:gd name="T58" fmla="*/ 2147483647 w 270"/>
                <a:gd name="T59" fmla="*/ 2147483647 h 355"/>
                <a:gd name="T60" fmla="*/ 2147483647 w 270"/>
                <a:gd name="T61" fmla="*/ 2147483647 h 355"/>
                <a:gd name="T62" fmla="*/ 2147483647 w 270"/>
                <a:gd name="T63" fmla="*/ 2147483647 h 355"/>
                <a:gd name="T64" fmla="*/ 2147483647 w 270"/>
                <a:gd name="T65" fmla="*/ 2147483647 h 355"/>
                <a:gd name="T66" fmla="*/ 2147483647 w 270"/>
                <a:gd name="T67" fmla="*/ 2147483647 h 35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70"/>
                <a:gd name="T103" fmla="*/ 0 h 355"/>
                <a:gd name="T104" fmla="*/ 270 w 270"/>
                <a:gd name="T105" fmla="*/ 355 h 355"/>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70" h="355">
                  <a:moveTo>
                    <a:pt x="113" y="254"/>
                  </a:moveTo>
                  <a:cubicBezTo>
                    <a:pt x="106" y="297"/>
                    <a:pt x="106" y="297"/>
                    <a:pt x="106" y="297"/>
                  </a:cubicBezTo>
                  <a:cubicBezTo>
                    <a:pt x="105" y="300"/>
                    <a:pt x="106" y="302"/>
                    <a:pt x="107" y="304"/>
                  </a:cubicBezTo>
                  <a:cubicBezTo>
                    <a:pt x="109" y="306"/>
                    <a:pt x="111" y="307"/>
                    <a:pt x="113" y="307"/>
                  </a:cubicBezTo>
                  <a:cubicBezTo>
                    <a:pt x="157" y="307"/>
                    <a:pt x="157" y="307"/>
                    <a:pt x="157" y="307"/>
                  </a:cubicBezTo>
                  <a:cubicBezTo>
                    <a:pt x="160" y="307"/>
                    <a:pt x="162" y="306"/>
                    <a:pt x="164" y="304"/>
                  </a:cubicBezTo>
                  <a:cubicBezTo>
                    <a:pt x="165" y="302"/>
                    <a:pt x="166" y="300"/>
                    <a:pt x="165" y="297"/>
                  </a:cubicBezTo>
                  <a:cubicBezTo>
                    <a:pt x="157" y="254"/>
                    <a:pt x="157" y="254"/>
                    <a:pt x="157" y="254"/>
                  </a:cubicBezTo>
                  <a:cubicBezTo>
                    <a:pt x="167" y="248"/>
                    <a:pt x="173" y="237"/>
                    <a:pt x="173" y="225"/>
                  </a:cubicBezTo>
                  <a:cubicBezTo>
                    <a:pt x="173" y="206"/>
                    <a:pt x="157" y="188"/>
                    <a:pt x="135" y="188"/>
                  </a:cubicBezTo>
                  <a:cubicBezTo>
                    <a:pt x="114" y="188"/>
                    <a:pt x="97" y="206"/>
                    <a:pt x="97" y="225"/>
                  </a:cubicBezTo>
                  <a:cubicBezTo>
                    <a:pt x="97" y="237"/>
                    <a:pt x="103" y="248"/>
                    <a:pt x="113" y="254"/>
                  </a:cubicBezTo>
                  <a:close/>
                  <a:moveTo>
                    <a:pt x="135" y="204"/>
                  </a:moveTo>
                  <a:cubicBezTo>
                    <a:pt x="148" y="204"/>
                    <a:pt x="157" y="214"/>
                    <a:pt x="157" y="225"/>
                  </a:cubicBezTo>
                  <a:cubicBezTo>
                    <a:pt x="157" y="233"/>
                    <a:pt x="152" y="240"/>
                    <a:pt x="145" y="243"/>
                  </a:cubicBezTo>
                  <a:cubicBezTo>
                    <a:pt x="141" y="244"/>
                    <a:pt x="139" y="248"/>
                    <a:pt x="140" y="252"/>
                  </a:cubicBezTo>
                  <a:cubicBezTo>
                    <a:pt x="147" y="291"/>
                    <a:pt x="147" y="291"/>
                    <a:pt x="147" y="291"/>
                  </a:cubicBezTo>
                  <a:cubicBezTo>
                    <a:pt x="123" y="291"/>
                    <a:pt x="123" y="291"/>
                    <a:pt x="123" y="291"/>
                  </a:cubicBezTo>
                  <a:cubicBezTo>
                    <a:pt x="130" y="252"/>
                    <a:pt x="130" y="252"/>
                    <a:pt x="130" y="252"/>
                  </a:cubicBezTo>
                  <a:cubicBezTo>
                    <a:pt x="131" y="248"/>
                    <a:pt x="129" y="244"/>
                    <a:pt x="125" y="243"/>
                  </a:cubicBezTo>
                  <a:cubicBezTo>
                    <a:pt x="118" y="240"/>
                    <a:pt x="113" y="233"/>
                    <a:pt x="113" y="225"/>
                  </a:cubicBezTo>
                  <a:cubicBezTo>
                    <a:pt x="113" y="214"/>
                    <a:pt x="122" y="204"/>
                    <a:pt x="135" y="204"/>
                  </a:cubicBezTo>
                  <a:close/>
                  <a:moveTo>
                    <a:pt x="256" y="141"/>
                  </a:moveTo>
                  <a:cubicBezTo>
                    <a:pt x="243" y="141"/>
                    <a:pt x="243" y="141"/>
                    <a:pt x="243" y="141"/>
                  </a:cubicBezTo>
                  <a:cubicBezTo>
                    <a:pt x="243" y="106"/>
                    <a:pt x="243" y="106"/>
                    <a:pt x="243" y="106"/>
                  </a:cubicBezTo>
                  <a:cubicBezTo>
                    <a:pt x="243" y="106"/>
                    <a:pt x="243" y="105"/>
                    <a:pt x="243" y="105"/>
                  </a:cubicBezTo>
                  <a:cubicBezTo>
                    <a:pt x="243" y="93"/>
                    <a:pt x="242" y="82"/>
                    <a:pt x="238" y="70"/>
                  </a:cubicBezTo>
                  <a:cubicBezTo>
                    <a:pt x="236" y="66"/>
                    <a:pt x="232" y="64"/>
                    <a:pt x="227" y="66"/>
                  </a:cubicBezTo>
                  <a:cubicBezTo>
                    <a:pt x="223" y="67"/>
                    <a:pt x="221" y="72"/>
                    <a:pt x="223" y="76"/>
                  </a:cubicBezTo>
                  <a:cubicBezTo>
                    <a:pt x="226" y="85"/>
                    <a:pt x="227" y="94"/>
                    <a:pt x="227" y="106"/>
                  </a:cubicBezTo>
                  <a:cubicBezTo>
                    <a:pt x="227" y="106"/>
                    <a:pt x="227" y="107"/>
                    <a:pt x="227" y="107"/>
                  </a:cubicBezTo>
                  <a:cubicBezTo>
                    <a:pt x="227" y="141"/>
                    <a:pt x="227" y="141"/>
                    <a:pt x="227" y="141"/>
                  </a:cubicBezTo>
                  <a:cubicBezTo>
                    <a:pt x="211" y="141"/>
                    <a:pt x="211" y="141"/>
                    <a:pt x="211" y="141"/>
                  </a:cubicBezTo>
                  <a:cubicBezTo>
                    <a:pt x="211" y="106"/>
                    <a:pt x="211" y="106"/>
                    <a:pt x="211" y="106"/>
                  </a:cubicBezTo>
                  <a:cubicBezTo>
                    <a:pt x="211" y="89"/>
                    <a:pt x="204" y="71"/>
                    <a:pt x="191" y="56"/>
                  </a:cubicBezTo>
                  <a:cubicBezTo>
                    <a:pt x="177" y="41"/>
                    <a:pt x="158" y="30"/>
                    <a:pt x="135" y="30"/>
                  </a:cubicBezTo>
                  <a:cubicBezTo>
                    <a:pt x="93" y="30"/>
                    <a:pt x="59" y="64"/>
                    <a:pt x="59" y="106"/>
                  </a:cubicBezTo>
                  <a:cubicBezTo>
                    <a:pt x="59" y="141"/>
                    <a:pt x="59" y="141"/>
                    <a:pt x="59" y="141"/>
                  </a:cubicBezTo>
                  <a:cubicBezTo>
                    <a:pt x="43" y="141"/>
                    <a:pt x="43" y="141"/>
                    <a:pt x="43" y="141"/>
                  </a:cubicBezTo>
                  <a:cubicBezTo>
                    <a:pt x="43" y="106"/>
                    <a:pt x="43" y="106"/>
                    <a:pt x="43" y="106"/>
                  </a:cubicBezTo>
                  <a:cubicBezTo>
                    <a:pt x="43" y="106"/>
                    <a:pt x="43" y="106"/>
                    <a:pt x="43" y="106"/>
                  </a:cubicBezTo>
                  <a:cubicBezTo>
                    <a:pt x="44" y="56"/>
                    <a:pt x="85" y="16"/>
                    <a:pt x="135" y="16"/>
                  </a:cubicBezTo>
                  <a:cubicBezTo>
                    <a:pt x="179" y="16"/>
                    <a:pt x="199" y="40"/>
                    <a:pt x="207" y="50"/>
                  </a:cubicBezTo>
                  <a:cubicBezTo>
                    <a:pt x="210" y="54"/>
                    <a:pt x="215" y="55"/>
                    <a:pt x="218" y="52"/>
                  </a:cubicBezTo>
                  <a:cubicBezTo>
                    <a:pt x="222" y="49"/>
                    <a:pt x="223" y="44"/>
                    <a:pt x="220" y="41"/>
                  </a:cubicBezTo>
                  <a:cubicBezTo>
                    <a:pt x="211" y="29"/>
                    <a:pt x="185" y="0"/>
                    <a:pt x="135" y="0"/>
                  </a:cubicBezTo>
                  <a:cubicBezTo>
                    <a:pt x="77" y="0"/>
                    <a:pt x="29" y="46"/>
                    <a:pt x="27" y="104"/>
                  </a:cubicBezTo>
                  <a:cubicBezTo>
                    <a:pt x="27" y="105"/>
                    <a:pt x="27" y="105"/>
                    <a:pt x="27" y="106"/>
                  </a:cubicBezTo>
                  <a:cubicBezTo>
                    <a:pt x="27" y="141"/>
                    <a:pt x="27" y="141"/>
                    <a:pt x="27" y="141"/>
                  </a:cubicBezTo>
                  <a:cubicBezTo>
                    <a:pt x="14" y="141"/>
                    <a:pt x="14" y="141"/>
                    <a:pt x="14" y="141"/>
                  </a:cubicBezTo>
                  <a:cubicBezTo>
                    <a:pt x="6" y="141"/>
                    <a:pt x="0" y="148"/>
                    <a:pt x="0" y="156"/>
                  </a:cubicBezTo>
                  <a:cubicBezTo>
                    <a:pt x="0" y="341"/>
                    <a:pt x="0" y="341"/>
                    <a:pt x="0" y="341"/>
                  </a:cubicBezTo>
                  <a:cubicBezTo>
                    <a:pt x="0" y="349"/>
                    <a:pt x="6" y="355"/>
                    <a:pt x="14" y="355"/>
                  </a:cubicBezTo>
                  <a:cubicBezTo>
                    <a:pt x="14" y="355"/>
                    <a:pt x="256" y="355"/>
                    <a:pt x="256" y="355"/>
                  </a:cubicBezTo>
                  <a:cubicBezTo>
                    <a:pt x="264" y="355"/>
                    <a:pt x="270" y="349"/>
                    <a:pt x="270" y="341"/>
                  </a:cubicBezTo>
                  <a:cubicBezTo>
                    <a:pt x="270" y="156"/>
                    <a:pt x="270" y="156"/>
                    <a:pt x="270" y="156"/>
                  </a:cubicBezTo>
                  <a:cubicBezTo>
                    <a:pt x="270" y="148"/>
                    <a:pt x="264" y="141"/>
                    <a:pt x="256" y="141"/>
                  </a:cubicBezTo>
                  <a:close/>
                  <a:moveTo>
                    <a:pt x="75" y="106"/>
                  </a:moveTo>
                  <a:cubicBezTo>
                    <a:pt x="75" y="72"/>
                    <a:pt x="102" y="46"/>
                    <a:pt x="135" y="46"/>
                  </a:cubicBezTo>
                  <a:cubicBezTo>
                    <a:pt x="153" y="46"/>
                    <a:pt x="168" y="54"/>
                    <a:pt x="178" y="67"/>
                  </a:cubicBezTo>
                  <a:cubicBezTo>
                    <a:pt x="189" y="79"/>
                    <a:pt x="195" y="94"/>
                    <a:pt x="195" y="106"/>
                  </a:cubicBezTo>
                  <a:cubicBezTo>
                    <a:pt x="195" y="141"/>
                    <a:pt x="195" y="141"/>
                    <a:pt x="195" y="141"/>
                  </a:cubicBezTo>
                  <a:cubicBezTo>
                    <a:pt x="75" y="141"/>
                    <a:pt x="75" y="141"/>
                    <a:pt x="75" y="141"/>
                  </a:cubicBezTo>
                  <a:lnTo>
                    <a:pt x="75" y="106"/>
                  </a:lnTo>
                  <a:close/>
                  <a:moveTo>
                    <a:pt x="254" y="339"/>
                  </a:moveTo>
                  <a:cubicBezTo>
                    <a:pt x="16" y="339"/>
                    <a:pt x="16" y="339"/>
                    <a:pt x="16" y="339"/>
                  </a:cubicBezTo>
                  <a:cubicBezTo>
                    <a:pt x="16" y="157"/>
                    <a:pt x="16" y="157"/>
                    <a:pt x="16" y="157"/>
                  </a:cubicBezTo>
                  <a:cubicBezTo>
                    <a:pt x="254" y="157"/>
                    <a:pt x="254" y="157"/>
                    <a:pt x="254" y="157"/>
                  </a:cubicBezTo>
                  <a:lnTo>
                    <a:pt x="254" y="339"/>
                  </a:lnTo>
                  <a:close/>
                </a:path>
              </a:pathLst>
            </a:custGeom>
            <a:blipFill dpi="0" rotWithShape="1">
              <a:blip r:embed="rId36"/>
              <a:srcRect/>
              <a:stretch>
                <a:fillRect/>
              </a:stretch>
            </a:blipFill>
            <a:ln w="9525">
              <a:noFill/>
              <a:round/>
              <a:headEnd/>
              <a:tailEnd/>
            </a:ln>
          </p:spPr>
          <p:txBody>
            <a:bodyPr/>
            <a:lstStyle/>
            <a:p>
              <a:endParaRPr lang="en-GB"/>
            </a:p>
          </p:txBody>
        </p:sp>
        <p:sp>
          <p:nvSpPr>
            <p:cNvPr id="31819" name="Freeform 3"/>
            <p:cNvSpPr>
              <a:spLocks noChangeAspect="1" noEditPoints="1"/>
            </p:cNvSpPr>
            <p:nvPr/>
          </p:nvSpPr>
          <p:spPr bwMode="auto">
            <a:xfrm>
              <a:off x="3779464" y="1973812"/>
              <a:ext cx="89341" cy="69245"/>
            </a:xfrm>
            <a:custGeom>
              <a:avLst/>
              <a:gdLst>
                <a:gd name="T0" fmla="*/ 2147483647 w 366"/>
                <a:gd name="T1" fmla="*/ 2147483647 h 273"/>
                <a:gd name="T2" fmla="*/ 2147483647 w 366"/>
                <a:gd name="T3" fmla="*/ 2147483647 h 273"/>
                <a:gd name="T4" fmla="*/ 2147483647 w 366"/>
                <a:gd name="T5" fmla="*/ 2147483647 h 273"/>
                <a:gd name="T6" fmla="*/ 2147483647 w 366"/>
                <a:gd name="T7" fmla="*/ 0 h 273"/>
                <a:gd name="T8" fmla="*/ 2147483647 w 366"/>
                <a:gd name="T9" fmla="*/ 0 h 273"/>
                <a:gd name="T10" fmla="*/ 0 w 366"/>
                <a:gd name="T11" fmla="*/ 2147483647 h 273"/>
                <a:gd name="T12" fmla="*/ 0 w 366"/>
                <a:gd name="T13" fmla="*/ 2147483647 h 273"/>
                <a:gd name="T14" fmla="*/ 2147483647 w 366"/>
                <a:gd name="T15" fmla="*/ 2147483647 h 273"/>
                <a:gd name="T16" fmla="*/ 2147483647 w 366"/>
                <a:gd name="T17" fmla="*/ 2147483647 h 273"/>
                <a:gd name="T18" fmla="*/ 2147483647 w 366"/>
                <a:gd name="T19" fmla="*/ 2147483647 h 273"/>
                <a:gd name="T20" fmla="*/ 2147483647 w 366"/>
                <a:gd name="T21" fmla="*/ 2147483647 h 273"/>
                <a:gd name="T22" fmla="*/ 2147483647 w 366"/>
                <a:gd name="T23" fmla="*/ 2147483647 h 273"/>
                <a:gd name="T24" fmla="*/ 2147483647 w 366"/>
                <a:gd name="T25" fmla="*/ 2147483647 h 273"/>
                <a:gd name="T26" fmla="*/ 2147483647 w 366"/>
                <a:gd name="T27" fmla="*/ 2147483647 h 273"/>
                <a:gd name="T28" fmla="*/ 2147483647 w 366"/>
                <a:gd name="T29" fmla="*/ 2147483647 h 273"/>
                <a:gd name="T30" fmla="*/ 2147483647 w 366"/>
                <a:gd name="T31" fmla="*/ 2147483647 h 273"/>
                <a:gd name="T32" fmla="*/ 2147483647 w 366"/>
                <a:gd name="T33" fmla="*/ 2147483647 h 273"/>
                <a:gd name="T34" fmla="*/ 2147483647 w 366"/>
                <a:gd name="T35" fmla="*/ 2147483647 h 273"/>
                <a:gd name="T36" fmla="*/ 2147483647 w 366"/>
                <a:gd name="T37" fmla="*/ 2147483647 h 273"/>
                <a:gd name="T38" fmla="*/ 2147483647 w 366"/>
                <a:gd name="T39" fmla="*/ 2147483647 h 273"/>
                <a:gd name="T40" fmla="*/ 2147483647 w 366"/>
                <a:gd name="T41" fmla="*/ 2147483647 h 273"/>
                <a:gd name="T42" fmla="*/ 2147483647 w 366"/>
                <a:gd name="T43" fmla="*/ 2147483647 h 273"/>
                <a:gd name="T44" fmla="*/ 2147483647 w 366"/>
                <a:gd name="T45" fmla="*/ 2147483647 h 273"/>
                <a:gd name="T46" fmla="*/ 2147483647 w 366"/>
                <a:gd name="T47" fmla="*/ 2147483647 h 273"/>
                <a:gd name="T48" fmla="*/ 2147483647 w 366"/>
                <a:gd name="T49" fmla="*/ 2147483647 h 273"/>
                <a:gd name="T50" fmla="*/ 2147483647 w 366"/>
                <a:gd name="T51" fmla="*/ 2147483647 h 273"/>
                <a:gd name="T52" fmla="*/ 2147483647 w 366"/>
                <a:gd name="T53" fmla="*/ 2147483647 h 273"/>
                <a:gd name="T54" fmla="*/ 2147483647 w 366"/>
                <a:gd name="T55" fmla="*/ 2147483647 h 273"/>
                <a:gd name="T56" fmla="*/ 2147483647 w 366"/>
                <a:gd name="T57" fmla="*/ 2147483647 h 273"/>
                <a:gd name="T58" fmla="*/ 2147483647 w 366"/>
                <a:gd name="T59" fmla="*/ 2147483647 h 273"/>
                <a:gd name="T60" fmla="*/ 2147483647 w 366"/>
                <a:gd name="T61" fmla="*/ 2147483647 h 273"/>
                <a:gd name="T62" fmla="*/ 2147483647 w 366"/>
                <a:gd name="T63" fmla="*/ 2147483647 h 273"/>
                <a:gd name="T64" fmla="*/ 2147483647 w 366"/>
                <a:gd name="T65" fmla="*/ 2147483647 h 273"/>
                <a:gd name="T66" fmla="*/ 2147483647 w 366"/>
                <a:gd name="T67" fmla="*/ 2147483647 h 27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66"/>
                <a:gd name="T103" fmla="*/ 0 h 273"/>
                <a:gd name="T104" fmla="*/ 366 w 366"/>
                <a:gd name="T105" fmla="*/ 273 h 27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66" h="273">
                  <a:moveTo>
                    <a:pt x="358" y="57"/>
                  </a:moveTo>
                  <a:cubicBezTo>
                    <a:pt x="362" y="57"/>
                    <a:pt x="366" y="53"/>
                    <a:pt x="366" y="49"/>
                  </a:cubicBezTo>
                  <a:cubicBezTo>
                    <a:pt x="366" y="26"/>
                    <a:pt x="366" y="26"/>
                    <a:pt x="366" y="26"/>
                  </a:cubicBezTo>
                  <a:cubicBezTo>
                    <a:pt x="366" y="15"/>
                    <a:pt x="359" y="0"/>
                    <a:pt x="340" y="0"/>
                  </a:cubicBezTo>
                  <a:cubicBezTo>
                    <a:pt x="26" y="0"/>
                    <a:pt x="26" y="0"/>
                    <a:pt x="26" y="0"/>
                  </a:cubicBezTo>
                  <a:cubicBezTo>
                    <a:pt x="16" y="0"/>
                    <a:pt x="0" y="7"/>
                    <a:pt x="0" y="26"/>
                  </a:cubicBezTo>
                  <a:cubicBezTo>
                    <a:pt x="0" y="247"/>
                    <a:pt x="0" y="247"/>
                    <a:pt x="0" y="247"/>
                  </a:cubicBezTo>
                  <a:cubicBezTo>
                    <a:pt x="0" y="258"/>
                    <a:pt x="7" y="273"/>
                    <a:pt x="26" y="273"/>
                  </a:cubicBezTo>
                  <a:cubicBezTo>
                    <a:pt x="340" y="273"/>
                    <a:pt x="340" y="273"/>
                    <a:pt x="340" y="273"/>
                  </a:cubicBezTo>
                  <a:cubicBezTo>
                    <a:pt x="350" y="273"/>
                    <a:pt x="366" y="266"/>
                    <a:pt x="366" y="247"/>
                  </a:cubicBezTo>
                  <a:cubicBezTo>
                    <a:pt x="366" y="81"/>
                    <a:pt x="366" y="81"/>
                    <a:pt x="366" y="81"/>
                  </a:cubicBezTo>
                  <a:cubicBezTo>
                    <a:pt x="366" y="76"/>
                    <a:pt x="362" y="73"/>
                    <a:pt x="358" y="73"/>
                  </a:cubicBezTo>
                  <a:cubicBezTo>
                    <a:pt x="354" y="73"/>
                    <a:pt x="350" y="76"/>
                    <a:pt x="350" y="81"/>
                  </a:cubicBezTo>
                  <a:cubicBezTo>
                    <a:pt x="350" y="247"/>
                    <a:pt x="350" y="247"/>
                    <a:pt x="350" y="247"/>
                  </a:cubicBezTo>
                  <a:cubicBezTo>
                    <a:pt x="221" y="137"/>
                    <a:pt x="221" y="137"/>
                    <a:pt x="221" y="137"/>
                  </a:cubicBezTo>
                  <a:cubicBezTo>
                    <a:pt x="350" y="28"/>
                    <a:pt x="350" y="28"/>
                    <a:pt x="350" y="28"/>
                  </a:cubicBezTo>
                  <a:cubicBezTo>
                    <a:pt x="350" y="49"/>
                    <a:pt x="350" y="49"/>
                    <a:pt x="350" y="49"/>
                  </a:cubicBezTo>
                  <a:cubicBezTo>
                    <a:pt x="350" y="53"/>
                    <a:pt x="354" y="57"/>
                    <a:pt x="358" y="57"/>
                  </a:cubicBezTo>
                  <a:close/>
                  <a:moveTo>
                    <a:pt x="16" y="246"/>
                  </a:moveTo>
                  <a:cubicBezTo>
                    <a:pt x="16" y="28"/>
                    <a:pt x="16" y="28"/>
                    <a:pt x="16" y="28"/>
                  </a:cubicBezTo>
                  <a:cubicBezTo>
                    <a:pt x="146" y="137"/>
                    <a:pt x="146" y="137"/>
                    <a:pt x="146" y="137"/>
                  </a:cubicBezTo>
                  <a:lnTo>
                    <a:pt x="16" y="246"/>
                  </a:lnTo>
                  <a:close/>
                  <a:moveTo>
                    <a:pt x="338" y="257"/>
                  </a:moveTo>
                  <a:cubicBezTo>
                    <a:pt x="28" y="257"/>
                    <a:pt x="28" y="257"/>
                    <a:pt x="28" y="257"/>
                  </a:cubicBezTo>
                  <a:cubicBezTo>
                    <a:pt x="158" y="148"/>
                    <a:pt x="158" y="148"/>
                    <a:pt x="158" y="148"/>
                  </a:cubicBezTo>
                  <a:cubicBezTo>
                    <a:pt x="178" y="165"/>
                    <a:pt x="178" y="165"/>
                    <a:pt x="178" y="165"/>
                  </a:cubicBezTo>
                  <a:cubicBezTo>
                    <a:pt x="179" y="166"/>
                    <a:pt x="181" y="166"/>
                    <a:pt x="183" y="166"/>
                  </a:cubicBezTo>
                  <a:cubicBezTo>
                    <a:pt x="185" y="166"/>
                    <a:pt x="187" y="166"/>
                    <a:pt x="188" y="165"/>
                  </a:cubicBezTo>
                  <a:cubicBezTo>
                    <a:pt x="208" y="148"/>
                    <a:pt x="208" y="148"/>
                    <a:pt x="208" y="148"/>
                  </a:cubicBezTo>
                  <a:lnTo>
                    <a:pt x="338" y="257"/>
                  </a:lnTo>
                  <a:close/>
                  <a:moveTo>
                    <a:pt x="183" y="148"/>
                  </a:moveTo>
                  <a:cubicBezTo>
                    <a:pt x="26" y="16"/>
                    <a:pt x="26" y="16"/>
                    <a:pt x="26" y="16"/>
                  </a:cubicBezTo>
                  <a:cubicBezTo>
                    <a:pt x="340" y="16"/>
                    <a:pt x="340" y="16"/>
                    <a:pt x="340" y="16"/>
                  </a:cubicBezTo>
                  <a:lnTo>
                    <a:pt x="183" y="148"/>
                  </a:lnTo>
                  <a:close/>
                </a:path>
              </a:pathLst>
            </a:custGeom>
            <a:blipFill dpi="0" rotWithShape="1">
              <a:blip r:embed="rId37"/>
              <a:srcRect/>
              <a:stretch>
                <a:fillRect/>
              </a:stretch>
            </a:blipFill>
            <a:ln w="9525">
              <a:noFill/>
              <a:round/>
              <a:headEnd/>
              <a:tailEnd/>
            </a:ln>
          </p:spPr>
          <p:txBody>
            <a:bodyPr/>
            <a:lstStyle/>
            <a:p>
              <a:endParaRPr lang="en-GB"/>
            </a:p>
          </p:txBody>
        </p:sp>
        <p:sp>
          <p:nvSpPr>
            <p:cNvPr id="31820" name="Freeform 3"/>
            <p:cNvSpPr>
              <a:spLocks noChangeAspect="1" noEditPoints="1"/>
            </p:cNvSpPr>
            <p:nvPr/>
          </p:nvSpPr>
          <p:spPr bwMode="auto">
            <a:xfrm>
              <a:off x="3467809" y="1949344"/>
              <a:ext cx="104938" cy="108001"/>
            </a:xfrm>
            <a:custGeom>
              <a:avLst/>
              <a:gdLst>
                <a:gd name="T0" fmla="*/ 2147483647 w 430"/>
                <a:gd name="T1" fmla="*/ 2147483647 h 426"/>
                <a:gd name="T2" fmla="*/ 2147483647 w 430"/>
                <a:gd name="T3" fmla="*/ 2147483647 h 426"/>
                <a:gd name="T4" fmla="*/ 2147483647 w 430"/>
                <a:gd name="T5" fmla="*/ 2147483647 h 426"/>
                <a:gd name="T6" fmla="*/ 2147483647 w 430"/>
                <a:gd name="T7" fmla="*/ 2147483647 h 426"/>
                <a:gd name="T8" fmla="*/ 2147483647 w 430"/>
                <a:gd name="T9" fmla="*/ 2147483647 h 426"/>
                <a:gd name="T10" fmla="*/ 2147483647 w 430"/>
                <a:gd name="T11" fmla="*/ 2147483647 h 426"/>
                <a:gd name="T12" fmla="*/ 2147483647 w 430"/>
                <a:gd name="T13" fmla="*/ 2147483647 h 426"/>
                <a:gd name="T14" fmla="*/ 2147483647 w 430"/>
                <a:gd name="T15" fmla="*/ 2147483647 h 426"/>
                <a:gd name="T16" fmla="*/ 2147483647 w 430"/>
                <a:gd name="T17" fmla="*/ 2147483647 h 426"/>
                <a:gd name="T18" fmla="*/ 2147483647 w 430"/>
                <a:gd name="T19" fmla="*/ 2147483647 h 426"/>
                <a:gd name="T20" fmla="*/ 2147483647 w 430"/>
                <a:gd name="T21" fmla="*/ 2147483647 h 426"/>
                <a:gd name="T22" fmla="*/ 2147483647 w 430"/>
                <a:gd name="T23" fmla="*/ 2147483647 h 426"/>
                <a:gd name="T24" fmla="*/ 2147483647 w 430"/>
                <a:gd name="T25" fmla="*/ 2147483647 h 426"/>
                <a:gd name="T26" fmla="*/ 2147483647 w 430"/>
                <a:gd name="T27" fmla="*/ 2147483647 h 426"/>
                <a:gd name="T28" fmla="*/ 2147483647 w 430"/>
                <a:gd name="T29" fmla="*/ 2147483647 h 426"/>
                <a:gd name="T30" fmla="*/ 2147483647 w 430"/>
                <a:gd name="T31" fmla="*/ 2147483647 h 426"/>
                <a:gd name="T32" fmla="*/ 2147483647 w 430"/>
                <a:gd name="T33" fmla="*/ 2147483647 h 426"/>
                <a:gd name="T34" fmla="*/ 2147483647 w 430"/>
                <a:gd name="T35" fmla="*/ 2147483647 h 426"/>
                <a:gd name="T36" fmla="*/ 2147483647 w 430"/>
                <a:gd name="T37" fmla="*/ 2147483647 h 426"/>
                <a:gd name="T38" fmla="*/ 2147483647 w 430"/>
                <a:gd name="T39" fmla="*/ 2147483647 h 426"/>
                <a:gd name="T40" fmla="*/ 2147483647 w 430"/>
                <a:gd name="T41" fmla="*/ 2147483647 h 426"/>
                <a:gd name="T42" fmla="*/ 2147483647 w 430"/>
                <a:gd name="T43" fmla="*/ 2147483647 h 426"/>
                <a:gd name="T44" fmla="*/ 2147483647 w 430"/>
                <a:gd name="T45" fmla="*/ 2147483647 h 426"/>
                <a:gd name="T46" fmla="*/ 2147483647 w 430"/>
                <a:gd name="T47" fmla="*/ 2147483647 h 426"/>
                <a:gd name="T48" fmla="*/ 2147483647 w 430"/>
                <a:gd name="T49" fmla="*/ 2147483647 h 426"/>
                <a:gd name="T50" fmla="*/ 2147483647 w 430"/>
                <a:gd name="T51" fmla="*/ 2147483647 h 426"/>
                <a:gd name="T52" fmla="*/ 2147483647 w 430"/>
                <a:gd name="T53" fmla="*/ 2147483647 h 426"/>
                <a:gd name="T54" fmla="*/ 2147483647 w 430"/>
                <a:gd name="T55" fmla="*/ 2147483647 h 426"/>
                <a:gd name="T56" fmla="*/ 2147483647 w 430"/>
                <a:gd name="T57" fmla="*/ 2147483647 h 426"/>
                <a:gd name="T58" fmla="*/ 2147483647 w 430"/>
                <a:gd name="T59" fmla="*/ 2147483647 h 426"/>
                <a:gd name="T60" fmla="*/ 2147483647 w 430"/>
                <a:gd name="T61" fmla="*/ 2147483647 h 426"/>
                <a:gd name="T62" fmla="*/ 2147483647 w 430"/>
                <a:gd name="T63" fmla="*/ 2147483647 h 426"/>
                <a:gd name="T64" fmla="*/ 2147483647 w 430"/>
                <a:gd name="T65" fmla="*/ 2147483647 h 426"/>
                <a:gd name="T66" fmla="*/ 2147483647 w 430"/>
                <a:gd name="T67" fmla="*/ 2147483647 h 426"/>
                <a:gd name="T68" fmla="*/ 2147483647 w 430"/>
                <a:gd name="T69" fmla="*/ 2147483647 h 426"/>
                <a:gd name="T70" fmla="*/ 2147483647 w 430"/>
                <a:gd name="T71" fmla="*/ 2147483647 h 426"/>
                <a:gd name="T72" fmla="*/ 2147483647 w 430"/>
                <a:gd name="T73" fmla="*/ 2147483647 h 426"/>
                <a:gd name="T74" fmla="*/ 2147483647 w 430"/>
                <a:gd name="T75" fmla="*/ 2147483647 h 426"/>
                <a:gd name="T76" fmla="*/ 2147483647 w 430"/>
                <a:gd name="T77" fmla="*/ 2147483647 h 426"/>
                <a:gd name="T78" fmla="*/ 2147483647 w 430"/>
                <a:gd name="T79" fmla="*/ 2147483647 h 426"/>
                <a:gd name="T80" fmla="*/ 2147483647 w 430"/>
                <a:gd name="T81" fmla="*/ 2147483647 h 426"/>
                <a:gd name="T82" fmla="*/ 2147483647 w 430"/>
                <a:gd name="T83" fmla="*/ 2147483647 h 426"/>
                <a:gd name="T84" fmla="*/ 2147483647 w 430"/>
                <a:gd name="T85" fmla="*/ 2147483647 h 426"/>
                <a:gd name="T86" fmla="*/ 2147483647 w 430"/>
                <a:gd name="T87" fmla="*/ 2147483647 h 426"/>
                <a:gd name="T88" fmla="*/ 2147483647 w 430"/>
                <a:gd name="T89" fmla="*/ 2147483647 h 426"/>
                <a:gd name="T90" fmla="*/ 2147483647 w 430"/>
                <a:gd name="T91" fmla="*/ 2147483647 h 426"/>
                <a:gd name="T92" fmla="*/ 2147483647 w 430"/>
                <a:gd name="T93" fmla="*/ 2147483647 h 426"/>
                <a:gd name="T94" fmla="*/ 2147483647 w 430"/>
                <a:gd name="T95" fmla="*/ 2147483647 h 426"/>
                <a:gd name="T96" fmla="*/ 2147483647 w 430"/>
                <a:gd name="T97" fmla="*/ 2147483647 h 426"/>
                <a:gd name="T98" fmla="*/ 2147483647 w 430"/>
                <a:gd name="T99" fmla="*/ 2147483647 h 426"/>
                <a:gd name="T100" fmla="*/ 2147483647 w 430"/>
                <a:gd name="T101" fmla="*/ 2147483647 h 426"/>
                <a:gd name="T102" fmla="*/ 2147483647 w 430"/>
                <a:gd name="T103" fmla="*/ 2147483647 h 426"/>
                <a:gd name="T104" fmla="*/ 2147483647 w 430"/>
                <a:gd name="T105" fmla="*/ 2147483647 h 426"/>
                <a:gd name="T106" fmla="*/ 2147483647 w 430"/>
                <a:gd name="T107" fmla="*/ 2147483647 h 426"/>
                <a:gd name="T108" fmla="*/ 2147483647 w 430"/>
                <a:gd name="T109" fmla="*/ 2147483647 h 426"/>
                <a:gd name="T110" fmla="*/ 2147483647 w 430"/>
                <a:gd name="T111" fmla="*/ 2147483647 h 426"/>
                <a:gd name="T112" fmla="*/ 2147483647 w 430"/>
                <a:gd name="T113" fmla="*/ 2147483647 h 426"/>
                <a:gd name="T114" fmla="*/ 2147483647 w 430"/>
                <a:gd name="T115" fmla="*/ 2147483647 h 426"/>
                <a:gd name="T116" fmla="*/ 2147483647 w 430"/>
                <a:gd name="T117" fmla="*/ 2147483647 h 426"/>
                <a:gd name="T118" fmla="*/ 2147483647 w 430"/>
                <a:gd name="T119" fmla="*/ 2147483647 h 426"/>
                <a:gd name="T120" fmla="*/ 2147483647 w 430"/>
                <a:gd name="T121" fmla="*/ 2147483647 h 42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430"/>
                <a:gd name="T184" fmla="*/ 0 h 426"/>
                <a:gd name="T185" fmla="*/ 430 w 430"/>
                <a:gd name="T186" fmla="*/ 426 h 42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430" h="426">
                  <a:moveTo>
                    <a:pt x="366" y="169"/>
                  </a:moveTo>
                  <a:cubicBezTo>
                    <a:pt x="366" y="165"/>
                    <a:pt x="366" y="160"/>
                    <a:pt x="366" y="155"/>
                  </a:cubicBezTo>
                  <a:cubicBezTo>
                    <a:pt x="363" y="133"/>
                    <a:pt x="353" y="113"/>
                    <a:pt x="339" y="97"/>
                  </a:cubicBezTo>
                  <a:cubicBezTo>
                    <a:pt x="336" y="94"/>
                    <a:pt x="331" y="94"/>
                    <a:pt x="328" y="97"/>
                  </a:cubicBezTo>
                  <a:cubicBezTo>
                    <a:pt x="325" y="100"/>
                    <a:pt x="324" y="105"/>
                    <a:pt x="327" y="108"/>
                  </a:cubicBezTo>
                  <a:cubicBezTo>
                    <a:pt x="339" y="121"/>
                    <a:pt x="347" y="138"/>
                    <a:pt x="350" y="157"/>
                  </a:cubicBezTo>
                  <a:cubicBezTo>
                    <a:pt x="350" y="161"/>
                    <a:pt x="350" y="165"/>
                    <a:pt x="350" y="169"/>
                  </a:cubicBezTo>
                  <a:cubicBezTo>
                    <a:pt x="350" y="195"/>
                    <a:pt x="340" y="218"/>
                    <a:pt x="323" y="235"/>
                  </a:cubicBezTo>
                  <a:cubicBezTo>
                    <a:pt x="321" y="234"/>
                    <a:pt x="320" y="233"/>
                    <a:pt x="318" y="232"/>
                  </a:cubicBezTo>
                  <a:cubicBezTo>
                    <a:pt x="321" y="226"/>
                    <a:pt x="322" y="219"/>
                    <a:pt x="322" y="211"/>
                  </a:cubicBezTo>
                  <a:cubicBezTo>
                    <a:pt x="322" y="183"/>
                    <a:pt x="300" y="161"/>
                    <a:pt x="272" y="161"/>
                  </a:cubicBezTo>
                  <a:cubicBezTo>
                    <a:pt x="263" y="161"/>
                    <a:pt x="254" y="163"/>
                    <a:pt x="247" y="168"/>
                  </a:cubicBezTo>
                  <a:cubicBezTo>
                    <a:pt x="233" y="143"/>
                    <a:pt x="210" y="124"/>
                    <a:pt x="183" y="116"/>
                  </a:cubicBezTo>
                  <a:cubicBezTo>
                    <a:pt x="197" y="96"/>
                    <a:pt x="220" y="81"/>
                    <a:pt x="246" y="78"/>
                  </a:cubicBezTo>
                  <a:cubicBezTo>
                    <a:pt x="252" y="77"/>
                    <a:pt x="257" y="77"/>
                    <a:pt x="261" y="77"/>
                  </a:cubicBezTo>
                  <a:cubicBezTo>
                    <a:pt x="277" y="77"/>
                    <a:pt x="290" y="80"/>
                    <a:pt x="303" y="88"/>
                  </a:cubicBezTo>
                  <a:cubicBezTo>
                    <a:pt x="307" y="90"/>
                    <a:pt x="312" y="89"/>
                    <a:pt x="314" y="85"/>
                  </a:cubicBezTo>
                  <a:cubicBezTo>
                    <a:pt x="317" y="81"/>
                    <a:pt x="315" y="76"/>
                    <a:pt x="312" y="74"/>
                  </a:cubicBezTo>
                  <a:cubicBezTo>
                    <a:pt x="312" y="74"/>
                    <a:pt x="312" y="74"/>
                    <a:pt x="312" y="74"/>
                  </a:cubicBezTo>
                  <a:cubicBezTo>
                    <a:pt x="296" y="65"/>
                    <a:pt x="279" y="61"/>
                    <a:pt x="261" y="61"/>
                  </a:cubicBezTo>
                  <a:cubicBezTo>
                    <a:pt x="256" y="61"/>
                    <a:pt x="250" y="61"/>
                    <a:pt x="244" y="62"/>
                  </a:cubicBezTo>
                  <a:cubicBezTo>
                    <a:pt x="210" y="66"/>
                    <a:pt x="182" y="86"/>
                    <a:pt x="166" y="113"/>
                  </a:cubicBezTo>
                  <a:cubicBezTo>
                    <a:pt x="162" y="113"/>
                    <a:pt x="158" y="112"/>
                    <a:pt x="154" y="112"/>
                  </a:cubicBezTo>
                  <a:cubicBezTo>
                    <a:pt x="102" y="112"/>
                    <a:pt x="59" y="151"/>
                    <a:pt x="51" y="201"/>
                  </a:cubicBezTo>
                  <a:cubicBezTo>
                    <a:pt x="22" y="209"/>
                    <a:pt x="0" y="236"/>
                    <a:pt x="0" y="268"/>
                  </a:cubicBezTo>
                  <a:cubicBezTo>
                    <a:pt x="0" y="298"/>
                    <a:pt x="18" y="323"/>
                    <a:pt x="44" y="333"/>
                  </a:cubicBezTo>
                  <a:cubicBezTo>
                    <a:pt x="45" y="334"/>
                    <a:pt x="46" y="334"/>
                    <a:pt x="47" y="334"/>
                  </a:cubicBezTo>
                  <a:cubicBezTo>
                    <a:pt x="50" y="334"/>
                    <a:pt x="53" y="332"/>
                    <a:pt x="54" y="329"/>
                  </a:cubicBezTo>
                  <a:cubicBezTo>
                    <a:pt x="56" y="325"/>
                    <a:pt x="54" y="320"/>
                    <a:pt x="50" y="318"/>
                  </a:cubicBezTo>
                  <a:cubicBezTo>
                    <a:pt x="30" y="310"/>
                    <a:pt x="16" y="291"/>
                    <a:pt x="16" y="268"/>
                  </a:cubicBezTo>
                  <a:cubicBezTo>
                    <a:pt x="16" y="242"/>
                    <a:pt x="35" y="220"/>
                    <a:pt x="60" y="215"/>
                  </a:cubicBezTo>
                  <a:cubicBezTo>
                    <a:pt x="63" y="215"/>
                    <a:pt x="66" y="212"/>
                    <a:pt x="66" y="208"/>
                  </a:cubicBezTo>
                  <a:cubicBezTo>
                    <a:pt x="71" y="163"/>
                    <a:pt x="108" y="128"/>
                    <a:pt x="154" y="128"/>
                  </a:cubicBezTo>
                  <a:cubicBezTo>
                    <a:pt x="191" y="128"/>
                    <a:pt x="223" y="151"/>
                    <a:pt x="236" y="183"/>
                  </a:cubicBezTo>
                  <a:cubicBezTo>
                    <a:pt x="237" y="185"/>
                    <a:pt x="239" y="187"/>
                    <a:pt x="242" y="187"/>
                  </a:cubicBezTo>
                  <a:cubicBezTo>
                    <a:pt x="244" y="188"/>
                    <a:pt x="247" y="187"/>
                    <a:pt x="249" y="186"/>
                  </a:cubicBezTo>
                  <a:cubicBezTo>
                    <a:pt x="255" y="180"/>
                    <a:pt x="263" y="177"/>
                    <a:pt x="272" y="177"/>
                  </a:cubicBezTo>
                  <a:cubicBezTo>
                    <a:pt x="291" y="177"/>
                    <a:pt x="306" y="192"/>
                    <a:pt x="306" y="211"/>
                  </a:cubicBezTo>
                  <a:cubicBezTo>
                    <a:pt x="306" y="219"/>
                    <a:pt x="304" y="227"/>
                    <a:pt x="299" y="232"/>
                  </a:cubicBezTo>
                  <a:cubicBezTo>
                    <a:pt x="297" y="235"/>
                    <a:pt x="297" y="238"/>
                    <a:pt x="298" y="240"/>
                  </a:cubicBezTo>
                  <a:cubicBezTo>
                    <a:pt x="299" y="243"/>
                    <a:pt x="301" y="245"/>
                    <a:pt x="304" y="245"/>
                  </a:cubicBezTo>
                  <a:cubicBezTo>
                    <a:pt x="323" y="248"/>
                    <a:pt x="337" y="264"/>
                    <a:pt x="337" y="284"/>
                  </a:cubicBezTo>
                  <a:cubicBezTo>
                    <a:pt x="337" y="299"/>
                    <a:pt x="329" y="312"/>
                    <a:pt x="317" y="318"/>
                  </a:cubicBezTo>
                  <a:cubicBezTo>
                    <a:pt x="313" y="320"/>
                    <a:pt x="311" y="325"/>
                    <a:pt x="313" y="329"/>
                  </a:cubicBezTo>
                  <a:cubicBezTo>
                    <a:pt x="315" y="333"/>
                    <a:pt x="320" y="334"/>
                    <a:pt x="324" y="332"/>
                  </a:cubicBezTo>
                  <a:cubicBezTo>
                    <a:pt x="324" y="332"/>
                    <a:pt x="324" y="332"/>
                    <a:pt x="324" y="332"/>
                  </a:cubicBezTo>
                  <a:cubicBezTo>
                    <a:pt x="342" y="323"/>
                    <a:pt x="353" y="305"/>
                    <a:pt x="353" y="284"/>
                  </a:cubicBezTo>
                  <a:cubicBezTo>
                    <a:pt x="353" y="268"/>
                    <a:pt x="347" y="254"/>
                    <a:pt x="336" y="244"/>
                  </a:cubicBezTo>
                  <a:cubicBezTo>
                    <a:pt x="355" y="224"/>
                    <a:pt x="366" y="198"/>
                    <a:pt x="366" y="169"/>
                  </a:cubicBezTo>
                  <a:moveTo>
                    <a:pt x="233" y="39"/>
                  </a:moveTo>
                  <a:cubicBezTo>
                    <a:pt x="234" y="43"/>
                    <a:pt x="237" y="46"/>
                    <a:pt x="241" y="46"/>
                  </a:cubicBezTo>
                  <a:cubicBezTo>
                    <a:pt x="242" y="46"/>
                    <a:pt x="242" y="46"/>
                    <a:pt x="242" y="46"/>
                  </a:cubicBezTo>
                  <a:cubicBezTo>
                    <a:pt x="247" y="45"/>
                    <a:pt x="250" y="41"/>
                    <a:pt x="249" y="37"/>
                  </a:cubicBezTo>
                  <a:cubicBezTo>
                    <a:pt x="245" y="8"/>
                    <a:pt x="245" y="8"/>
                    <a:pt x="245" y="8"/>
                  </a:cubicBezTo>
                  <a:cubicBezTo>
                    <a:pt x="245" y="3"/>
                    <a:pt x="241" y="0"/>
                    <a:pt x="236" y="1"/>
                  </a:cubicBezTo>
                  <a:cubicBezTo>
                    <a:pt x="232" y="1"/>
                    <a:pt x="229" y="5"/>
                    <a:pt x="229" y="10"/>
                  </a:cubicBezTo>
                  <a:lnTo>
                    <a:pt x="233" y="39"/>
                  </a:lnTo>
                  <a:close/>
                  <a:moveTo>
                    <a:pt x="185" y="60"/>
                  </a:moveTo>
                  <a:cubicBezTo>
                    <a:pt x="186" y="62"/>
                    <a:pt x="189" y="64"/>
                    <a:pt x="192" y="64"/>
                  </a:cubicBezTo>
                  <a:cubicBezTo>
                    <a:pt x="193" y="64"/>
                    <a:pt x="194" y="63"/>
                    <a:pt x="196" y="63"/>
                  </a:cubicBezTo>
                  <a:cubicBezTo>
                    <a:pt x="199" y="60"/>
                    <a:pt x="201" y="56"/>
                    <a:pt x="199" y="52"/>
                  </a:cubicBezTo>
                  <a:cubicBezTo>
                    <a:pt x="183" y="25"/>
                    <a:pt x="183" y="25"/>
                    <a:pt x="183" y="25"/>
                  </a:cubicBezTo>
                  <a:cubicBezTo>
                    <a:pt x="181" y="21"/>
                    <a:pt x="176" y="20"/>
                    <a:pt x="173" y="22"/>
                  </a:cubicBezTo>
                  <a:cubicBezTo>
                    <a:pt x="169" y="24"/>
                    <a:pt x="167" y="29"/>
                    <a:pt x="170" y="33"/>
                  </a:cubicBezTo>
                  <a:lnTo>
                    <a:pt x="185" y="60"/>
                  </a:lnTo>
                  <a:close/>
                  <a:moveTo>
                    <a:pt x="394" y="266"/>
                  </a:moveTo>
                  <a:cubicBezTo>
                    <a:pt x="366" y="245"/>
                    <a:pt x="366" y="245"/>
                    <a:pt x="366" y="245"/>
                  </a:cubicBezTo>
                  <a:cubicBezTo>
                    <a:pt x="363" y="242"/>
                    <a:pt x="358" y="243"/>
                    <a:pt x="355" y="247"/>
                  </a:cubicBezTo>
                  <a:cubicBezTo>
                    <a:pt x="352" y="250"/>
                    <a:pt x="353" y="255"/>
                    <a:pt x="357" y="258"/>
                  </a:cubicBezTo>
                  <a:cubicBezTo>
                    <a:pt x="384" y="279"/>
                    <a:pt x="384" y="279"/>
                    <a:pt x="384" y="279"/>
                  </a:cubicBezTo>
                  <a:cubicBezTo>
                    <a:pt x="385" y="280"/>
                    <a:pt x="387" y="280"/>
                    <a:pt x="389" y="280"/>
                  </a:cubicBezTo>
                  <a:cubicBezTo>
                    <a:pt x="391" y="280"/>
                    <a:pt x="393" y="279"/>
                    <a:pt x="395" y="277"/>
                  </a:cubicBezTo>
                  <a:cubicBezTo>
                    <a:pt x="398" y="274"/>
                    <a:pt x="397" y="269"/>
                    <a:pt x="394" y="266"/>
                  </a:cubicBezTo>
                  <a:moveTo>
                    <a:pt x="123" y="78"/>
                  </a:moveTo>
                  <a:cubicBezTo>
                    <a:pt x="148" y="97"/>
                    <a:pt x="148" y="97"/>
                    <a:pt x="148" y="97"/>
                  </a:cubicBezTo>
                  <a:cubicBezTo>
                    <a:pt x="150" y="98"/>
                    <a:pt x="151" y="99"/>
                    <a:pt x="153" y="99"/>
                  </a:cubicBezTo>
                  <a:cubicBezTo>
                    <a:pt x="156" y="99"/>
                    <a:pt x="158" y="98"/>
                    <a:pt x="159" y="96"/>
                  </a:cubicBezTo>
                  <a:cubicBezTo>
                    <a:pt x="162" y="92"/>
                    <a:pt x="162" y="87"/>
                    <a:pt x="158" y="84"/>
                  </a:cubicBezTo>
                  <a:cubicBezTo>
                    <a:pt x="133" y="65"/>
                    <a:pt x="133" y="65"/>
                    <a:pt x="133" y="65"/>
                  </a:cubicBezTo>
                  <a:cubicBezTo>
                    <a:pt x="130" y="62"/>
                    <a:pt x="125" y="63"/>
                    <a:pt x="122" y="67"/>
                  </a:cubicBezTo>
                  <a:cubicBezTo>
                    <a:pt x="119" y="70"/>
                    <a:pt x="120" y="75"/>
                    <a:pt x="123" y="78"/>
                  </a:cubicBezTo>
                  <a:moveTo>
                    <a:pt x="419" y="207"/>
                  </a:moveTo>
                  <a:cubicBezTo>
                    <a:pt x="387" y="199"/>
                    <a:pt x="387" y="199"/>
                    <a:pt x="387" y="199"/>
                  </a:cubicBezTo>
                  <a:cubicBezTo>
                    <a:pt x="383" y="198"/>
                    <a:pt x="379" y="200"/>
                    <a:pt x="378" y="204"/>
                  </a:cubicBezTo>
                  <a:cubicBezTo>
                    <a:pt x="377" y="209"/>
                    <a:pt x="379" y="213"/>
                    <a:pt x="383" y="214"/>
                  </a:cubicBezTo>
                  <a:cubicBezTo>
                    <a:pt x="415" y="223"/>
                    <a:pt x="415" y="223"/>
                    <a:pt x="415" y="223"/>
                  </a:cubicBezTo>
                  <a:cubicBezTo>
                    <a:pt x="416" y="223"/>
                    <a:pt x="417" y="223"/>
                    <a:pt x="417" y="223"/>
                  </a:cubicBezTo>
                  <a:cubicBezTo>
                    <a:pt x="421" y="223"/>
                    <a:pt x="424" y="221"/>
                    <a:pt x="425" y="217"/>
                  </a:cubicBezTo>
                  <a:cubicBezTo>
                    <a:pt x="426" y="213"/>
                    <a:pt x="424" y="208"/>
                    <a:pt x="419" y="207"/>
                  </a:cubicBezTo>
                  <a:moveTo>
                    <a:pt x="430" y="150"/>
                  </a:moveTo>
                  <a:cubicBezTo>
                    <a:pt x="429" y="145"/>
                    <a:pt x="425" y="142"/>
                    <a:pt x="421" y="143"/>
                  </a:cubicBezTo>
                  <a:cubicBezTo>
                    <a:pt x="389" y="147"/>
                    <a:pt x="389" y="147"/>
                    <a:pt x="389" y="147"/>
                  </a:cubicBezTo>
                  <a:cubicBezTo>
                    <a:pt x="385" y="148"/>
                    <a:pt x="382" y="152"/>
                    <a:pt x="382" y="156"/>
                  </a:cubicBezTo>
                  <a:cubicBezTo>
                    <a:pt x="383" y="160"/>
                    <a:pt x="386" y="163"/>
                    <a:pt x="390" y="163"/>
                  </a:cubicBezTo>
                  <a:cubicBezTo>
                    <a:pt x="390" y="163"/>
                    <a:pt x="391" y="163"/>
                    <a:pt x="391" y="163"/>
                  </a:cubicBezTo>
                  <a:cubicBezTo>
                    <a:pt x="423" y="159"/>
                    <a:pt x="423" y="159"/>
                    <a:pt x="423" y="159"/>
                  </a:cubicBezTo>
                  <a:cubicBezTo>
                    <a:pt x="427" y="158"/>
                    <a:pt x="430" y="154"/>
                    <a:pt x="430" y="150"/>
                  </a:cubicBezTo>
                  <a:moveTo>
                    <a:pt x="367" y="109"/>
                  </a:moveTo>
                  <a:cubicBezTo>
                    <a:pt x="369" y="112"/>
                    <a:pt x="372" y="113"/>
                    <a:pt x="374" y="113"/>
                  </a:cubicBezTo>
                  <a:cubicBezTo>
                    <a:pt x="376" y="113"/>
                    <a:pt x="377" y="113"/>
                    <a:pt x="378" y="112"/>
                  </a:cubicBezTo>
                  <a:cubicBezTo>
                    <a:pt x="405" y="97"/>
                    <a:pt x="405" y="97"/>
                    <a:pt x="405" y="97"/>
                  </a:cubicBezTo>
                  <a:cubicBezTo>
                    <a:pt x="409" y="95"/>
                    <a:pt x="410" y="90"/>
                    <a:pt x="408" y="86"/>
                  </a:cubicBezTo>
                  <a:cubicBezTo>
                    <a:pt x="406" y="82"/>
                    <a:pt x="401" y="81"/>
                    <a:pt x="397" y="83"/>
                  </a:cubicBezTo>
                  <a:cubicBezTo>
                    <a:pt x="370" y="98"/>
                    <a:pt x="370" y="98"/>
                    <a:pt x="370" y="98"/>
                  </a:cubicBezTo>
                  <a:cubicBezTo>
                    <a:pt x="367" y="100"/>
                    <a:pt x="365" y="105"/>
                    <a:pt x="367" y="109"/>
                  </a:cubicBezTo>
                  <a:moveTo>
                    <a:pt x="336" y="72"/>
                  </a:moveTo>
                  <a:cubicBezTo>
                    <a:pt x="337" y="73"/>
                    <a:pt x="339" y="73"/>
                    <a:pt x="341" y="73"/>
                  </a:cubicBezTo>
                  <a:cubicBezTo>
                    <a:pt x="343" y="73"/>
                    <a:pt x="345" y="72"/>
                    <a:pt x="347" y="70"/>
                  </a:cubicBezTo>
                  <a:cubicBezTo>
                    <a:pt x="365" y="47"/>
                    <a:pt x="365" y="47"/>
                    <a:pt x="365" y="47"/>
                  </a:cubicBezTo>
                  <a:cubicBezTo>
                    <a:pt x="368" y="43"/>
                    <a:pt x="367" y="38"/>
                    <a:pt x="364" y="35"/>
                  </a:cubicBezTo>
                  <a:cubicBezTo>
                    <a:pt x="360" y="33"/>
                    <a:pt x="355" y="33"/>
                    <a:pt x="353" y="37"/>
                  </a:cubicBezTo>
                  <a:cubicBezTo>
                    <a:pt x="334" y="61"/>
                    <a:pt x="334" y="61"/>
                    <a:pt x="334" y="61"/>
                  </a:cubicBezTo>
                  <a:cubicBezTo>
                    <a:pt x="332" y="64"/>
                    <a:pt x="332" y="69"/>
                    <a:pt x="336" y="72"/>
                  </a:cubicBezTo>
                  <a:moveTo>
                    <a:pt x="292" y="49"/>
                  </a:moveTo>
                  <a:cubicBezTo>
                    <a:pt x="292" y="50"/>
                    <a:pt x="293" y="50"/>
                    <a:pt x="294" y="50"/>
                  </a:cubicBezTo>
                  <a:cubicBezTo>
                    <a:pt x="297" y="50"/>
                    <a:pt x="300" y="47"/>
                    <a:pt x="301" y="44"/>
                  </a:cubicBezTo>
                  <a:cubicBezTo>
                    <a:pt x="309" y="15"/>
                    <a:pt x="309" y="15"/>
                    <a:pt x="309" y="15"/>
                  </a:cubicBezTo>
                  <a:cubicBezTo>
                    <a:pt x="310" y="11"/>
                    <a:pt x="308" y="7"/>
                    <a:pt x="304" y="5"/>
                  </a:cubicBezTo>
                  <a:cubicBezTo>
                    <a:pt x="299" y="4"/>
                    <a:pt x="295" y="7"/>
                    <a:pt x="294" y="11"/>
                  </a:cubicBezTo>
                  <a:cubicBezTo>
                    <a:pt x="286" y="40"/>
                    <a:pt x="286" y="40"/>
                    <a:pt x="286" y="40"/>
                  </a:cubicBezTo>
                  <a:cubicBezTo>
                    <a:pt x="285" y="44"/>
                    <a:pt x="287" y="48"/>
                    <a:pt x="292" y="49"/>
                  </a:cubicBezTo>
                  <a:moveTo>
                    <a:pt x="300" y="399"/>
                  </a:moveTo>
                  <a:cubicBezTo>
                    <a:pt x="300" y="399"/>
                    <a:pt x="300" y="399"/>
                    <a:pt x="299" y="399"/>
                  </a:cubicBezTo>
                  <a:cubicBezTo>
                    <a:pt x="299" y="399"/>
                    <a:pt x="299" y="399"/>
                    <a:pt x="299" y="399"/>
                  </a:cubicBezTo>
                  <a:cubicBezTo>
                    <a:pt x="299" y="398"/>
                    <a:pt x="299" y="398"/>
                    <a:pt x="299" y="398"/>
                  </a:cubicBezTo>
                  <a:cubicBezTo>
                    <a:pt x="299" y="398"/>
                    <a:pt x="298" y="397"/>
                    <a:pt x="298" y="397"/>
                  </a:cubicBezTo>
                  <a:cubicBezTo>
                    <a:pt x="287" y="388"/>
                    <a:pt x="265" y="381"/>
                    <a:pt x="262" y="383"/>
                  </a:cubicBezTo>
                  <a:cubicBezTo>
                    <a:pt x="260" y="386"/>
                    <a:pt x="268" y="408"/>
                    <a:pt x="276" y="419"/>
                  </a:cubicBezTo>
                  <a:cubicBezTo>
                    <a:pt x="277" y="419"/>
                    <a:pt x="277" y="420"/>
                    <a:pt x="277" y="420"/>
                  </a:cubicBezTo>
                  <a:cubicBezTo>
                    <a:pt x="277" y="420"/>
                    <a:pt x="278" y="420"/>
                    <a:pt x="278" y="420"/>
                  </a:cubicBezTo>
                  <a:cubicBezTo>
                    <a:pt x="278" y="420"/>
                    <a:pt x="278" y="420"/>
                    <a:pt x="278" y="420"/>
                  </a:cubicBezTo>
                  <a:cubicBezTo>
                    <a:pt x="278" y="420"/>
                    <a:pt x="278" y="421"/>
                    <a:pt x="278" y="421"/>
                  </a:cubicBezTo>
                  <a:cubicBezTo>
                    <a:pt x="284" y="426"/>
                    <a:pt x="293" y="426"/>
                    <a:pt x="299" y="420"/>
                  </a:cubicBezTo>
                  <a:cubicBezTo>
                    <a:pt x="305" y="414"/>
                    <a:pt x="305" y="406"/>
                    <a:pt x="300" y="400"/>
                  </a:cubicBezTo>
                  <a:cubicBezTo>
                    <a:pt x="300" y="399"/>
                    <a:pt x="300" y="399"/>
                    <a:pt x="300" y="399"/>
                  </a:cubicBezTo>
                  <a:moveTo>
                    <a:pt x="219" y="399"/>
                  </a:moveTo>
                  <a:cubicBezTo>
                    <a:pt x="219" y="399"/>
                    <a:pt x="219" y="399"/>
                    <a:pt x="219" y="399"/>
                  </a:cubicBezTo>
                  <a:cubicBezTo>
                    <a:pt x="218" y="399"/>
                    <a:pt x="218" y="399"/>
                    <a:pt x="218" y="399"/>
                  </a:cubicBezTo>
                  <a:cubicBezTo>
                    <a:pt x="218" y="398"/>
                    <a:pt x="218" y="398"/>
                    <a:pt x="218" y="398"/>
                  </a:cubicBezTo>
                  <a:cubicBezTo>
                    <a:pt x="218" y="398"/>
                    <a:pt x="217" y="397"/>
                    <a:pt x="217" y="397"/>
                  </a:cubicBezTo>
                  <a:cubicBezTo>
                    <a:pt x="206" y="388"/>
                    <a:pt x="184" y="381"/>
                    <a:pt x="182" y="383"/>
                  </a:cubicBezTo>
                  <a:cubicBezTo>
                    <a:pt x="179" y="386"/>
                    <a:pt x="187" y="408"/>
                    <a:pt x="195" y="419"/>
                  </a:cubicBezTo>
                  <a:cubicBezTo>
                    <a:pt x="196" y="419"/>
                    <a:pt x="196" y="420"/>
                    <a:pt x="197" y="420"/>
                  </a:cubicBezTo>
                  <a:cubicBezTo>
                    <a:pt x="197" y="420"/>
                    <a:pt x="197" y="420"/>
                    <a:pt x="197" y="420"/>
                  </a:cubicBezTo>
                  <a:cubicBezTo>
                    <a:pt x="197" y="420"/>
                    <a:pt x="197" y="420"/>
                    <a:pt x="197" y="420"/>
                  </a:cubicBezTo>
                  <a:cubicBezTo>
                    <a:pt x="197" y="420"/>
                    <a:pt x="197" y="421"/>
                    <a:pt x="197" y="421"/>
                  </a:cubicBezTo>
                  <a:cubicBezTo>
                    <a:pt x="203" y="426"/>
                    <a:pt x="212" y="426"/>
                    <a:pt x="218" y="420"/>
                  </a:cubicBezTo>
                  <a:cubicBezTo>
                    <a:pt x="224" y="414"/>
                    <a:pt x="224" y="406"/>
                    <a:pt x="219" y="400"/>
                  </a:cubicBezTo>
                  <a:cubicBezTo>
                    <a:pt x="219" y="399"/>
                    <a:pt x="219" y="399"/>
                    <a:pt x="219" y="399"/>
                  </a:cubicBezTo>
                  <a:moveTo>
                    <a:pt x="138" y="400"/>
                  </a:moveTo>
                  <a:cubicBezTo>
                    <a:pt x="138" y="399"/>
                    <a:pt x="138" y="399"/>
                    <a:pt x="138" y="399"/>
                  </a:cubicBezTo>
                  <a:cubicBezTo>
                    <a:pt x="138" y="399"/>
                    <a:pt x="138" y="399"/>
                    <a:pt x="138" y="399"/>
                  </a:cubicBezTo>
                  <a:cubicBezTo>
                    <a:pt x="138" y="399"/>
                    <a:pt x="138" y="399"/>
                    <a:pt x="138" y="399"/>
                  </a:cubicBezTo>
                  <a:cubicBezTo>
                    <a:pt x="137" y="398"/>
                    <a:pt x="137" y="398"/>
                    <a:pt x="137" y="398"/>
                  </a:cubicBezTo>
                  <a:cubicBezTo>
                    <a:pt x="137" y="398"/>
                    <a:pt x="136" y="397"/>
                    <a:pt x="136" y="397"/>
                  </a:cubicBezTo>
                  <a:cubicBezTo>
                    <a:pt x="125" y="388"/>
                    <a:pt x="103" y="381"/>
                    <a:pt x="101" y="383"/>
                  </a:cubicBezTo>
                  <a:cubicBezTo>
                    <a:pt x="98" y="386"/>
                    <a:pt x="106" y="408"/>
                    <a:pt x="114" y="419"/>
                  </a:cubicBezTo>
                  <a:cubicBezTo>
                    <a:pt x="115" y="419"/>
                    <a:pt x="115" y="420"/>
                    <a:pt x="116" y="420"/>
                  </a:cubicBezTo>
                  <a:cubicBezTo>
                    <a:pt x="116" y="420"/>
                    <a:pt x="116" y="420"/>
                    <a:pt x="116" y="420"/>
                  </a:cubicBezTo>
                  <a:cubicBezTo>
                    <a:pt x="116" y="420"/>
                    <a:pt x="116" y="420"/>
                    <a:pt x="116" y="420"/>
                  </a:cubicBezTo>
                  <a:cubicBezTo>
                    <a:pt x="116" y="420"/>
                    <a:pt x="116" y="421"/>
                    <a:pt x="116" y="421"/>
                  </a:cubicBezTo>
                  <a:cubicBezTo>
                    <a:pt x="122" y="426"/>
                    <a:pt x="132" y="426"/>
                    <a:pt x="137" y="420"/>
                  </a:cubicBezTo>
                  <a:cubicBezTo>
                    <a:pt x="143" y="414"/>
                    <a:pt x="143" y="406"/>
                    <a:pt x="138" y="400"/>
                  </a:cubicBezTo>
                  <a:close/>
                  <a:moveTo>
                    <a:pt x="109" y="356"/>
                  </a:moveTo>
                  <a:cubicBezTo>
                    <a:pt x="109" y="348"/>
                    <a:pt x="109" y="348"/>
                    <a:pt x="109" y="348"/>
                  </a:cubicBezTo>
                  <a:cubicBezTo>
                    <a:pt x="116" y="352"/>
                    <a:pt x="116" y="352"/>
                    <a:pt x="116" y="352"/>
                  </a:cubicBezTo>
                  <a:cubicBezTo>
                    <a:pt x="117" y="353"/>
                    <a:pt x="119" y="353"/>
                    <a:pt x="120" y="353"/>
                  </a:cubicBezTo>
                  <a:cubicBezTo>
                    <a:pt x="123" y="353"/>
                    <a:pt x="126" y="351"/>
                    <a:pt x="127" y="349"/>
                  </a:cubicBezTo>
                  <a:cubicBezTo>
                    <a:pt x="129" y="345"/>
                    <a:pt x="128" y="340"/>
                    <a:pt x="124" y="338"/>
                  </a:cubicBezTo>
                  <a:cubicBezTo>
                    <a:pt x="117" y="334"/>
                    <a:pt x="117" y="334"/>
                    <a:pt x="117" y="334"/>
                  </a:cubicBezTo>
                  <a:cubicBezTo>
                    <a:pt x="124" y="330"/>
                    <a:pt x="124" y="330"/>
                    <a:pt x="124" y="330"/>
                  </a:cubicBezTo>
                  <a:cubicBezTo>
                    <a:pt x="128" y="328"/>
                    <a:pt x="129" y="323"/>
                    <a:pt x="127" y="319"/>
                  </a:cubicBezTo>
                  <a:cubicBezTo>
                    <a:pt x="125" y="315"/>
                    <a:pt x="120" y="314"/>
                    <a:pt x="116" y="316"/>
                  </a:cubicBezTo>
                  <a:cubicBezTo>
                    <a:pt x="109" y="320"/>
                    <a:pt x="109" y="320"/>
                    <a:pt x="109" y="320"/>
                  </a:cubicBezTo>
                  <a:cubicBezTo>
                    <a:pt x="109" y="312"/>
                    <a:pt x="109" y="312"/>
                    <a:pt x="109" y="312"/>
                  </a:cubicBezTo>
                  <a:cubicBezTo>
                    <a:pt x="109" y="308"/>
                    <a:pt x="106" y="304"/>
                    <a:pt x="101" y="304"/>
                  </a:cubicBezTo>
                  <a:cubicBezTo>
                    <a:pt x="97" y="304"/>
                    <a:pt x="93" y="308"/>
                    <a:pt x="93" y="312"/>
                  </a:cubicBezTo>
                  <a:cubicBezTo>
                    <a:pt x="93" y="320"/>
                    <a:pt x="93" y="320"/>
                    <a:pt x="93" y="320"/>
                  </a:cubicBezTo>
                  <a:cubicBezTo>
                    <a:pt x="86" y="316"/>
                    <a:pt x="86" y="316"/>
                    <a:pt x="86" y="316"/>
                  </a:cubicBezTo>
                  <a:cubicBezTo>
                    <a:pt x="83" y="314"/>
                    <a:pt x="78" y="315"/>
                    <a:pt x="75" y="319"/>
                  </a:cubicBezTo>
                  <a:cubicBezTo>
                    <a:pt x="73" y="323"/>
                    <a:pt x="75" y="328"/>
                    <a:pt x="78" y="330"/>
                  </a:cubicBezTo>
                  <a:cubicBezTo>
                    <a:pt x="85" y="334"/>
                    <a:pt x="85" y="334"/>
                    <a:pt x="85" y="334"/>
                  </a:cubicBezTo>
                  <a:cubicBezTo>
                    <a:pt x="78" y="338"/>
                    <a:pt x="78" y="338"/>
                    <a:pt x="78" y="338"/>
                  </a:cubicBezTo>
                  <a:cubicBezTo>
                    <a:pt x="75" y="340"/>
                    <a:pt x="73" y="345"/>
                    <a:pt x="75" y="349"/>
                  </a:cubicBezTo>
                  <a:cubicBezTo>
                    <a:pt x="77" y="351"/>
                    <a:pt x="80" y="353"/>
                    <a:pt x="82" y="353"/>
                  </a:cubicBezTo>
                  <a:cubicBezTo>
                    <a:pt x="84" y="353"/>
                    <a:pt x="85" y="353"/>
                    <a:pt x="86" y="352"/>
                  </a:cubicBezTo>
                  <a:cubicBezTo>
                    <a:pt x="93" y="348"/>
                    <a:pt x="93" y="348"/>
                    <a:pt x="93" y="348"/>
                  </a:cubicBezTo>
                  <a:cubicBezTo>
                    <a:pt x="93" y="356"/>
                    <a:pt x="93" y="356"/>
                    <a:pt x="93" y="356"/>
                  </a:cubicBezTo>
                  <a:cubicBezTo>
                    <a:pt x="93" y="360"/>
                    <a:pt x="97" y="364"/>
                    <a:pt x="101" y="364"/>
                  </a:cubicBezTo>
                  <a:cubicBezTo>
                    <a:pt x="106" y="364"/>
                    <a:pt x="109" y="360"/>
                    <a:pt x="109" y="356"/>
                  </a:cubicBezTo>
                  <a:moveTo>
                    <a:pt x="190" y="356"/>
                  </a:moveTo>
                  <a:cubicBezTo>
                    <a:pt x="190" y="348"/>
                    <a:pt x="190" y="348"/>
                    <a:pt x="190" y="348"/>
                  </a:cubicBezTo>
                  <a:cubicBezTo>
                    <a:pt x="197" y="352"/>
                    <a:pt x="197" y="352"/>
                    <a:pt x="197" y="352"/>
                  </a:cubicBezTo>
                  <a:cubicBezTo>
                    <a:pt x="198" y="353"/>
                    <a:pt x="199" y="353"/>
                    <a:pt x="201" y="353"/>
                  </a:cubicBezTo>
                  <a:cubicBezTo>
                    <a:pt x="204" y="353"/>
                    <a:pt x="206" y="351"/>
                    <a:pt x="208" y="349"/>
                  </a:cubicBezTo>
                  <a:cubicBezTo>
                    <a:pt x="210" y="345"/>
                    <a:pt x="209" y="340"/>
                    <a:pt x="205" y="338"/>
                  </a:cubicBezTo>
                  <a:cubicBezTo>
                    <a:pt x="198" y="334"/>
                    <a:pt x="198" y="334"/>
                    <a:pt x="198" y="334"/>
                  </a:cubicBezTo>
                  <a:cubicBezTo>
                    <a:pt x="205" y="330"/>
                    <a:pt x="205" y="330"/>
                    <a:pt x="205" y="330"/>
                  </a:cubicBezTo>
                  <a:cubicBezTo>
                    <a:pt x="209" y="328"/>
                    <a:pt x="210" y="323"/>
                    <a:pt x="208" y="319"/>
                  </a:cubicBezTo>
                  <a:cubicBezTo>
                    <a:pt x="205" y="315"/>
                    <a:pt x="201" y="314"/>
                    <a:pt x="197" y="316"/>
                  </a:cubicBezTo>
                  <a:cubicBezTo>
                    <a:pt x="190" y="320"/>
                    <a:pt x="190" y="320"/>
                    <a:pt x="190" y="320"/>
                  </a:cubicBezTo>
                  <a:cubicBezTo>
                    <a:pt x="190" y="312"/>
                    <a:pt x="190" y="312"/>
                    <a:pt x="190" y="312"/>
                  </a:cubicBezTo>
                  <a:cubicBezTo>
                    <a:pt x="190" y="308"/>
                    <a:pt x="186" y="304"/>
                    <a:pt x="182" y="304"/>
                  </a:cubicBezTo>
                  <a:cubicBezTo>
                    <a:pt x="177" y="304"/>
                    <a:pt x="174" y="308"/>
                    <a:pt x="174" y="312"/>
                  </a:cubicBezTo>
                  <a:cubicBezTo>
                    <a:pt x="174" y="320"/>
                    <a:pt x="174" y="320"/>
                    <a:pt x="174" y="320"/>
                  </a:cubicBezTo>
                  <a:cubicBezTo>
                    <a:pt x="167" y="316"/>
                    <a:pt x="167" y="316"/>
                    <a:pt x="167" y="316"/>
                  </a:cubicBezTo>
                  <a:cubicBezTo>
                    <a:pt x="163" y="314"/>
                    <a:pt x="158" y="315"/>
                    <a:pt x="156" y="319"/>
                  </a:cubicBezTo>
                  <a:cubicBezTo>
                    <a:pt x="154" y="323"/>
                    <a:pt x="155" y="328"/>
                    <a:pt x="159" y="330"/>
                  </a:cubicBezTo>
                  <a:cubicBezTo>
                    <a:pt x="166" y="334"/>
                    <a:pt x="166" y="334"/>
                    <a:pt x="166" y="334"/>
                  </a:cubicBezTo>
                  <a:cubicBezTo>
                    <a:pt x="159" y="338"/>
                    <a:pt x="159" y="338"/>
                    <a:pt x="159" y="338"/>
                  </a:cubicBezTo>
                  <a:cubicBezTo>
                    <a:pt x="155" y="340"/>
                    <a:pt x="154" y="345"/>
                    <a:pt x="156" y="349"/>
                  </a:cubicBezTo>
                  <a:cubicBezTo>
                    <a:pt x="158" y="351"/>
                    <a:pt x="160" y="353"/>
                    <a:pt x="163" y="353"/>
                  </a:cubicBezTo>
                  <a:cubicBezTo>
                    <a:pt x="164" y="353"/>
                    <a:pt x="166" y="353"/>
                    <a:pt x="167" y="352"/>
                  </a:cubicBezTo>
                  <a:cubicBezTo>
                    <a:pt x="174" y="348"/>
                    <a:pt x="174" y="348"/>
                    <a:pt x="174" y="348"/>
                  </a:cubicBezTo>
                  <a:cubicBezTo>
                    <a:pt x="174" y="356"/>
                    <a:pt x="174" y="356"/>
                    <a:pt x="174" y="356"/>
                  </a:cubicBezTo>
                  <a:cubicBezTo>
                    <a:pt x="174" y="360"/>
                    <a:pt x="177" y="364"/>
                    <a:pt x="182" y="364"/>
                  </a:cubicBezTo>
                  <a:cubicBezTo>
                    <a:pt x="186" y="364"/>
                    <a:pt x="190" y="360"/>
                    <a:pt x="190" y="356"/>
                  </a:cubicBezTo>
                  <a:moveTo>
                    <a:pt x="271" y="356"/>
                  </a:moveTo>
                  <a:cubicBezTo>
                    <a:pt x="271" y="348"/>
                    <a:pt x="271" y="348"/>
                    <a:pt x="271" y="348"/>
                  </a:cubicBezTo>
                  <a:cubicBezTo>
                    <a:pt x="277" y="352"/>
                    <a:pt x="277" y="352"/>
                    <a:pt x="277" y="352"/>
                  </a:cubicBezTo>
                  <a:cubicBezTo>
                    <a:pt x="279" y="353"/>
                    <a:pt x="280" y="353"/>
                    <a:pt x="281" y="353"/>
                  </a:cubicBezTo>
                  <a:cubicBezTo>
                    <a:pt x="284" y="353"/>
                    <a:pt x="287" y="351"/>
                    <a:pt x="288" y="349"/>
                  </a:cubicBezTo>
                  <a:cubicBezTo>
                    <a:pt x="291" y="345"/>
                    <a:pt x="289" y="340"/>
                    <a:pt x="285" y="338"/>
                  </a:cubicBezTo>
                  <a:cubicBezTo>
                    <a:pt x="279" y="334"/>
                    <a:pt x="279" y="334"/>
                    <a:pt x="279" y="334"/>
                  </a:cubicBezTo>
                  <a:cubicBezTo>
                    <a:pt x="285" y="330"/>
                    <a:pt x="285" y="330"/>
                    <a:pt x="285" y="330"/>
                  </a:cubicBezTo>
                  <a:cubicBezTo>
                    <a:pt x="289" y="328"/>
                    <a:pt x="291" y="323"/>
                    <a:pt x="288" y="319"/>
                  </a:cubicBezTo>
                  <a:cubicBezTo>
                    <a:pt x="286" y="315"/>
                    <a:pt x="281" y="314"/>
                    <a:pt x="277" y="316"/>
                  </a:cubicBezTo>
                  <a:cubicBezTo>
                    <a:pt x="271" y="320"/>
                    <a:pt x="271" y="320"/>
                    <a:pt x="271" y="320"/>
                  </a:cubicBezTo>
                  <a:cubicBezTo>
                    <a:pt x="271" y="312"/>
                    <a:pt x="271" y="312"/>
                    <a:pt x="271" y="312"/>
                  </a:cubicBezTo>
                  <a:cubicBezTo>
                    <a:pt x="271" y="308"/>
                    <a:pt x="267" y="304"/>
                    <a:pt x="263" y="304"/>
                  </a:cubicBezTo>
                  <a:cubicBezTo>
                    <a:pt x="258" y="304"/>
                    <a:pt x="255" y="308"/>
                    <a:pt x="255" y="312"/>
                  </a:cubicBezTo>
                  <a:cubicBezTo>
                    <a:pt x="255" y="320"/>
                    <a:pt x="255" y="320"/>
                    <a:pt x="255" y="320"/>
                  </a:cubicBezTo>
                  <a:cubicBezTo>
                    <a:pt x="248" y="316"/>
                    <a:pt x="248" y="316"/>
                    <a:pt x="248" y="316"/>
                  </a:cubicBezTo>
                  <a:cubicBezTo>
                    <a:pt x="244" y="314"/>
                    <a:pt x="239" y="315"/>
                    <a:pt x="237" y="319"/>
                  </a:cubicBezTo>
                  <a:cubicBezTo>
                    <a:pt x="235" y="323"/>
                    <a:pt x="236" y="328"/>
                    <a:pt x="240" y="330"/>
                  </a:cubicBezTo>
                  <a:cubicBezTo>
                    <a:pt x="247" y="334"/>
                    <a:pt x="247" y="334"/>
                    <a:pt x="247" y="334"/>
                  </a:cubicBezTo>
                  <a:cubicBezTo>
                    <a:pt x="240" y="338"/>
                    <a:pt x="240" y="338"/>
                    <a:pt x="240" y="338"/>
                  </a:cubicBezTo>
                  <a:cubicBezTo>
                    <a:pt x="236" y="340"/>
                    <a:pt x="235" y="345"/>
                    <a:pt x="237" y="349"/>
                  </a:cubicBezTo>
                  <a:cubicBezTo>
                    <a:pt x="238" y="351"/>
                    <a:pt x="241" y="353"/>
                    <a:pt x="244" y="353"/>
                  </a:cubicBezTo>
                  <a:cubicBezTo>
                    <a:pt x="245" y="353"/>
                    <a:pt x="246" y="353"/>
                    <a:pt x="248" y="352"/>
                  </a:cubicBezTo>
                  <a:cubicBezTo>
                    <a:pt x="255" y="348"/>
                    <a:pt x="255" y="348"/>
                    <a:pt x="255" y="348"/>
                  </a:cubicBezTo>
                  <a:cubicBezTo>
                    <a:pt x="255" y="356"/>
                    <a:pt x="255" y="356"/>
                    <a:pt x="255" y="356"/>
                  </a:cubicBezTo>
                  <a:cubicBezTo>
                    <a:pt x="255" y="360"/>
                    <a:pt x="258" y="364"/>
                    <a:pt x="263" y="364"/>
                  </a:cubicBezTo>
                  <a:cubicBezTo>
                    <a:pt x="267" y="364"/>
                    <a:pt x="271" y="360"/>
                    <a:pt x="271" y="356"/>
                  </a:cubicBezTo>
                </a:path>
              </a:pathLst>
            </a:custGeom>
            <a:blipFill dpi="0" rotWithShape="1">
              <a:blip r:embed="rId38"/>
              <a:srcRect/>
              <a:stretch>
                <a:fillRect/>
              </a:stretch>
            </a:blipFill>
            <a:ln w="9525">
              <a:noFill/>
              <a:round/>
              <a:headEnd/>
              <a:tailEnd/>
            </a:ln>
          </p:spPr>
          <p:txBody>
            <a:bodyPr/>
            <a:lstStyle/>
            <a:p>
              <a:endParaRPr lang="en-GB"/>
            </a:p>
          </p:txBody>
        </p:sp>
        <p:sp>
          <p:nvSpPr>
            <p:cNvPr id="31821" name="Freeform 6"/>
            <p:cNvSpPr>
              <a:spLocks noEditPoints="1"/>
            </p:cNvSpPr>
            <p:nvPr/>
          </p:nvSpPr>
          <p:spPr bwMode="auto">
            <a:xfrm>
              <a:off x="4221362" y="3199981"/>
              <a:ext cx="95514" cy="98227"/>
            </a:xfrm>
            <a:custGeom>
              <a:avLst/>
              <a:gdLst>
                <a:gd name="T0" fmla="*/ 2147483647 w 320"/>
                <a:gd name="T1" fmla="*/ 2147483647 h 316"/>
                <a:gd name="T2" fmla="*/ 2147483647 w 320"/>
                <a:gd name="T3" fmla="*/ 2147483647 h 316"/>
                <a:gd name="T4" fmla="*/ 2147483647 w 320"/>
                <a:gd name="T5" fmla="*/ 2147483647 h 316"/>
                <a:gd name="T6" fmla="*/ 2147483647 w 320"/>
                <a:gd name="T7" fmla="*/ 2147483647 h 316"/>
                <a:gd name="T8" fmla="*/ 2147483647 w 320"/>
                <a:gd name="T9" fmla="*/ 2147483647 h 316"/>
                <a:gd name="T10" fmla="*/ 2147483647 w 320"/>
                <a:gd name="T11" fmla="*/ 2147483647 h 316"/>
                <a:gd name="T12" fmla="*/ 2147483647 w 320"/>
                <a:gd name="T13" fmla="*/ 2147483647 h 316"/>
                <a:gd name="T14" fmla="*/ 2147483647 w 320"/>
                <a:gd name="T15" fmla="*/ 2147483647 h 316"/>
                <a:gd name="T16" fmla="*/ 2147483647 w 320"/>
                <a:gd name="T17" fmla="*/ 2147483647 h 316"/>
                <a:gd name="T18" fmla="*/ 2147483647 w 320"/>
                <a:gd name="T19" fmla="*/ 2147483647 h 316"/>
                <a:gd name="T20" fmla="*/ 2147483647 w 320"/>
                <a:gd name="T21" fmla="*/ 2147483647 h 316"/>
                <a:gd name="T22" fmla="*/ 2147483647 w 320"/>
                <a:gd name="T23" fmla="*/ 2147483647 h 316"/>
                <a:gd name="T24" fmla="*/ 2147483647 w 320"/>
                <a:gd name="T25" fmla="*/ 2147483647 h 316"/>
                <a:gd name="T26" fmla="*/ 2147483647 w 320"/>
                <a:gd name="T27" fmla="*/ 2147483647 h 316"/>
                <a:gd name="T28" fmla="*/ 2147483647 w 320"/>
                <a:gd name="T29" fmla="*/ 2147483647 h 316"/>
                <a:gd name="T30" fmla="*/ 2147483647 w 320"/>
                <a:gd name="T31" fmla="*/ 2147483647 h 316"/>
                <a:gd name="T32" fmla="*/ 2147483647 w 320"/>
                <a:gd name="T33" fmla="*/ 2147483647 h 316"/>
                <a:gd name="T34" fmla="*/ 2147483647 w 320"/>
                <a:gd name="T35" fmla="*/ 2147483647 h 316"/>
                <a:gd name="T36" fmla="*/ 2147483647 w 320"/>
                <a:gd name="T37" fmla="*/ 2147483647 h 316"/>
                <a:gd name="T38" fmla="*/ 2147483647 w 320"/>
                <a:gd name="T39" fmla="*/ 2147483647 h 316"/>
                <a:gd name="T40" fmla="*/ 2147483647 w 320"/>
                <a:gd name="T41" fmla="*/ 0 h 316"/>
                <a:gd name="T42" fmla="*/ 0 w 320"/>
                <a:gd name="T43" fmla="*/ 2147483647 h 316"/>
                <a:gd name="T44" fmla="*/ 2147483647 w 320"/>
                <a:gd name="T45" fmla="*/ 2147483647 h 316"/>
                <a:gd name="T46" fmla="*/ 2147483647 w 320"/>
                <a:gd name="T47" fmla="*/ 2147483647 h 316"/>
                <a:gd name="T48" fmla="*/ 2147483647 w 320"/>
                <a:gd name="T49" fmla="*/ 2147483647 h 316"/>
                <a:gd name="T50" fmla="*/ 2147483647 w 320"/>
                <a:gd name="T51" fmla="*/ 2147483647 h 316"/>
                <a:gd name="T52" fmla="*/ 2147483647 w 320"/>
                <a:gd name="T53" fmla="*/ 2147483647 h 316"/>
                <a:gd name="T54" fmla="*/ 2147483647 w 320"/>
                <a:gd name="T55" fmla="*/ 2147483647 h 316"/>
                <a:gd name="T56" fmla="*/ 2147483647 w 320"/>
                <a:gd name="T57" fmla="*/ 2147483647 h 316"/>
                <a:gd name="T58" fmla="*/ 2147483647 w 320"/>
                <a:gd name="T59" fmla="*/ 2147483647 h 316"/>
                <a:gd name="T60" fmla="*/ 2147483647 w 320"/>
                <a:gd name="T61" fmla="*/ 2147483647 h 316"/>
                <a:gd name="T62" fmla="*/ 2147483647 w 320"/>
                <a:gd name="T63" fmla="*/ 2147483647 h 316"/>
                <a:gd name="T64" fmla="*/ 2147483647 w 320"/>
                <a:gd name="T65" fmla="*/ 2147483647 h 316"/>
                <a:gd name="T66" fmla="*/ 2147483647 w 320"/>
                <a:gd name="T67" fmla="*/ 2147483647 h 316"/>
                <a:gd name="T68" fmla="*/ 2147483647 w 320"/>
                <a:gd name="T69" fmla="*/ 2147483647 h 316"/>
                <a:gd name="T70" fmla="*/ 2147483647 w 320"/>
                <a:gd name="T71" fmla="*/ 2147483647 h 316"/>
                <a:gd name="T72" fmla="*/ 2147483647 w 320"/>
                <a:gd name="T73" fmla="*/ 2147483647 h 316"/>
                <a:gd name="T74" fmla="*/ 2147483647 w 320"/>
                <a:gd name="T75" fmla="*/ 2147483647 h 316"/>
                <a:gd name="T76" fmla="*/ 2147483647 w 320"/>
                <a:gd name="T77" fmla="*/ 2147483647 h 316"/>
                <a:gd name="T78" fmla="*/ 2147483647 w 320"/>
                <a:gd name="T79" fmla="*/ 2147483647 h 316"/>
                <a:gd name="T80" fmla="*/ 2147483647 w 320"/>
                <a:gd name="T81" fmla="*/ 2147483647 h 316"/>
                <a:gd name="T82" fmla="*/ 2147483647 w 320"/>
                <a:gd name="T83" fmla="*/ 2147483647 h 316"/>
                <a:gd name="T84" fmla="*/ 2147483647 w 320"/>
                <a:gd name="T85" fmla="*/ 2147483647 h 316"/>
                <a:gd name="T86" fmla="*/ 2147483647 w 320"/>
                <a:gd name="T87" fmla="*/ 2147483647 h 316"/>
                <a:gd name="T88" fmla="*/ 2147483647 w 320"/>
                <a:gd name="T89" fmla="*/ 2147483647 h 316"/>
                <a:gd name="T90" fmla="*/ 2147483647 w 320"/>
                <a:gd name="T91" fmla="*/ 2147483647 h 316"/>
                <a:gd name="T92" fmla="*/ 2147483647 w 320"/>
                <a:gd name="T93" fmla="*/ 2147483647 h 316"/>
                <a:gd name="T94" fmla="*/ 2147483647 w 320"/>
                <a:gd name="T95" fmla="*/ 2147483647 h 316"/>
                <a:gd name="T96" fmla="*/ 2147483647 w 320"/>
                <a:gd name="T97" fmla="*/ 2147483647 h 316"/>
                <a:gd name="T98" fmla="*/ 2147483647 w 320"/>
                <a:gd name="T99" fmla="*/ 2147483647 h 316"/>
                <a:gd name="T100" fmla="*/ 2147483647 w 320"/>
                <a:gd name="T101" fmla="*/ 2147483647 h 316"/>
                <a:gd name="T102" fmla="*/ 2147483647 w 320"/>
                <a:gd name="T103" fmla="*/ 2147483647 h 316"/>
                <a:gd name="T104" fmla="*/ 2147483647 w 320"/>
                <a:gd name="T105" fmla="*/ 2147483647 h 316"/>
                <a:gd name="T106" fmla="*/ 2147483647 w 320"/>
                <a:gd name="T107" fmla="*/ 2147483647 h 316"/>
                <a:gd name="T108" fmla="*/ 2147483647 w 320"/>
                <a:gd name="T109" fmla="*/ 2147483647 h 316"/>
                <a:gd name="T110" fmla="*/ 2147483647 w 320"/>
                <a:gd name="T111" fmla="*/ 2147483647 h 316"/>
                <a:gd name="T112" fmla="*/ 2147483647 w 320"/>
                <a:gd name="T113" fmla="*/ 2147483647 h 316"/>
                <a:gd name="T114" fmla="*/ 2147483647 w 320"/>
                <a:gd name="T115" fmla="*/ 2147483647 h 316"/>
                <a:gd name="T116" fmla="*/ 2147483647 w 320"/>
                <a:gd name="T117" fmla="*/ 2147483647 h 316"/>
                <a:gd name="T118" fmla="*/ 2147483647 w 320"/>
                <a:gd name="T119" fmla="*/ 2147483647 h 316"/>
                <a:gd name="T120" fmla="*/ 2147483647 w 320"/>
                <a:gd name="T121" fmla="*/ 2147483647 h 316"/>
                <a:gd name="T122" fmla="*/ 2147483647 w 320"/>
                <a:gd name="T123" fmla="*/ 2147483647 h 31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20"/>
                <a:gd name="T187" fmla="*/ 0 h 316"/>
                <a:gd name="T188" fmla="*/ 320 w 320"/>
                <a:gd name="T189" fmla="*/ 316 h 31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20" h="316">
                  <a:moveTo>
                    <a:pt x="160" y="63"/>
                  </a:moveTo>
                  <a:cubicBezTo>
                    <a:pt x="213" y="63"/>
                    <a:pt x="257" y="106"/>
                    <a:pt x="257" y="160"/>
                  </a:cubicBezTo>
                  <a:cubicBezTo>
                    <a:pt x="257" y="175"/>
                    <a:pt x="253" y="190"/>
                    <a:pt x="246" y="204"/>
                  </a:cubicBezTo>
                  <a:cubicBezTo>
                    <a:pt x="244" y="208"/>
                    <a:pt x="246" y="213"/>
                    <a:pt x="250" y="215"/>
                  </a:cubicBezTo>
                  <a:cubicBezTo>
                    <a:pt x="254" y="217"/>
                    <a:pt x="258" y="215"/>
                    <a:pt x="260" y="212"/>
                  </a:cubicBezTo>
                  <a:cubicBezTo>
                    <a:pt x="269" y="196"/>
                    <a:pt x="273" y="178"/>
                    <a:pt x="273" y="160"/>
                  </a:cubicBezTo>
                  <a:cubicBezTo>
                    <a:pt x="273" y="97"/>
                    <a:pt x="222" y="47"/>
                    <a:pt x="160" y="47"/>
                  </a:cubicBezTo>
                  <a:cubicBezTo>
                    <a:pt x="98" y="47"/>
                    <a:pt x="47" y="97"/>
                    <a:pt x="47" y="160"/>
                  </a:cubicBezTo>
                  <a:cubicBezTo>
                    <a:pt x="47" y="178"/>
                    <a:pt x="52" y="197"/>
                    <a:pt x="61" y="213"/>
                  </a:cubicBezTo>
                  <a:cubicBezTo>
                    <a:pt x="62" y="216"/>
                    <a:pt x="65" y="218"/>
                    <a:pt x="68" y="218"/>
                  </a:cubicBezTo>
                  <a:cubicBezTo>
                    <a:pt x="69" y="218"/>
                    <a:pt x="70" y="217"/>
                    <a:pt x="71" y="217"/>
                  </a:cubicBezTo>
                  <a:cubicBezTo>
                    <a:pt x="75" y="215"/>
                    <a:pt x="77" y="210"/>
                    <a:pt x="75" y="206"/>
                  </a:cubicBezTo>
                  <a:cubicBezTo>
                    <a:pt x="67" y="192"/>
                    <a:pt x="63" y="176"/>
                    <a:pt x="63" y="160"/>
                  </a:cubicBezTo>
                  <a:cubicBezTo>
                    <a:pt x="63" y="106"/>
                    <a:pt x="107" y="63"/>
                    <a:pt x="160" y="63"/>
                  </a:cubicBezTo>
                  <a:close/>
                  <a:moveTo>
                    <a:pt x="72" y="274"/>
                  </a:moveTo>
                  <a:cubicBezTo>
                    <a:pt x="37" y="246"/>
                    <a:pt x="16" y="205"/>
                    <a:pt x="16" y="160"/>
                  </a:cubicBezTo>
                  <a:cubicBezTo>
                    <a:pt x="16" y="80"/>
                    <a:pt x="81" y="16"/>
                    <a:pt x="160" y="16"/>
                  </a:cubicBezTo>
                  <a:cubicBezTo>
                    <a:pt x="193" y="16"/>
                    <a:pt x="224" y="27"/>
                    <a:pt x="249" y="47"/>
                  </a:cubicBezTo>
                  <a:cubicBezTo>
                    <a:pt x="253" y="50"/>
                    <a:pt x="258" y="49"/>
                    <a:pt x="261" y="46"/>
                  </a:cubicBezTo>
                  <a:cubicBezTo>
                    <a:pt x="263" y="42"/>
                    <a:pt x="263" y="37"/>
                    <a:pt x="259" y="35"/>
                  </a:cubicBezTo>
                  <a:cubicBezTo>
                    <a:pt x="231" y="12"/>
                    <a:pt x="196" y="0"/>
                    <a:pt x="160" y="0"/>
                  </a:cubicBezTo>
                  <a:cubicBezTo>
                    <a:pt x="72" y="0"/>
                    <a:pt x="0" y="72"/>
                    <a:pt x="0" y="160"/>
                  </a:cubicBezTo>
                  <a:cubicBezTo>
                    <a:pt x="0" y="210"/>
                    <a:pt x="23" y="256"/>
                    <a:pt x="63" y="286"/>
                  </a:cubicBezTo>
                  <a:cubicBezTo>
                    <a:pt x="64" y="287"/>
                    <a:pt x="66" y="288"/>
                    <a:pt x="68" y="288"/>
                  </a:cubicBezTo>
                  <a:cubicBezTo>
                    <a:pt x="70" y="288"/>
                    <a:pt x="72" y="287"/>
                    <a:pt x="74" y="285"/>
                  </a:cubicBezTo>
                  <a:cubicBezTo>
                    <a:pt x="77" y="281"/>
                    <a:pt x="76" y="276"/>
                    <a:pt x="72" y="274"/>
                  </a:cubicBezTo>
                  <a:close/>
                  <a:moveTo>
                    <a:pt x="160" y="93"/>
                  </a:moveTo>
                  <a:cubicBezTo>
                    <a:pt x="123" y="93"/>
                    <a:pt x="92" y="123"/>
                    <a:pt x="92" y="161"/>
                  </a:cubicBezTo>
                  <a:cubicBezTo>
                    <a:pt x="92" y="161"/>
                    <a:pt x="92" y="161"/>
                    <a:pt x="92" y="162"/>
                  </a:cubicBezTo>
                  <a:cubicBezTo>
                    <a:pt x="92" y="162"/>
                    <a:pt x="92" y="162"/>
                    <a:pt x="92" y="162"/>
                  </a:cubicBezTo>
                  <a:cubicBezTo>
                    <a:pt x="92" y="292"/>
                    <a:pt x="92" y="292"/>
                    <a:pt x="92" y="292"/>
                  </a:cubicBezTo>
                  <a:cubicBezTo>
                    <a:pt x="92" y="305"/>
                    <a:pt x="103" y="316"/>
                    <a:pt x="117" y="316"/>
                  </a:cubicBezTo>
                  <a:cubicBezTo>
                    <a:pt x="204" y="316"/>
                    <a:pt x="204" y="316"/>
                    <a:pt x="204" y="316"/>
                  </a:cubicBezTo>
                  <a:cubicBezTo>
                    <a:pt x="218" y="316"/>
                    <a:pt x="229" y="305"/>
                    <a:pt x="229" y="292"/>
                  </a:cubicBezTo>
                  <a:cubicBezTo>
                    <a:pt x="229" y="162"/>
                    <a:pt x="229" y="162"/>
                    <a:pt x="229" y="162"/>
                  </a:cubicBezTo>
                  <a:cubicBezTo>
                    <a:pt x="229" y="162"/>
                    <a:pt x="229" y="162"/>
                    <a:pt x="229" y="162"/>
                  </a:cubicBezTo>
                  <a:cubicBezTo>
                    <a:pt x="229" y="161"/>
                    <a:pt x="229" y="161"/>
                    <a:pt x="229" y="161"/>
                  </a:cubicBezTo>
                  <a:cubicBezTo>
                    <a:pt x="229" y="123"/>
                    <a:pt x="198" y="93"/>
                    <a:pt x="160" y="93"/>
                  </a:cubicBezTo>
                  <a:close/>
                  <a:moveTo>
                    <a:pt x="213" y="162"/>
                  </a:moveTo>
                  <a:cubicBezTo>
                    <a:pt x="213" y="162"/>
                    <a:pt x="213" y="163"/>
                    <a:pt x="213" y="163"/>
                  </a:cubicBezTo>
                  <a:cubicBezTo>
                    <a:pt x="213" y="292"/>
                    <a:pt x="213" y="292"/>
                    <a:pt x="213" y="292"/>
                  </a:cubicBezTo>
                  <a:cubicBezTo>
                    <a:pt x="213" y="296"/>
                    <a:pt x="209" y="300"/>
                    <a:pt x="204" y="300"/>
                  </a:cubicBezTo>
                  <a:cubicBezTo>
                    <a:pt x="117" y="300"/>
                    <a:pt x="117" y="300"/>
                    <a:pt x="117" y="300"/>
                  </a:cubicBezTo>
                  <a:cubicBezTo>
                    <a:pt x="112" y="300"/>
                    <a:pt x="108" y="296"/>
                    <a:pt x="108" y="292"/>
                  </a:cubicBezTo>
                  <a:cubicBezTo>
                    <a:pt x="108" y="163"/>
                    <a:pt x="108" y="163"/>
                    <a:pt x="108" y="163"/>
                  </a:cubicBezTo>
                  <a:cubicBezTo>
                    <a:pt x="108" y="163"/>
                    <a:pt x="108" y="162"/>
                    <a:pt x="108" y="162"/>
                  </a:cubicBezTo>
                  <a:cubicBezTo>
                    <a:pt x="108" y="162"/>
                    <a:pt x="108" y="162"/>
                    <a:pt x="108" y="162"/>
                  </a:cubicBezTo>
                  <a:cubicBezTo>
                    <a:pt x="108" y="161"/>
                    <a:pt x="108" y="161"/>
                    <a:pt x="108" y="161"/>
                  </a:cubicBezTo>
                  <a:cubicBezTo>
                    <a:pt x="108" y="132"/>
                    <a:pt x="132" y="109"/>
                    <a:pt x="160" y="109"/>
                  </a:cubicBezTo>
                  <a:cubicBezTo>
                    <a:pt x="189" y="109"/>
                    <a:pt x="213" y="132"/>
                    <a:pt x="213" y="161"/>
                  </a:cubicBezTo>
                  <a:cubicBezTo>
                    <a:pt x="213" y="162"/>
                    <a:pt x="213" y="162"/>
                    <a:pt x="213" y="162"/>
                  </a:cubicBezTo>
                  <a:cubicBezTo>
                    <a:pt x="213" y="162"/>
                    <a:pt x="213" y="162"/>
                    <a:pt x="213" y="162"/>
                  </a:cubicBezTo>
                  <a:close/>
                  <a:moveTo>
                    <a:pt x="283" y="58"/>
                  </a:moveTo>
                  <a:cubicBezTo>
                    <a:pt x="280" y="55"/>
                    <a:pt x="275" y="54"/>
                    <a:pt x="272" y="57"/>
                  </a:cubicBezTo>
                  <a:cubicBezTo>
                    <a:pt x="269" y="60"/>
                    <a:pt x="268" y="65"/>
                    <a:pt x="271" y="68"/>
                  </a:cubicBezTo>
                  <a:cubicBezTo>
                    <a:pt x="292" y="94"/>
                    <a:pt x="304" y="126"/>
                    <a:pt x="304" y="160"/>
                  </a:cubicBezTo>
                  <a:cubicBezTo>
                    <a:pt x="304" y="204"/>
                    <a:pt x="284" y="245"/>
                    <a:pt x="248" y="273"/>
                  </a:cubicBezTo>
                  <a:cubicBezTo>
                    <a:pt x="245" y="276"/>
                    <a:pt x="244" y="281"/>
                    <a:pt x="247" y="284"/>
                  </a:cubicBezTo>
                  <a:cubicBezTo>
                    <a:pt x="249" y="286"/>
                    <a:pt x="251" y="287"/>
                    <a:pt x="253" y="287"/>
                  </a:cubicBezTo>
                  <a:cubicBezTo>
                    <a:pt x="255" y="287"/>
                    <a:pt x="257" y="287"/>
                    <a:pt x="258" y="285"/>
                  </a:cubicBezTo>
                  <a:cubicBezTo>
                    <a:pt x="297" y="255"/>
                    <a:pt x="320" y="209"/>
                    <a:pt x="320" y="160"/>
                  </a:cubicBezTo>
                  <a:cubicBezTo>
                    <a:pt x="320" y="123"/>
                    <a:pt x="307" y="87"/>
                    <a:pt x="283" y="58"/>
                  </a:cubicBezTo>
                  <a:close/>
                </a:path>
              </a:pathLst>
            </a:custGeom>
            <a:blipFill dpi="0" rotWithShape="1">
              <a:blip r:embed="rId5"/>
              <a:srcRect/>
              <a:stretch>
                <a:fillRect/>
              </a:stretch>
            </a:blipFill>
            <a:ln w="9525">
              <a:noFill/>
              <a:round/>
              <a:headEnd/>
              <a:tailEnd/>
            </a:ln>
          </p:spPr>
          <p:txBody>
            <a:bodyPr/>
            <a:lstStyle/>
            <a:p>
              <a:endParaRPr lang="en-GB"/>
            </a:p>
          </p:txBody>
        </p:sp>
        <p:sp>
          <p:nvSpPr>
            <p:cNvPr id="31822" name="Freeform 6"/>
            <p:cNvSpPr>
              <a:spLocks noEditPoints="1"/>
            </p:cNvSpPr>
            <p:nvPr/>
          </p:nvSpPr>
          <p:spPr bwMode="auto">
            <a:xfrm>
              <a:off x="3088788" y="3169959"/>
              <a:ext cx="74766" cy="127681"/>
            </a:xfrm>
            <a:custGeom>
              <a:avLst/>
              <a:gdLst>
                <a:gd name="T0" fmla="*/ 2147483647 w 250"/>
                <a:gd name="T1" fmla="*/ 2147483647 h 411"/>
                <a:gd name="T2" fmla="*/ 2147483647 w 250"/>
                <a:gd name="T3" fmla="*/ 2147483647 h 411"/>
                <a:gd name="T4" fmla="*/ 2147483647 w 250"/>
                <a:gd name="T5" fmla="*/ 2147483647 h 411"/>
                <a:gd name="T6" fmla="*/ 2147483647 w 250"/>
                <a:gd name="T7" fmla="*/ 2147483647 h 411"/>
                <a:gd name="T8" fmla="*/ 2147483647 w 250"/>
                <a:gd name="T9" fmla="*/ 2147483647 h 411"/>
                <a:gd name="T10" fmla="*/ 2147483647 w 250"/>
                <a:gd name="T11" fmla="*/ 2147483647 h 411"/>
                <a:gd name="T12" fmla="*/ 2147483647 w 250"/>
                <a:gd name="T13" fmla="*/ 2147483647 h 411"/>
                <a:gd name="T14" fmla="*/ 2147483647 w 250"/>
                <a:gd name="T15" fmla="*/ 2147483647 h 411"/>
                <a:gd name="T16" fmla="*/ 2147483647 w 250"/>
                <a:gd name="T17" fmla="*/ 2147483647 h 411"/>
                <a:gd name="T18" fmla="*/ 2147483647 w 250"/>
                <a:gd name="T19" fmla="*/ 2147483647 h 411"/>
                <a:gd name="T20" fmla="*/ 2147483647 w 250"/>
                <a:gd name="T21" fmla="*/ 2147483647 h 411"/>
                <a:gd name="T22" fmla="*/ 2147483647 w 250"/>
                <a:gd name="T23" fmla="*/ 2147483647 h 411"/>
                <a:gd name="T24" fmla="*/ 2147483647 w 250"/>
                <a:gd name="T25" fmla="*/ 2147483647 h 411"/>
                <a:gd name="T26" fmla="*/ 2147483647 w 250"/>
                <a:gd name="T27" fmla="*/ 2147483647 h 411"/>
                <a:gd name="T28" fmla="*/ 2147483647 w 250"/>
                <a:gd name="T29" fmla="*/ 2147483647 h 411"/>
                <a:gd name="T30" fmla="*/ 2147483647 w 250"/>
                <a:gd name="T31" fmla="*/ 2147483647 h 411"/>
                <a:gd name="T32" fmla="*/ 2147483647 w 250"/>
                <a:gd name="T33" fmla="*/ 2147483647 h 411"/>
                <a:gd name="T34" fmla="*/ 2147483647 w 250"/>
                <a:gd name="T35" fmla="*/ 2147483647 h 411"/>
                <a:gd name="T36" fmla="*/ 2147483647 w 250"/>
                <a:gd name="T37" fmla="*/ 2147483647 h 411"/>
                <a:gd name="T38" fmla="*/ 2147483647 w 250"/>
                <a:gd name="T39" fmla="*/ 0 h 411"/>
                <a:gd name="T40" fmla="*/ 2147483647 w 250"/>
                <a:gd name="T41" fmla="*/ 0 h 411"/>
                <a:gd name="T42" fmla="*/ 0 w 250"/>
                <a:gd name="T43" fmla="*/ 2147483647 h 411"/>
                <a:gd name="T44" fmla="*/ 0 w 250"/>
                <a:gd name="T45" fmla="*/ 2147483647 h 411"/>
                <a:gd name="T46" fmla="*/ 2147483647 w 250"/>
                <a:gd name="T47" fmla="*/ 2147483647 h 411"/>
                <a:gd name="T48" fmla="*/ 2147483647 w 250"/>
                <a:gd name="T49" fmla="*/ 2147483647 h 411"/>
                <a:gd name="T50" fmla="*/ 2147483647 w 250"/>
                <a:gd name="T51" fmla="*/ 2147483647 h 411"/>
                <a:gd name="T52" fmla="*/ 2147483647 w 250"/>
                <a:gd name="T53" fmla="*/ 2147483647 h 411"/>
                <a:gd name="T54" fmla="*/ 2147483647 w 250"/>
                <a:gd name="T55" fmla="*/ 2147483647 h 411"/>
                <a:gd name="T56" fmla="*/ 2147483647 w 250"/>
                <a:gd name="T57" fmla="*/ 2147483647 h 411"/>
                <a:gd name="T58" fmla="*/ 2147483647 w 250"/>
                <a:gd name="T59" fmla="*/ 2147483647 h 411"/>
                <a:gd name="T60" fmla="*/ 2147483647 w 250"/>
                <a:gd name="T61" fmla="*/ 2147483647 h 411"/>
                <a:gd name="T62" fmla="*/ 2147483647 w 250"/>
                <a:gd name="T63" fmla="*/ 2147483647 h 411"/>
                <a:gd name="T64" fmla="*/ 2147483647 w 250"/>
                <a:gd name="T65" fmla="*/ 2147483647 h 411"/>
                <a:gd name="T66" fmla="*/ 2147483647 w 250"/>
                <a:gd name="T67" fmla="*/ 2147483647 h 411"/>
                <a:gd name="T68" fmla="*/ 2147483647 w 250"/>
                <a:gd name="T69" fmla="*/ 2147483647 h 411"/>
                <a:gd name="T70" fmla="*/ 2147483647 w 250"/>
                <a:gd name="T71" fmla="*/ 2147483647 h 411"/>
                <a:gd name="T72" fmla="*/ 2147483647 w 250"/>
                <a:gd name="T73" fmla="*/ 2147483647 h 411"/>
                <a:gd name="T74" fmla="*/ 2147483647 w 250"/>
                <a:gd name="T75" fmla="*/ 2147483647 h 411"/>
                <a:gd name="T76" fmla="*/ 2147483647 w 250"/>
                <a:gd name="T77" fmla="*/ 2147483647 h 411"/>
                <a:gd name="T78" fmla="*/ 2147483647 w 250"/>
                <a:gd name="T79" fmla="*/ 2147483647 h 411"/>
                <a:gd name="T80" fmla="*/ 2147483647 w 250"/>
                <a:gd name="T81" fmla="*/ 2147483647 h 411"/>
                <a:gd name="T82" fmla="*/ 2147483647 w 250"/>
                <a:gd name="T83" fmla="*/ 2147483647 h 41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50"/>
                <a:gd name="T127" fmla="*/ 0 h 411"/>
                <a:gd name="T128" fmla="*/ 250 w 250"/>
                <a:gd name="T129" fmla="*/ 411 h 411"/>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50" h="411">
                  <a:moveTo>
                    <a:pt x="43" y="279"/>
                  </a:moveTo>
                  <a:cubicBezTo>
                    <a:pt x="47" y="279"/>
                    <a:pt x="51" y="276"/>
                    <a:pt x="51" y="271"/>
                  </a:cubicBezTo>
                  <a:cubicBezTo>
                    <a:pt x="51" y="235"/>
                    <a:pt x="51" y="235"/>
                    <a:pt x="51" y="235"/>
                  </a:cubicBezTo>
                  <a:cubicBezTo>
                    <a:pt x="51" y="231"/>
                    <a:pt x="47" y="227"/>
                    <a:pt x="43" y="227"/>
                  </a:cubicBezTo>
                  <a:cubicBezTo>
                    <a:pt x="39" y="227"/>
                    <a:pt x="35" y="231"/>
                    <a:pt x="35" y="235"/>
                  </a:cubicBezTo>
                  <a:cubicBezTo>
                    <a:pt x="35" y="271"/>
                    <a:pt x="35" y="271"/>
                    <a:pt x="35" y="271"/>
                  </a:cubicBezTo>
                  <a:cubicBezTo>
                    <a:pt x="35" y="276"/>
                    <a:pt x="39" y="279"/>
                    <a:pt x="43" y="279"/>
                  </a:cubicBezTo>
                  <a:close/>
                  <a:moveTo>
                    <a:pt x="242" y="74"/>
                  </a:moveTo>
                  <a:cubicBezTo>
                    <a:pt x="238" y="74"/>
                    <a:pt x="234" y="78"/>
                    <a:pt x="234" y="82"/>
                  </a:cubicBezTo>
                  <a:cubicBezTo>
                    <a:pt x="234" y="198"/>
                    <a:pt x="234" y="198"/>
                    <a:pt x="234" y="198"/>
                  </a:cubicBezTo>
                  <a:cubicBezTo>
                    <a:pt x="16" y="198"/>
                    <a:pt x="16" y="198"/>
                    <a:pt x="16" y="198"/>
                  </a:cubicBezTo>
                  <a:cubicBezTo>
                    <a:pt x="16" y="30"/>
                    <a:pt x="16" y="30"/>
                    <a:pt x="16" y="30"/>
                  </a:cubicBezTo>
                  <a:cubicBezTo>
                    <a:pt x="16" y="22"/>
                    <a:pt x="23" y="16"/>
                    <a:pt x="31" y="16"/>
                  </a:cubicBezTo>
                  <a:cubicBezTo>
                    <a:pt x="219" y="16"/>
                    <a:pt x="219" y="16"/>
                    <a:pt x="219" y="16"/>
                  </a:cubicBezTo>
                  <a:cubicBezTo>
                    <a:pt x="227" y="16"/>
                    <a:pt x="234" y="22"/>
                    <a:pt x="234" y="30"/>
                  </a:cubicBezTo>
                  <a:cubicBezTo>
                    <a:pt x="234" y="50"/>
                    <a:pt x="234" y="50"/>
                    <a:pt x="234" y="50"/>
                  </a:cubicBezTo>
                  <a:cubicBezTo>
                    <a:pt x="234" y="55"/>
                    <a:pt x="238" y="58"/>
                    <a:pt x="242" y="58"/>
                  </a:cubicBezTo>
                  <a:cubicBezTo>
                    <a:pt x="246" y="58"/>
                    <a:pt x="250" y="55"/>
                    <a:pt x="250" y="50"/>
                  </a:cubicBezTo>
                  <a:cubicBezTo>
                    <a:pt x="250" y="30"/>
                    <a:pt x="250" y="30"/>
                    <a:pt x="250" y="30"/>
                  </a:cubicBezTo>
                  <a:cubicBezTo>
                    <a:pt x="250" y="14"/>
                    <a:pt x="236" y="0"/>
                    <a:pt x="219" y="0"/>
                  </a:cubicBezTo>
                  <a:cubicBezTo>
                    <a:pt x="31" y="0"/>
                    <a:pt x="31" y="0"/>
                    <a:pt x="31" y="0"/>
                  </a:cubicBezTo>
                  <a:cubicBezTo>
                    <a:pt x="14" y="0"/>
                    <a:pt x="0" y="14"/>
                    <a:pt x="0" y="30"/>
                  </a:cubicBezTo>
                  <a:cubicBezTo>
                    <a:pt x="0" y="381"/>
                    <a:pt x="0" y="381"/>
                    <a:pt x="0" y="381"/>
                  </a:cubicBezTo>
                  <a:cubicBezTo>
                    <a:pt x="0" y="398"/>
                    <a:pt x="14" y="411"/>
                    <a:pt x="31" y="411"/>
                  </a:cubicBezTo>
                  <a:cubicBezTo>
                    <a:pt x="219" y="411"/>
                    <a:pt x="219" y="411"/>
                    <a:pt x="219" y="411"/>
                  </a:cubicBezTo>
                  <a:cubicBezTo>
                    <a:pt x="236" y="411"/>
                    <a:pt x="250" y="398"/>
                    <a:pt x="250" y="381"/>
                  </a:cubicBezTo>
                  <a:cubicBezTo>
                    <a:pt x="250" y="82"/>
                    <a:pt x="250" y="82"/>
                    <a:pt x="250" y="82"/>
                  </a:cubicBezTo>
                  <a:cubicBezTo>
                    <a:pt x="250" y="78"/>
                    <a:pt x="246" y="74"/>
                    <a:pt x="242" y="74"/>
                  </a:cubicBezTo>
                  <a:close/>
                  <a:moveTo>
                    <a:pt x="234" y="381"/>
                  </a:moveTo>
                  <a:cubicBezTo>
                    <a:pt x="234" y="389"/>
                    <a:pt x="227" y="395"/>
                    <a:pt x="219" y="395"/>
                  </a:cubicBezTo>
                  <a:cubicBezTo>
                    <a:pt x="31" y="395"/>
                    <a:pt x="31" y="395"/>
                    <a:pt x="31" y="395"/>
                  </a:cubicBezTo>
                  <a:cubicBezTo>
                    <a:pt x="23" y="395"/>
                    <a:pt x="16" y="389"/>
                    <a:pt x="16" y="381"/>
                  </a:cubicBezTo>
                  <a:cubicBezTo>
                    <a:pt x="16" y="214"/>
                    <a:pt x="16" y="214"/>
                    <a:pt x="16" y="214"/>
                  </a:cubicBezTo>
                  <a:cubicBezTo>
                    <a:pt x="234" y="214"/>
                    <a:pt x="234" y="214"/>
                    <a:pt x="234" y="214"/>
                  </a:cubicBezTo>
                  <a:lnTo>
                    <a:pt x="234" y="381"/>
                  </a:lnTo>
                  <a:close/>
                  <a:moveTo>
                    <a:pt x="35" y="138"/>
                  </a:moveTo>
                  <a:cubicBezTo>
                    <a:pt x="35" y="174"/>
                    <a:pt x="35" y="174"/>
                    <a:pt x="35" y="174"/>
                  </a:cubicBezTo>
                  <a:cubicBezTo>
                    <a:pt x="35" y="179"/>
                    <a:pt x="39" y="182"/>
                    <a:pt x="43" y="182"/>
                  </a:cubicBezTo>
                  <a:cubicBezTo>
                    <a:pt x="47" y="182"/>
                    <a:pt x="51" y="179"/>
                    <a:pt x="51" y="174"/>
                  </a:cubicBezTo>
                  <a:cubicBezTo>
                    <a:pt x="51" y="138"/>
                    <a:pt x="51" y="138"/>
                    <a:pt x="51" y="138"/>
                  </a:cubicBezTo>
                  <a:cubicBezTo>
                    <a:pt x="51" y="134"/>
                    <a:pt x="47" y="130"/>
                    <a:pt x="43" y="130"/>
                  </a:cubicBezTo>
                  <a:cubicBezTo>
                    <a:pt x="39" y="130"/>
                    <a:pt x="35" y="134"/>
                    <a:pt x="35" y="138"/>
                  </a:cubicBezTo>
                  <a:close/>
                </a:path>
              </a:pathLst>
            </a:custGeom>
            <a:blipFill dpi="0" rotWithShape="1">
              <a:blip r:embed="rId6"/>
              <a:srcRect/>
              <a:stretch>
                <a:fillRect/>
              </a:stretch>
            </a:blipFill>
            <a:ln w="9525">
              <a:noFill/>
              <a:round/>
              <a:headEnd/>
              <a:tailEnd/>
            </a:ln>
          </p:spPr>
          <p:txBody>
            <a:bodyPr/>
            <a:lstStyle/>
            <a:p>
              <a:endParaRPr lang="en-GB"/>
            </a:p>
          </p:txBody>
        </p:sp>
        <p:sp>
          <p:nvSpPr>
            <p:cNvPr id="31823" name="Freeform 6"/>
            <p:cNvSpPr>
              <a:spLocks noEditPoints="1"/>
            </p:cNvSpPr>
            <p:nvPr/>
          </p:nvSpPr>
          <p:spPr bwMode="auto">
            <a:xfrm>
              <a:off x="3706163" y="3926469"/>
              <a:ext cx="135996" cy="92572"/>
            </a:xfrm>
            <a:custGeom>
              <a:avLst/>
              <a:gdLst>
                <a:gd name="T0" fmla="*/ 2147483647 w 455"/>
                <a:gd name="T1" fmla="*/ 2147483647 h 298"/>
                <a:gd name="T2" fmla="*/ 2147483647 w 455"/>
                <a:gd name="T3" fmla="*/ 2147483647 h 298"/>
                <a:gd name="T4" fmla="*/ 2147483647 w 455"/>
                <a:gd name="T5" fmla="*/ 2147483647 h 298"/>
                <a:gd name="T6" fmla="*/ 2147483647 w 455"/>
                <a:gd name="T7" fmla="*/ 2147483647 h 298"/>
                <a:gd name="T8" fmla="*/ 2147483647 w 455"/>
                <a:gd name="T9" fmla="*/ 2147483647 h 298"/>
                <a:gd name="T10" fmla="*/ 2147483647 w 455"/>
                <a:gd name="T11" fmla="*/ 2147483647 h 298"/>
                <a:gd name="T12" fmla="*/ 2147483647 w 455"/>
                <a:gd name="T13" fmla="*/ 2147483647 h 298"/>
                <a:gd name="T14" fmla="*/ 2147483647 w 455"/>
                <a:gd name="T15" fmla="*/ 0 h 298"/>
                <a:gd name="T16" fmla="*/ 2147483647 w 455"/>
                <a:gd name="T17" fmla="*/ 2147483647 h 298"/>
                <a:gd name="T18" fmla="*/ 2147483647 w 455"/>
                <a:gd name="T19" fmla="*/ 2147483647 h 298"/>
                <a:gd name="T20" fmla="*/ 0 w 455"/>
                <a:gd name="T21" fmla="*/ 2147483647 h 298"/>
                <a:gd name="T22" fmla="*/ 2147483647 w 455"/>
                <a:gd name="T23" fmla="*/ 2147483647 h 298"/>
                <a:gd name="T24" fmla="*/ 2147483647 w 455"/>
                <a:gd name="T25" fmla="*/ 2147483647 h 298"/>
                <a:gd name="T26" fmla="*/ 2147483647 w 455"/>
                <a:gd name="T27" fmla="*/ 2147483647 h 298"/>
                <a:gd name="T28" fmla="*/ 2147483647 w 455"/>
                <a:gd name="T29" fmla="*/ 2147483647 h 298"/>
                <a:gd name="T30" fmla="*/ 2147483647 w 455"/>
                <a:gd name="T31" fmla="*/ 2147483647 h 298"/>
                <a:gd name="T32" fmla="*/ 2147483647 w 455"/>
                <a:gd name="T33" fmla="*/ 2147483647 h 298"/>
                <a:gd name="T34" fmla="*/ 2147483647 w 455"/>
                <a:gd name="T35" fmla="*/ 2147483647 h 298"/>
                <a:gd name="T36" fmla="*/ 2147483647 w 455"/>
                <a:gd name="T37" fmla="*/ 2147483647 h 298"/>
                <a:gd name="T38" fmla="*/ 2147483647 w 455"/>
                <a:gd name="T39" fmla="*/ 2147483647 h 298"/>
                <a:gd name="T40" fmla="*/ 2147483647 w 455"/>
                <a:gd name="T41" fmla="*/ 2147483647 h 298"/>
                <a:gd name="T42" fmla="*/ 2147483647 w 455"/>
                <a:gd name="T43" fmla="*/ 2147483647 h 298"/>
                <a:gd name="T44" fmla="*/ 2147483647 w 455"/>
                <a:gd name="T45" fmla="*/ 2147483647 h 298"/>
                <a:gd name="T46" fmla="*/ 2147483647 w 455"/>
                <a:gd name="T47" fmla="*/ 2147483647 h 298"/>
                <a:gd name="T48" fmla="*/ 2147483647 w 455"/>
                <a:gd name="T49" fmla="*/ 2147483647 h 298"/>
                <a:gd name="T50" fmla="*/ 2147483647 w 455"/>
                <a:gd name="T51" fmla="*/ 2147483647 h 298"/>
                <a:gd name="T52" fmla="*/ 2147483647 w 455"/>
                <a:gd name="T53" fmla="*/ 2147483647 h 298"/>
                <a:gd name="T54" fmla="*/ 2147483647 w 455"/>
                <a:gd name="T55" fmla="*/ 2147483647 h 298"/>
                <a:gd name="T56" fmla="*/ 2147483647 w 455"/>
                <a:gd name="T57" fmla="*/ 2147483647 h 298"/>
                <a:gd name="T58" fmla="*/ 2147483647 w 455"/>
                <a:gd name="T59" fmla="*/ 2147483647 h 298"/>
                <a:gd name="T60" fmla="*/ 2147483647 w 455"/>
                <a:gd name="T61" fmla="*/ 2147483647 h 298"/>
                <a:gd name="T62" fmla="*/ 2147483647 w 455"/>
                <a:gd name="T63" fmla="*/ 2147483647 h 298"/>
                <a:gd name="T64" fmla="*/ 2147483647 w 455"/>
                <a:gd name="T65" fmla="*/ 2147483647 h 298"/>
                <a:gd name="T66" fmla="*/ 2147483647 w 455"/>
                <a:gd name="T67" fmla="*/ 2147483647 h 298"/>
                <a:gd name="T68" fmla="*/ 2147483647 w 455"/>
                <a:gd name="T69" fmla="*/ 2147483647 h 298"/>
                <a:gd name="T70" fmla="*/ 2147483647 w 455"/>
                <a:gd name="T71" fmla="*/ 2147483647 h 298"/>
                <a:gd name="T72" fmla="*/ 2147483647 w 455"/>
                <a:gd name="T73" fmla="*/ 2147483647 h 298"/>
                <a:gd name="T74" fmla="*/ 2147483647 w 455"/>
                <a:gd name="T75" fmla="*/ 2147483647 h 298"/>
                <a:gd name="T76" fmla="*/ 2147483647 w 455"/>
                <a:gd name="T77" fmla="*/ 2147483647 h 298"/>
                <a:gd name="T78" fmla="*/ 2147483647 w 455"/>
                <a:gd name="T79" fmla="*/ 2147483647 h 298"/>
                <a:gd name="T80" fmla="*/ 2147483647 w 455"/>
                <a:gd name="T81" fmla="*/ 2147483647 h 29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455"/>
                <a:gd name="T124" fmla="*/ 0 h 298"/>
                <a:gd name="T125" fmla="*/ 455 w 455"/>
                <a:gd name="T126" fmla="*/ 298 h 29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455" h="298">
                  <a:moveTo>
                    <a:pt x="439" y="252"/>
                  </a:moveTo>
                  <a:cubicBezTo>
                    <a:pt x="425" y="252"/>
                    <a:pt x="425" y="252"/>
                    <a:pt x="425" y="252"/>
                  </a:cubicBezTo>
                  <a:cubicBezTo>
                    <a:pt x="425" y="70"/>
                    <a:pt x="425" y="70"/>
                    <a:pt x="425" y="70"/>
                  </a:cubicBezTo>
                  <a:cubicBezTo>
                    <a:pt x="425" y="65"/>
                    <a:pt x="421" y="62"/>
                    <a:pt x="417" y="62"/>
                  </a:cubicBezTo>
                  <a:cubicBezTo>
                    <a:pt x="412" y="62"/>
                    <a:pt x="409" y="65"/>
                    <a:pt x="409" y="70"/>
                  </a:cubicBezTo>
                  <a:cubicBezTo>
                    <a:pt x="409" y="252"/>
                    <a:pt x="409" y="252"/>
                    <a:pt x="409" y="252"/>
                  </a:cubicBezTo>
                  <a:cubicBezTo>
                    <a:pt x="46" y="252"/>
                    <a:pt x="46" y="252"/>
                    <a:pt x="46" y="252"/>
                  </a:cubicBezTo>
                  <a:cubicBezTo>
                    <a:pt x="46" y="16"/>
                    <a:pt x="46" y="16"/>
                    <a:pt x="46" y="16"/>
                  </a:cubicBezTo>
                  <a:cubicBezTo>
                    <a:pt x="409" y="16"/>
                    <a:pt x="409" y="16"/>
                    <a:pt x="409" y="16"/>
                  </a:cubicBezTo>
                  <a:cubicBezTo>
                    <a:pt x="409" y="38"/>
                    <a:pt x="409" y="38"/>
                    <a:pt x="409" y="38"/>
                  </a:cubicBezTo>
                  <a:cubicBezTo>
                    <a:pt x="409" y="42"/>
                    <a:pt x="412" y="46"/>
                    <a:pt x="417" y="46"/>
                  </a:cubicBezTo>
                  <a:cubicBezTo>
                    <a:pt x="421" y="46"/>
                    <a:pt x="425" y="42"/>
                    <a:pt x="425" y="38"/>
                  </a:cubicBezTo>
                  <a:cubicBezTo>
                    <a:pt x="425" y="13"/>
                    <a:pt x="425" y="13"/>
                    <a:pt x="425" y="13"/>
                  </a:cubicBezTo>
                  <a:cubicBezTo>
                    <a:pt x="425" y="10"/>
                    <a:pt x="423" y="6"/>
                    <a:pt x="421" y="4"/>
                  </a:cubicBezTo>
                  <a:cubicBezTo>
                    <a:pt x="418" y="1"/>
                    <a:pt x="415" y="0"/>
                    <a:pt x="411" y="0"/>
                  </a:cubicBezTo>
                  <a:cubicBezTo>
                    <a:pt x="44" y="0"/>
                    <a:pt x="44" y="0"/>
                    <a:pt x="44" y="0"/>
                  </a:cubicBezTo>
                  <a:cubicBezTo>
                    <a:pt x="40" y="0"/>
                    <a:pt x="36" y="1"/>
                    <a:pt x="34" y="4"/>
                  </a:cubicBezTo>
                  <a:cubicBezTo>
                    <a:pt x="31" y="6"/>
                    <a:pt x="30" y="10"/>
                    <a:pt x="30" y="13"/>
                  </a:cubicBezTo>
                  <a:cubicBezTo>
                    <a:pt x="30" y="252"/>
                    <a:pt x="30" y="252"/>
                    <a:pt x="30" y="252"/>
                  </a:cubicBezTo>
                  <a:cubicBezTo>
                    <a:pt x="16" y="252"/>
                    <a:pt x="16" y="252"/>
                    <a:pt x="16" y="252"/>
                  </a:cubicBezTo>
                  <a:cubicBezTo>
                    <a:pt x="7" y="252"/>
                    <a:pt x="0" y="259"/>
                    <a:pt x="0" y="268"/>
                  </a:cubicBezTo>
                  <a:cubicBezTo>
                    <a:pt x="0" y="282"/>
                    <a:pt x="0" y="282"/>
                    <a:pt x="0" y="282"/>
                  </a:cubicBezTo>
                  <a:cubicBezTo>
                    <a:pt x="0" y="291"/>
                    <a:pt x="7" y="298"/>
                    <a:pt x="16" y="298"/>
                  </a:cubicBezTo>
                  <a:cubicBezTo>
                    <a:pt x="439" y="298"/>
                    <a:pt x="439" y="298"/>
                    <a:pt x="439" y="298"/>
                  </a:cubicBezTo>
                  <a:cubicBezTo>
                    <a:pt x="448" y="298"/>
                    <a:pt x="455" y="291"/>
                    <a:pt x="455" y="282"/>
                  </a:cubicBezTo>
                  <a:cubicBezTo>
                    <a:pt x="455" y="268"/>
                    <a:pt x="455" y="268"/>
                    <a:pt x="455" y="268"/>
                  </a:cubicBezTo>
                  <a:cubicBezTo>
                    <a:pt x="455" y="259"/>
                    <a:pt x="448" y="252"/>
                    <a:pt x="439" y="252"/>
                  </a:cubicBezTo>
                  <a:close/>
                  <a:moveTo>
                    <a:pt x="439" y="282"/>
                  </a:moveTo>
                  <a:cubicBezTo>
                    <a:pt x="16" y="282"/>
                    <a:pt x="16" y="282"/>
                    <a:pt x="16" y="282"/>
                  </a:cubicBezTo>
                  <a:cubicBezTo>
                    <a:pt x="16" y="268"/>
                    <a:pt x="16" y="268"/>
                    <a:pt x="16" y="268"/>
                  </a:cubicBezTo>
                  <a:cubicBezTo>
                    <a:pt x="185" y="268"/>
                    <a:pt x="185" y="268"/>
                    <a:pt x="185" y="268"/>
                  </a:cubicBezTo>
                  <a:cubicBezTo>
                    <a:pt x="186" y="271"/>
                    <a:pt x="189" y="274"/>
                    <a:pt x="193" y="274"/>
                  </a:cubicBezTo>
                  <a:cubicBezTo>
                    <a:pt x="262" y="274"/>
                    <a:pt x="262" y="274"/>
                    <a:pt x="262" y="274"/>
                  </a:cubicBezTo>
                  <a:cubicBezTo>
                    <a:pt x="266" y="274"/>
                    <a:pt x="269" y="271"/>
                    <a:pt x="270" y="268"/>
                  </a:cubicBezTo>
                  <a:cubicBezTo>
                    <a:pt x="439" y="268"/>
                    <a:pt x="439" y="268"/>
                    <a:pt x="439" y="268"/>
                  </a:cubicBezTo>
                  <a:lnTo>
                    <a:pt x="439" y="282"/>
                  </a:lnTo>
                  <a:close/>
                  <a:moveTo>
                    <a:pt x="274" y="73"/>
                  </a:moveTo>
                  <a:cubicBezTo>
                    <a:pt x="278" y="74"/>
                    <a:pt x="283" y="72"/>
                    <a:pt x="284" y="68"/>
                  </a:cubicBezTo>
                  <a:cubicBezTo>
                    <a:pt x="286" y="64"/>
                    <a:pt x="284" y="59"/>
                    <a:pt x="280" y="58"/>
                  </a:cubicBezTo>
                  <a:cubicBezTo>
                    <a:pt x="263" y="51"/>
                    <a:pt x="245" y="48"/>
                    <a:pt x="227" y="48"/>
                  </a:cubicBezTo>
                  <a:cubicBezTo>
                    <a:pt x="188" y="48"/>
                    <a:pt x="152" y="63"/>
                    <a:pt x="124" y="90"/>
                  </a:cubicBezTo>
                  <a:cubicBezTo>
                    <a:pt x="121" y="94"/>
                    <a:pt x="121" y="99"/>
                    <a:pt x="124" y="102"/>
                  </a:cubicBezTo>
                  <a:cubicBezTo>
                    <a:pt x="126" y="103"/>
                    <a:pt x="128" y="104"/>
                    <a:pt x="130" y="104"/>
                  </a:cubicBezTo>
                  <a:cubicBezTo>
                    <a:pt x="132" y="104"/>
                    <a:pt x="134" y="103"/>
                    <a:pt x="136" y="102"/>
                  </a:cubicBezTo>
                  <a:cubicBezTo>
                    <a:pt x="160" y="77"/>
                    <a:pt x="193" y="64"/>
                    <a:pt x="227" y="64"/>
                  </a:cubicBezTo>
                  <a:cubicBezTo>
                    <a:pt x="243" y="64"/>
                    <a:pt x="259" y="67"/>
                    <a:pt x="274" y="73"/>
                  </a:cubicBezTo>
                  <a:close/>
                  <a:moveTo>
                    <a:pt x="266" y="162"/>
                  </a:moveTo>
                  <a:cubicBezTo>
                    <a:pt x="268" y="162"/>
                    <a:pt x="270" y="162"/>
                    <a:pt x="272" y="160"/>
                  </a:cubicBezTo>
                  <a:cubicBezTo>
                    <a:pt x="275" y="157"/>
                    <a:pt x="275" y="152"/>
                    <a:pt x="272" y="149"/>
                  </a:cubicBezTo>
                  <a:cubicBezTo>
                    <a:pt x="259" y="137"/>
                    <a:pt x="243" y="130"/>
                    <a:pt x="227" y="130"/>
                  </a:cubicBezTo>
                  <a:cubicBezTo>
                    <a:pt x="211" y="130"/>
                    <a:pt x="195" y="137"/>
                    <a:pt x="183" y="149"/>
                  </a:cubicBezTo>
                  <a:cubicBezTo>
                    <a:pt x="180" y="152"/>
                    <a:pt x="180" y="157"/>
                    <a:pt x="183" y="160"/>
                  </a:cubicBezTo>
                  <a:cubicBezTo>
                    <a:pt x="186" y="163"/>
                    <a:pt x="191" y="163"/>
                    <a:pt x="194" y="160"/>
                  </a:cubicBezTo>
                  <a:cubicBezTo>
                    <a:pt x="203" y="151"/>
                    <a:pt x="215" y="146"/>
                    <a:pt x="227" y="146"/>
                  </a:cubicBezTo>
                  <a:cubicBezTo>
                    <a:pt x="239" y="146"/>
                    <a:pt x="251" y="151"/>
                    <a:pt x="260" y="160"/>
                  </a:cubicBezTo>
                  <a:cubicBezTo>
                    <a:pt x="262" y="162"/>
                    <a:pt x="264" y="162"/>
                    <a:pt x="266" y="162"/>
                  </a:cubicBezTo>
                  <a:close/>
                  <a:moveTo>
                    <a:pt x="319" y="102"/>
                  </a:moveTo>
                  <a:cubicBezTo>
                    <a:pt x="320" y="103"/>
                    <a:pt x="322" y="104"/>
                    <a:pt x="324" y="104"/>
                  </a:cubicBezTo>
                  <a:cubicBezTo>
                    <a:pt x="326" y="104"/>
                    <a:pt x="329" y="103"/>
                    <a:pt x="330" y="102"/>
                  </a:cubicBezTo>
                  <a:cubicBezTo>
                    <a:pt x="333" y="99"/>
                    <a:pt x="333" y="94"/>
                    <a:pt x="330" y="90"/>
                  </a:cubicBezTo>
                  <a:cubicBezTo>
                    <a:pt x="325" y="86"/>
                    <a:pt x="320" y="81"/>
                    <a:pt x="315" y="77"/>
                  </a:cubicBezTo>
                  <a:cubicBezTo>
                    <a:pt x="313" y="76"/>
                    <a:pt x="311" y="75"/>
                    <a:pt x="310" y="73"/>
                  </a:cubicBezTo>
                  <a:cubicBezTo>
                    <a:pt x="306" y="71"/>
                    <a:pt x="301" y="72"/>
                    <a:pt x="298" y="75"/>
                  </a:cubicBezTo>
                  <a:cubicBezTo>
                    <a:pt x="296" y="79"/>
                    <a:pt x="297" y="84"/>
                    <a:pt x="300" y="87"/>
                  </a:cubicBezTo>
                  <a:cubicBezTo>
                    <a:pt x="302" y="88"/>
                    <a:pt x="304" y="89"/>
                    <a:pt x="305" y="90"/>
                  </a:cubicBezTo>
                  <a:cubicBezTo>
                    <a:pt x="310" y="94"/>
                    <a:pt x="315" y="98"/>
                    <a:pt x="319" y="102"/>
                  </a:cubicBezTo>
                  <a:close/>
                  <a:moveTo>
                    <a:pt x="209" y="182"/>
                  </a:moveTo>
                  <a:cubicBezTo>
                    <a:pt x="199" y="192"/>
                    <a:pt x="199" y="209"/>
                    <a:pt x="209" y="218"/>
                  </a:cubicBezTo>
                  <a:cubicBezTo>
                    <a:pt x="219" y="228"/>
                    <a:pt x="235" y="228"/>
                    <a:pt x="245" y="218"/>
                  </a:cubicBezTo>
                  <a:cubicBezTo>
                    <a:pt x="255" y="209"/>
                    <a:pt x="255" y="192"/>
                    <a:pt x="245" y="182"/>
                  </a:cubicBezTo>
                  <a:cubicBezTo>
                    <a:pt x="235" y="172"/>
                    <a:pt x="219" y="172"/>
                    <a:pt x="209" y="182"/>
                  </a:cubicBezTo>
                  <a:close/>
                  <a:moveTo>
                    <a:pt x="295" y="133"/>
                  </a:moveTo>
                  <a:cubicBezTo>
                    <a:pt x="297" y="133"/>
                    <a:pt x="299" y="133"/>
                    <a:pt x="301" y="131"/>
                  </a:cubicBezTo>
                  <a:cubicBezTo>
                    <a:pt x="304" y="128"/>
                    <a:pt x="304" y="123"/>
                    <a:pt x="301" y="120"/>
                  </a:cubicBezTo>
                  <a:cubicBezTo>
                    <a:pt x="280" y="100"/>
                    <a:pt x="254" y="89"/>
                    <a:pt x="227" y="89"/>
                  </a:cubicBezTo>
                  <a:cubicBezTo>
                    <a:pt x="201" y="89"/>
                    <a:pt x="174" y="100"/>
                    <a:pt x="154" y="120"/>
                  </a:cubicBezTo>
                  <a:cubicBezTo>
                    <a:pt x="151" y="123"/>
                    <a:pt x="151" y="128"/>
                    <a:pt x="154" y="131"/>
                  </a:cubicBezTo>
                  <a:cubicBezTo>
                    <a:pt x="157" y="134"/>
                    <a:pt x="162" y="134"/>
                    <a:pt x="165" y="131"/>
                  </a:cubicBezTo>
                  <a:cubicBezTo>
                    <a:pt x="165" y="131"/>
                    <a:pt x="165" y="131"/>
                    <a:pt x="165" y="131"/>
                  </a:cubicBezTo>
                  <a:cubicBezTo>
                    <a:pt x="182" y="114"/>
                    <a:pt x="205" y="105"/>
                    <a:pt x="227" y="105"/>
                  </a:cubicBezTo>
                  <a:cubicBezTo>
                    <a:pt x="250" y="105"/>
                    <a:pt x="272" y="114"/>
                    <a:pt x="289" y="131"/>
                  </a:cubicBezTo>
                  <a:cubicBezTo>
                    <a:pt x="291" y="133"/>
                    <a:pt x="293" y="133"/>
                    <a:pt x="295" y="133"/>
                  </a:cubicBezTo>
                  <a:close/>
                </a:path>
              </a:pathLst>
            </a:custGeom>
            <a:blipFill dpi="0" rotWithShape="1">
              <a:blip r:embed="rId7"/>
              <a:srcRect/>
              <a:stretch>
                <a:fillRect/>
              </a:stretch>
            </a:blipFill>
            <a:ln w="9525">
              <a:noFill/>
              <a:round/>
              <a:headEnd/>
              <a:tailEnd/>
            </a:ln>
          </p:spPr>
          <p:txBody>
            <a:bodyPr/>
            <a:lstStyle/>
            <a:p>
              <a:endParaRPr lang="en-GB"/>
            </a:p>
          </p:txBody>
        </p:sp>
        <p:sp>
          <p:nvSpPr>
            <p:cNvPr id="31824" name="Freeform 6"/>
            <p:cNvSpPr>
              <a:spLocks noEditPoints="1"/>
            </p:cNvSpPr>
            <p:nvPr/>
          </p:nvSpPr>
          <p:spPr bwMode="auto">
            <a:xfrm>
              <a:off x="3729460" y="3527670"/>
              <a:ext cx="129797" cy="95465"/>
            </a:xfrm>
            <a:custGeom>
              <a:avLst/>
              <a:gdLst>
                <a:gd name="T0" fmla="*/ 2147483647 w 434"/>
                <a:gd name="T1" fmla="*/ 2147483647 h 307"/>
                <a:gd name="T2" fmla="*/ 2147483647 w 434"/>
                <a:gd name="T3" fmla="*/ 2147483647 h 307"/>
                <a:gd name="T4" fmla="*/ 2147483647 w 434"/>
                <a:gd name="T5" fmla="*/ 2147483647 h 307"/>
                <a:gd name="T6" fmla="*/ 2147483647 w 434"/>
                <a:gd name="T7" fmla="*/ 2147483647 h 307"/>
                <a:gd name="T8" fmla="*/ 2147483647 w 434"/>
                <a:gd name="T9" fmla="*/ 2147483647 h 307"/>
                <a:gd name="T10" fmla="*/ 2147483647 w 434"/>
                <a:gd name="T11" fmla="*/ 2147483647 h 307"/>
                <a:gd name="T12" fmla="*/ 2147483647 w 434"/>
                <a:gd name="T13" fmla="*/ 2147483647 h 307"/>
                <a:gd name="T14" fmla="*/ 2147483647 w 434"/>
                <a:gd name="T15" fmla="*/ 2147483647 h 307"/>
                <a:gd name="T16" fmla="*/ 2147483647 w 434"/>
                <a:gd name="T17" fmla="*/ 2147483647 h 307"/>
                <a:gd name="T18" fmla="*/ 2147483647 w 434"/>
                <a:gd name="T19" fmla="*/ 2147483647 h 307"/>
                <a:gd name="T20" fmla="*/ 2147483647 w 434"/>
                <a:gd name="T21" fmla="*/ 2147483647 h 307"/>
                <a:gd name="T22" fmla="*/ 2147483647 w 434"/>
                <a:gd name="T23" fmla="*/ 2147483647 h 307"/>
                <a:gd name="T24" fmla="*/ 2147483647 w 434"/>
                <a:gd name="T25" fmla="*/ 2147483647 h 307"/>
                <a:gd name="T26" fmla="*/ 2147483647 w 434"/>
                <a:gd name="T27" fmla="*/ 0 h 307"/>
                <a:gd name="T28" fmla="*/ 2147483647 w 434"/>
                <a:gd name="T29" fmla="*/ 2147483647 h 307"/>
                <a:gd name="T30" fmla="*/ 2147483647 w 434"/>
                <a:gd name="T31" fmla="*/ 2147483647 h 307"/>
                <a:gd name="T32" fmla="*/ 2147483647 w 434"/>
                <a:gd name="T33" fmla="*/ 2147483647 h 307"/>
                <a:gd name="T34" fmla="*/ 2147483647 w 434"/>
                <a:gd name="T35" fmla="*/ 2147483647 h 307"/>
                <a:gd name="T36" fmla="*/ 0 w 434"/>
                <a:gd name="T37" fmla="*/ 2147483647 h 307"/>
                <a:gd name="T38" fmla="*/ 0 w 434"/>
                <a:gd name="T39" fmla="*/ 2147483647 h 307"/>
                <a:gd name="T40" fmla="*/ 2147483647 w 434"/>
                <a:gd name="T41" fmla="*/ 2147483647 h 307"/>
                <a:gd name="T42" fmla="*/ 2147483647 w 434"/>
                <a:gd name="T43" fmla="*/ 2147483647 h 307"/>
                <a:gd name="T44" fmla="*/ 2147483647 w 434"/>
                <a:gd name="T45" fmla="*/ 2147483647 h 307"/>
                <a:gd name="T46" fmla="*/ 2147483647 w 434"/>
                <a:gd name="T47" fmla="*/ 2147483647 h 307"/>
                <a:gd name="T48" fmla="*/ 2147483647 w 434"/>
                <a:gd name="T49" fmla="*/ 2147483647 h 307"/>
                <a:gd name="T50" fmla="*/ 2147483647 w 434"/>
                <a:gd name="T51" fmla="*/ 2147483647 h 307"/>
                <a:gd name="T52" fmla="*/ 2147483647 w 434"/>
                <a:gd name="T53" fmla="*/ 2147483647 h 307"/>
                <a:gd name="T54" fmla="*/ 2147483647 w 434"/>
                <a:gd name="T55" fmla="*/ 2147483647 h 307"/>
                <a:gd name="T56" fmla="*/ 2147483647 w 434"/>
                <a:gd name="T57" fmla="*/ 2147483647 h 307"/>
                <a:gd name="T58" fmla="*/ 2147483647 w 434"/>
                <a:gd name="T59" fmla="*/ 2147483647 h 307"/>
                <a:gd name="T60" fmla="*/ 2147483647 w 434"/>
                <a:gd name="T61" fmla="*/ 2147483647 h 307"/>
                <a:gd name="T62" fmla="*/ 2147483647 w 434"/>
                <a:gd name="T63" fmla="*/ 2147483647 h 307"/>
                <a:gd name="T64" fmla="*/ 2147483647 w 434"/>
                <a:gd name="T65" fmla="*/ 2147483647 h 307"/>
                <a:gd name="T66" fmla="*/ 2147483647 w 434"/>
                <a:gd name="T67" fmla="*/ 2147483647 h 307"/>
                <a:gd name="T68" fmla="*/ 2147483647 w 434"/>
                <a:gd name="T69" fmla="*/ 2147483647 h 307"/>
                <a:gd name="T70" fmla="*/ 2147483647 w 434"/>
                <a:gd name="T71" fmla="*/ 2147483647 h 307"/>
                <a:gd name="T72" fmla="*/ 2147483647 w 434"/>
                <a:gd name="T73" fmla="*/ 2147483647 h 307"/>
                <a:gd name="T74" fmla="*/ 2147483647 w 434"/>
                <a:gd name="T75" fmla="*/ 2147483647 h 307"/>
                <a:gd name="T76" fmla="*/ 2147483647 w 434"/>
                <a:gd name="T77" fmla="*/ 2147483647 h 307"/>
                <a:gd name="T78" fmla="*/ 2147483647 w 434"/>
                <a:gd name="T79" fmla="*/ 2147483647 h 307"/>
                <a:gd name="T80" fmla="*/ 2147483647 w 434"/>
                <a:gd name="T81" fmla="*/ 2147483647 h 307"/>
                <a:gd name="T82" fmla="*/ 2147483647 w 434"/>
                <a:gd name="T83" fmla="*/ 2147483647 h 307"/>
                <a:gd name="T84" fmla="*/ 2147483647 w 434"/>
                <a:gd name="T85" fmla="*/ 2147483647 h 307"/>
                <a:gd name="T86" fmla="*/ 2147483647 w 434"/>
                <a:gd name="T87" fmla="*/ 2147483647 h 307"/>
                <a:gd name="T88" fmla="*/ 2147483647 w 434"/>
                <a:gd name="T89" fmla="*/ 2147483647 h 307"/>
                <a:gd name="T90" fmla="*/ 2147483647 w 434"/>
                <a:gd name="T91" fmla="*/ 2147483647 h 307"/>
                <a:gd name="T92" fmla="*/ 2147483647 w 434"/>
                <a:gd name="T93" fmla="*/ 2147483647 h 307"/>
                <a:gd name="T94" fmla="*/ 2147483647 w 434"/>
                <a:gd name="T95" fmla="*/ 2147483647 h 307"/>
                <a:gd name="T96" fmla="*/ 2147483647 w 434"/>
                <a:gd name="T97" fmla="*/ 2147483647 h 307"/>
                <a:gd name="T98" fmla="*/ 2147483647 w 434"/>
                <a:gd name="T99" fmla="*/ 2147483647 h 307"/>
                <a:gd name="T100" fmla="*/ 2147483647 w 434"/>
                <a:gd name="T101" fmla="*/ 2147483647 h 307"/>
                <a:gd name="T102" fmla="*/ 2147483647 w 434"/>
                <a:gd name="T103" fmla="*/ 2147483647 h 307"/>
                <a:gd name="T104" fmla="*/ 2147483647 w 434"/>
                <a:gd name="T105" fmla="*/ 2147483647 h 307"/>
                <a:gd name="T106" fmla="*/ 2147483647 w 434"/>
                <a:gd name="T107" fmla="*/ 2147483647 h 307"/>
                <a:gd name="T108" fmla="*/ 2147483647 w 434"/>
                <a:gd name="T109" fmla="*/ 2147483647 h 307"/>
                <a:gd name="T110" fmla="*/ 2147483647 w 434"/>
                <a:gd name="T111" fmla="*/ 2147483647 h 307"/>
                <a:gd name="T112" fmla="*/ 2147483647 w 434"/>
                <a:gd name="T113" fmla="*/ 2147483647 h 307"/>
                <a:gd name="T114" fmla="*/ 2147483647 w 434"/>
                <a:gd name="T115" fmla="*/ 2147483647 h 307"/>
                <a:gd name="T116" fmla="*/ 2147483647 w 434"/>
                <a:gd name="T117" fmla="*/ 2147483647 h 307"/>
                <a:gd name="T118" fmla="*/ 2147483647 w 434"/>
                <a:gd name="T119" fmla="*/ 2147483647 h 30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434"/>
                <a:gd name="T181" fmla="*/ 0 h 307"/>
                <a:gd name="T182" fmla="*/ 434 w 434"/>
                <a:gd name="T183" fmla="*/ 307 h 30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434" h="307">
                  <a:moveTo>
                    <a:pt x="97" y="107"/>
                  </a:moveTo>
                  <a:cubicBezTo>
                    <a:pt x="113" y="123"/>
                    <a:pt x="113" y="123"/>
                    <a:pt x="113" y="123"/>
                  </a:cubicBezTo>
                  <a:cubicBezTo>
                    <a:pt x="132" y="123"/>
                    <a:pt x="132" y="123"/>
                    <a:pt x="132" y="123"/>
                  </a:cubicBezTo>
                  <a:cubicBezTo>
                    <a:pt x="133" y="123"/>
                    <a:pt x="134" y="123"/>
                    <a:pt x="134" y="122"/>
                  </a:cubicBezTo>
                  <a:cubicBezTo>
                    <a:pt x="134" y="92"/>
                    <a:pt x="134" y="92"/>
                    <a:pt x="134" y="92"/>
                  </a:cubicBezTo>
                  <a:cubicBezTo>
                    <a:pt x="134" y="91"/>
                    <a:pt x="133" y="91"/>
                    <a:pt x="132" y="91"/>
                  </a:cubicBezTo>
                  <a:cubicBezTo>
                    <a:pt x="113" y="91"/>
                    <a:pt x="113" y="91"/>
                    <a:pt x="113" y="91"/>
                  </a:cubicBezTo>
                  <a:lnTo>
                    <a:pt x="97" y="107"/>
                  </a:lnTo>
                  <a:close/>
                  <a:moveTo>
                    <a:pt x="317" y="91"/>
                  </a:moveTo>
                  <a:cubicBezTo>
                    <a:pt x="308" y="91"/>
                    <a:pt x="301" y="98"/>
                    <a:pt x="301" y="107"/>
                  </a:cubicBezTo>
                  <a:cubicBezTo>
                    <a:pt x="301" y="116"/>
                    <a:pt x="308" y="123"/>
                    <a:pt x="317" y="123"/>
                  </a:cubicBezTo>
                  <a:cubicBezTo>
                    <a:pt x="326" y="123"/>
                    <a:pt x="333" y="116"/>
                    <a:pt x="333" y="107"/>
                  </a:cubicBezTo>
                  <a:cubicBezTo>
                    <a:pt x="333" y="98"/>
                    <a:pt x="326" y="91"/>
                    <a:pt x="317" y="91"/>
                  </a:cubicBezTo>
                  <a:close/>
                  <a:moveTo>
                    <a:pt x="67" y="137"/>
                  </a:moveTo>
                  <a:cubicBezTo>
                    <a:pt x="67" y="156"/>
                    <a:pt x="67" y="156"/>
                    <a:pt x="67" y="156"/>
                  </a:cubicBezTo>
                  <a:cubicBezTo>
                    <a:pt x="67" y="157"/>
                    <a:pt x="68" y="157"/>
                    <a:pt x="68" y="157"/>
                  </a:cubicBezTo>
                  <a:cubicBezTo>
                    <a:pt x="98" y="157"/>
                    <a:pt x="98" y="157"/>
                    <a:pt x="98" y="157"/>
                  </a:cubicBezTo>
                  <a:cubicBezTo>
                    <a:pt x="99" y="157"/>
                    <a:pt x="99" y="157"/>
                    <a:pt x="99" y="156"/>
                  </a:cubicBezTo>
                  <a:cubicBezTo>
                    <a:pt x="99" y="137"/>
                    <a:pt x="99" y="137"/>
                    <a:pt x="99" y="137"/>
                  </a:cubicBezTo>
                  <a:cubicBezTo>
                    <a:pt x="83" y="121"/>
                    <a:pt x="83" y="121"/>
                    <a:pt x="83" y="121"/>
                  </a:cubicBezTo>
                  <a:lnTo>
                    <a:pt x="67" y="137"/>
                  </a:lnTo>
                  <a:close/>
                  <a:moveTo>
                    <a:pt x="99" y="77"/>
                  </a:moveTo>
                  <a:cubicBezTo>
                    <a:pt x="99" y="58"/>
                    <a:pt x="99" y="58"/>
                    <a:pt x="99" y="58"/>
                  </a:cubicBezTo>
                  <a:cubicBezTo>
                    <a:pt x="99" y="57"/>
                    <a:pt x="99" y="57"/>
                    <a:pt x="98" y="57"/>
                  </a:cubicBezTo>
                  <a:cubicBezTo>
                    <a:pt x="68" y="57"/>
                    <a:pt x="68" y="57"/>
                    <a:pt x="68" y="57"/>
                  </a:cubicBezTo>
                  <a:cubicBezTo>
                    <a:pt x="68" y="57"/>
                    <a:pt x="67" y="57"/>
                    <a:pt x="67" y="58"/>
                  </a:cubicBezTo>
                  <a:cubicBezTo>
                    <a:pt x="67" y="77"/>
                    <a:pt x="67" y="77"/>
                    <a:pt x="67" y="77"/>
                  </a:cubicBezTo>
                  <a:cubicBezTo>
                    <a:pt x="83" y="93"/>
                    <a:pt x="83" y="93"/>
                    <a:pt x="83" y="93"/>
                  </a:cubicBezTo>
                  <a:lnTo>
                    <a:pt x="99" y="77"/>
                  </a:lnTo>
                  <a:close/>
                  <a:moveTo>
                    <a:pt x="53" y="91"/>
                  </a:moveTo>
                  <a:cubicBezTo>
                    <a:pt x="34" y="91"/>
                    <a:pt x="34" y="91"/>
                    <a:pt x="34" y="91"/>
                  </a:cubicBezTo>
                  <a:cubicBezTo>
                    <a:pt x="33" y="91"/>
                    <a:pt x="33" y="91"/>
                    <a:pt x="33" y="92"/>
                  </a:cubicBezTo>
                  <a:cubicBezTo>
                    <a:pt x="33" y="122"/>
                    <a:pt x="33" y="122"/>
                    <a:pt x="33" y="122"/>
                  </a:cubicBezTo>
                  <a:cubicBezTo>
                    <a:pt x="33" y="123"/>
                    <a:pt x="33" y="123"/>
                    <a:pt x="34" y="123"/>
                  </a:cubicBezTo>
                  <a:cubicBezTo>
                    <a:pt x="53" y="123"/>
                    <a:pt x="53" y="123"/>
                    <a:pt x="53" y="123"/>
                  </a:cubicBezTo>
                  <a:cubicBezTo>
                    <a:pt x="69" y="107"/>
                    <a:pt x="69" y="107"/>
                    <a:pt x="69" y="107"/>
                  </a:cubicBezTo>
                  <a:lnTo>
                    <a:pt x="53" y="91"/>
                  </a:lnTo>
                  <a:close/>
                  <a:moveTo>
                    <a:pt x="434" y="107"/>
                  </a:moveTo>
                  <a:cubicBezTo>
                    <a:pt x="434" y="77"/>
                    <a:pt x="418" y="50"/>
                    <a:pt x="394" y="36"/>
                  </a:cubicBezTo>
                  <a:cubicBezTo>
                    <a:pt x="394" y="31"/>
                    <a:pt x="394" y="24"/>
                    <a:pt x="392" y="17"/>
                  </a:cubicBezTo>
                  <a:cubicBezTo>
                    <a:pt x="391" y="13"/>
                    <a:pt x="389" y="9"/>
                    <a:pt x="386" y="6"/>
                  </a:cubicBezTo>
                  <a:cubicBezTo>
                    <a:pt x="384" y="3"/>
                    <a:pt x="379" y="0"/>
                    <a:pt x="373" y="0"/>
                  </a:cubicBezTo>
                  <a:cubicBezTo>
                    <a:pt x="330" y="0"/>
                    <a:pt x="330" y="0"/>
                    <a:pt x="330" y="0"/>
                  </a:cubicBezTo>
                  <a:cubicBezTo>
                    <a:pt x="324" y="0"/>
                    <a:pt x="318" y="4"/>
                    <a:pt x="316" y="8"/>
                  </a:cubicBezTo>
                  <a:cubicBezTo>
                    <a:pt x="312" y="14"/>
                    <a:pt x="310" y="21"/>
                    <a:pt x="309" y="27"/>
                  </a:cubicBezTo>
                  <a:cubicBezTo>
                    <a:pt x="309" y="30"/>
                    <a:pt x="309" y="33"/>
                    <a:pt x="309" y="35"/>
                  </a:cubicBezTo>
                  <a:cubicBezTo>
                    <a:pt x="305" y="38"/>
                    <a:pt x="301" y="40"/>
                    <a:pt x="298" y="43"/>
                  </a:cubicBezTo>
                  <a:cubicBezTo>
                    <a:pt x="137" y="43"/>
                    <a:pt x="137" y="43"/>
                    <a:pt x="137" y="43"/>
                  </a:cubicBezTo>
                  <a:cubicBezTo>
                    <a:pt x="133" y="40"/>
                    <a:pt x="130" y="38"/>
                    <a:pt x="126" y="36"/>
                  </a:cubicBezTo>
                  <a:cubicBezTo>
                    <a:pt x="126" y="31"/>
                    <a:pt x="126" y="24"/>
                    <a:pt x="124" y="17"/>
                  </a:cubicBezTo>
                  <a:cubicBezTo>
                    <a:pt x="123" y="13"/>
                    <a:pt x="121" y="9"/>
                    <a:pt x="118" y="6"/>
                  </a:cubicBezTo>
                  <a:cubicBezTo>
                    <a:pt x="116" y="3"/>
                    <a:pt x="111" y="0"/>
                    <a:pt x="105" y="0"/>
                  </a:cubicBezTo>
                  <a:cubicBezTo>
                    <a:pt x="62" y="0"/>
                    <a:pt x="62" y="0"/>
                    <a:pt x="62" y="0"/>
                  </a:cubicBezTo>
                  <a:cubicBezTo>
                    <a:pt x="55" y="0"/>
                    <a:pt x="50" y="4"/>
                    <a:pt x="48" y="8"/>
                  </a:cubicBezTo>
                  <a:cubicBezTo>
                    <a:pt x="44" y="14"/>
                    <a:pt x="42" y="21"/>
                    <a:pt x="41" y="27"/>
                  </a:cubicBezTo>
                  <a:cubicBezTo>
                    <a:pt x="41" y="30"/>
                    <a:pt x="41" y="33"/>
                    <a:pt x="41" y="35"/>
                  </a:cubicBezTo>
                  <a:cubicBezTo>
                    <a:pt x="16" y="50"/>
                    <a:pt x="0" y="76"/>
                    <a:pt x="0" y="107"/>
                  </a:cubicBezTo>
                  <a:cubicBezTo>
                    <a:pt x="0" y="107"/>
                    <a:pt x="0" y="107"/>
                    <a:pt x="0" y="107"/>
                  </a:cubicBezTo>
                  <a:cubicBezTo>
                    <a:pt x="0" y="107"/>
                    <a:pt x="0" y="107"/>
                    <a:pt x="0" y="107"/>
                  </a:cubicBezTo>
                  <a:cubicBezTo>
                    <a:pt x="0" y="107"/>
                    <a:pt x="0" y="108"/>
                    <a:pt x="0" y="108"/>
                  </a:cubicBezTo>
                  <a:cubicBezTo>
                    <a:pt x="0" y="111"/>
                    <a:pt x="0" y="114"/>
                    <a:pt x="1" y="117"/>
                  </a:cubicBezTo>
                  <a:cubicBezTo>
                    <a:pt x="3" y="148"/>
                    <a:pt x="9" y="253"/>
                    <a:pt x="11" y="264"/>
                  </a:cubicBezTo>
                  <a:cubicBezTo>
                    <a:pt x="11" y="270"/>
                    <a:pt x="13" y="281"/>
                    <a:pt x="20" y="290"/>
                  </a:cubicBezTo>
                  <a:cubicBezTo>
                    <a:pt x="27" y="300"/>
                    <a:pt x="39" y="307"/>
                    <a:pt x="58" y="307"/>
                  </a:cubicBezTo>
                  <a:cubicBezTo>
                    <a:pt x="76" y="307"/>
                    <a:pt x="90" y="299"/>
                    <a:pt x="99" y="289"/>
                  </a:cubicBezTo>
                  <a:cubicBezTo>
                    <a:pt x="108" y="280"/>
                    <a:pt x="113" y="270"/>
                    <a:pt x="115" y="266"/>
                  </a:cubicBezTo>
                  <a:cubicBezTo>
                    <a:pt x="117" y="262"/>
                    <a:pt x="122" y="252"/>
                    <a:pt x="127" y="240"/>
                  </a:cubicBezTo>
                  <a:cubicBezTo>
                    <a:pt x="132" y="229"/>
                    <a:pt x="137" y="217"/>
                    <a:pt x="141" y="208"/>
                  </a:cubicBezTo>
                  <a:cubicBezTo>
                    <a:pt x="145" y="200"/>
                    <a:pt x="148" y="197"/>
                    <a:pt x="150" y="196"/>
                  </a:cubicBezTo>
                  <a:cubicBezTo>
                    <a:pt x="152" y="195"/>
                    <a:pt x="156" y="194"/>
                    <a:pt x="164" y="194"/>
                  </a:cubicBezTo>
                  <a:cubicBezTo>
                    <a:pt x="270" y="194"/>
                    <a:pt x="270" y="194"/>
                    <a:pt x="270" y="194"/>
                  </a:cubicBezTo>
                  <a:cubicBezTo>
                    <a:pt x="278" y="194"/>
                    <a:pt x="282" y="195"/>
                    <a:pt x="284" y="196"/>
                  </a:cubicBezTo>
                  <a:cubicBezTo>
                    <a:pt x="286" y="197"/>
                    <a:pt x="289" y="200"/>
                    <a:pt x="293" y="208"/>
                  </a:cubicBezTo>
                  <a:cubicBezTo>
                    <a:pt x="297" y="217"/>
                    <a:pt x="303" y="229"/>
                    <a:pt x="308" y="240"/>
                  </a:cubicBezTo>
                  <a:cubicBezTo>
                    <a:pt x="313" y="252"/>
                    <a:pt x="317" y="262"/>
                    <a:pt x="319" y="266"/>
                  </a:cubicBezTo>
                  <a:cubicBezTo>
                    <a:pt x="321" y="270"/>
                    <a:pt x="326" y="280"/>
                    <a:pt x="335" y="289"/>
                  </a:cubicBezTo>
                  <a:cubicBezTo>
                    <a:pt x="344" y="299"/>
                    <a:pt x="358" y="307"/>
                    <a:pt x="377" y="307"/>
                  </a:cubicBezTo>
                  <a:cubicBezTo>
                    <a:pt x="377" y="307"/>
                    <a:pt x="377" y="307"/>
                    <a:pt x="377" y="307"/>
                  </a:cubicBezTo>
                  <a:cubicBezTo>
                    <a:pt x="395" y="307"/>
                    <a:pt x="408" y="300"/>
                    <a:pt x="414" y="290"/>
                  </a:cubicBezTo>
                  <a:cubicBezTo>
                    <a:pt x="421" y="281"/>
                    <a:pt x="423" y="270"/>
                    <a:pt x="424" y="264"/>
                  </a:cubicBezTo>
                  <a:cubicBezTo>
                    <a:pt x="424" y="263"/>
                    <a:pt x="425" y="256"/>
                    <a:pt x="425" y="252"/>
                  </a:cubicBezTo>
                  <a:cubicBezTo>
                    <a:pt x="425" y="248"/>
                    <a:pt x="422" y="244"/>
                    <a:pt x="418" y="243"/>
                  </a:cubicBezTo>
                  <a:cubicBezTo>
                    <a:pt x="413" y="243"/>
                    <a:pt x="410" y="246"/>
                    <a:pt x="409" y="251"/>
                  </a:cubicBezTo>
                  <a:cubicBezTo>
                    <a:pt x="409" y="254"/>
                    <a:pt x="408" y="260"/>
                    <a:pt x="408" y="262"/>
                  </a:cubicBezTo>
                  <a:cubicBezTo>
                    <a:pt x="407" y="267"/>
                    <a:pt x="406" y="275"/>
                    <a:pt x="401" y="281"/>
                  </a:cubicBezTo>
                  <a:cubicBezTo>
                    <a:pt x="397" y="286"/>
                    <a:pt x="391" y="291"/>
                    <a:pt x="377" y="291"/>
                  </a:cubicBezTo>
                  <a:cubicBezTo>
                    <a:pt x="363" y="291"/>
                    <a:pt x="354" y="285"/>
                    <a:pt x="347" y="278"/>
                  </a:cubicBezTo>
                  <a:cubicBezTo>
                    <a:pt x="340" y="271"/>
                    <a:pt x="336" y="263"/>
                    <a:pt x="334" y="259"/>
                  </a:cubicBezTo>
                  <a:cubicBezTo>
                    <a:pt x="332" y="256"/>
                    <a:pt x="327" y="245"/>
                    <a:pt x="322" y="234"/>
                  </a:cubicBezTo>
                  <a:cubicBezTo>
                    <a:pt x="317" y="222"/>
                    <a:pt x="312" y="210"/>
                    <a:pt x="307" y="201"/>
                  </a:cubicBezTo>
                  <a:cubicBezTo>
                    <a:pt x="303" y="193"/>
                    <a:pt x="299" y="186"/>
                    <a:pt x="292" y="182"/>
                  </a:cubicBezTo>
                  <a:cubicBezTo>
                    <a:pt x="286" y="178"/>
                    <a:pt x="279" y="178"/>
                    <a:pt x="270" y="178"/>
                  </a:cubicBezTo>
                  <a:cubicBezTo>
                    <a:pt x="164" y="178"/>
                    <a:pt x="164" y="178"/>
                    <a:pt x="164" y="178"/>
                  </a:cubicBezTo>
                  <a:cubicBezTo>
                    <a:pt x="156" y="178"/>
                    <a:pt x="149" y="178"/>
                    <a:pt x="142" y="182"/>
                  </a:cubicBezTo>
                  <a:cubicBezTo>
                    <a:pt x="135" y="186"/>
                    <a:pt x="132" y="193"/>
                    <a:pt x="127" y="201"/>
                  </a:cubicBezTo>
                  <a:cubicBezTo>
                    <a:pt x="123" y="210"/>
                    <a:pt x="117" y="222"/>
                    <a:pt x="112" y="234"/>
                  </a:cubicBezTo>
                  <a:cubicBezTo>
                    <a:pt x="107" y="245"/>
                    <a:pt x="103" y="256"/>
                    <a:pt x="101" y="259"/>
                  </a:cubicBezTo>
                  <a:cubicBezTo>
                    <a:pt x="99" y="263"/>
                    <a:pt x="95" y="271"/>
                    <a:pt x="88" y="278"/>
                  </a:cubicBezTo>
                  <a:cubicBezTo>
                    <a:pt x="81" y="285"/>
                    <a:pt x="71" y="291"/>
                    <a:pt x="58" y="291"/>
                  </a:cubicBezTo>
                  <a:cubicBezTo>
                    <a:pt x="43" y="291"/>
                    <a:pt x="37" y="286"/>
                    <a:pt x="33" y="281"/>
                  </a:cubicBezTo>
                  <a:cubicBezTo>
                    <a:pt x="29" y="275"/>
                    <a:pt x="27" y="267"/>
                    <a:pt x="27" y="262"/>
                  </a:cubicBezTo>
                  <a:cubicBezTo>
                    <a:pt x="26" y="256"/>
                    <a:pt x="23" y="217"/>
                    <a:pt x="21" y="180"/>
                  </a:cubicBezTo>
                  <a:cubicBezTo>
                    <a:pt x="20" y="173"/>
                    <a:pt x="20" y="167"/>
                    <a:pt x="19" y="160"/>
                  </a:cubicBezTo>
                  <a:cubicBezTo>
                    <a:pt x="35" y="179"/>
                    <a:pt x="58" y="190"/>
                    <a:pt x="83" y="190"/>
                  </a:cubicBezTo>
                  <a:cubicBezTo>
                    <a:pt x="129" y="190"/>
                    <a:pt x="166" y="153"/>
                    <a:pt x="166" y="107"/>
                  </a:cubicBezTo>
                  <a:cubicBezTo>
                    <a:pt x="166" y="89"/>
                    <a:pt x="161" y="73"/>
                    <a:pt x="151" y="59"/>
                  </a:cubicBezTo>
                  <a:cubicBezTo>
                    <a:pt x="283" y="59"/>
                    <a:pt x="283" y="59"/>
                    <a:pt x="283" y="59"/>
                  </a:cubicBezTo>
                  <a:cubicBezTo>
                    <a:pt x="283" y="59"/>
                    <a:pt x="283" y="59"/>
                    <a:pt x="283" y="59"/>
                  </a:cubicBezTo>
                  <a:cubicBezTo>
                    <a:pt x="274" y="73"/>
                    <a:pt x="268" y="89"/>
                    <a:pt x="268" y="107"/>
                  </a:cubicBezTo>
                  <a:cubicBezTo>
                    <a:pt x="268" y="153"/>
                    <a:pt x="305" y="190"/>
                    <a:pt x="351" y="190"/>
                  </a:cubicBezTo>
                  <a:cubicBezTo>
                    <a:pt x="377" y="190"/>
                    <a:pt x="399" y="179"/>
                    <a:pt x="415" y="161"/>
                  </a:cubicBezTo>
                  <a:cubicBezTo>
                    <a:pt x="413" y="178"/>
                    <a:pt x="413" y="190"/>
                    <a:pt x="411" y="219"/>
                  </a:cubicBezTo>
                  <a:cubicBezTo>
                    <a:pt x="410" y="223"/>
                    <a:pt x="414" y="227"/>
                    <a:pt x="418" y="227"/>
                  </a:cubicBezTo>
                  <a:cubicBezTo>
                    <a:pt x="422" y="227"/>
                    <a:pt x="426" y="224"/>
                    <a:pt x="427" y="220"/>
                  </a:cubicBezTo>
                  <a:cubicBezTo>
                    <a:pt x="430" y="174"/>
                    <a:pt x="430" y="171"/>
                    <a:pt x="434" y="117"/>
                  </a:cubicBezTo>
                  <a:cubicBezTo>
                    <a:pt x="434" y="117"/>
                    <a:pt x="434" y="117"/>
                    <a:pt x="434" y="117"/>
                  </a:cubicBezTo>
                  <a:cubicBezTo>
                    <a:pt x="434" y="114"/>
                    <a:pt x="434" y="111"/>
                    <a:pt x="434" y="107"/>
                  </a:cubicBezTo>
                  <a:cubicBezTo>
                    <a:pt x="434" y="107"/>
                    <a:pt x="434" y="107"/>
                    <a:pt x="434" y="107"/>
                  </a:cubicBezTo>
                  <a:cubicBezTo>
                    <a:pt x="434" y="107"/>
                    <a:pt x="434" y="107"/>
                    <a:pt x="434" y="107"/>
                  </a:cubicBezTo>
                  <a:cubicBezTo>
                    <a:pt x="434" y="107"/>
                    <a:pt x="434" y="107"/>
                    <a:pt x="434" y="107"/>
                  </a:cubicBezTo>
                  <a:close/>
                  <a:moveTo>
                    <a:pt x="83" y="174"/>
                  </a:moveTo>
                  <a:cubicBezTo>
                    <a:pt x="46" y="174"/>
                    <a:pt x="16" y="144"/>
                    <a:pt x="16" y="107"/>
                  </a:cubicBezTo>
                  <a:cubicBezTo>
                    <a:pt x="16" y="81"/>
                    <a:pt x="31" y="58"/>
                    <a:pt x="52" y="47"/>
                  </a:cubicBezTo>
                  <a:cubicBezTo>
                    <a:pt x="55" y="46"/>
                    <a:pt x="56" y="44"/>
                    <a:pt x="56" y="41"/>
                  </a:cubicBezTo>
                  <a:cubicBezTo>
                    <a:pt x="57" y="41"/>
                    <a:pt x="57" y="40"/>
                    <a:pt x="57" y="40"/>
                  </a:cubicBezTo>
                  <a:cubicBezTo>
                    <a:pt x="57" y="38"/>
                    <a:pt x="57" y="31"/>
                    <a:pt x="58" y="24"/>
                  </a:cubicBezTo>
                  <a:cubicBezTo>
                    <a:pt x="59" y="21"/>
                    <a:pt x="60" y="18"/>
                    <a:pt x="61" y="17"/>
                  </a:cubicBezTo>
                  <a:cubicBezTo>
                    <a:pt x="61" y="16"/>
                    <a:pt x="62" y="16"/>
                    <a:pt x="62" y="16"/>
                  </a:cubicBezTo>
                  <a:cubicBezTo>
                    <a:pt x="62" y="16"/>
                    <a:pt x="62" y="16"/>
                    <a:pt x="62" y="16"/>
                  </a:cubicBezTo>
                  <a:cubicBezTo>
                    <a:pt x="105" y="16"/>
                    <a:pt x="105" y="16"/>
                    <a:pt x="105" y="16"/>
                  </a:cubicBezTo>
                  <a:cubicBezTo>
                    <a:pt x="106" y="16"/>
                    <a:pt x="106" y="16"/>
                    <a:pt x="106" y="16"/>
                  </a:cubicBezTo>
                  <a:cubicBezTo>
                    <a:pt x="106" y="16"/>
                    <a:pt x="106" y="16"/>
                    <a:pt x="106" y="16"/>
                  </a:cubicBezTo>
                  <a:cubicBezTo>
                    <a:pt x="107" y="17"/>
                    <a:pt x="109" y="21"/>
                    <a:pt x="109" y="25"/>
                  </a:cubicBezTo>
                  <a:cubicBezTo>
                    <a:pt x="110" y="29"/>
                    <a:pt x="110" y="34"/>
                    <a:pt x="110" y="37"/>
                  </a:cubicBezTo>
                  <a:cubicBezTo>
                    <a:pt x="110" y="38"/>
                    <a:pt x="110" y="39"/>
                    <a:pt x="110" y="39"/>
                  </a:cubicBezTo>
                  <a:cubicBezTo>
                    <a:pt x="110" y="43"/>
                    <a:pt x="111" y="46"/>
                    <a:pt x="114" y="47"/>
                  </a:cubicBezTo>
                  <a:cubicBezTo>
                    <a:pt x="136" y="59"/>
                    <a:pt x="150" y="81"/>
                    <a:pt x="150" y="107"/>
                  </a:cubicBezTo>
                  <a:cubicBezTo>
                    <a:pt x="150" y="144"/>
                    <a:pt x="120" y="174"/>
                    <a:pt x="83" y="174"/>
                  </a:cubicBezTo>
                  <a:close/>
                  <a:moveTo>
                    <a:pt x="351" y="174"/>
                  </a:moveTo>
                  <a:cubicBezTo>
                    <a:pt x="314" y="174"/>
                    <a:pt x="284" y="144"/>
                    <a:pt x="284" y="107"/>
                  </a:cubicBezTo>
                  <a:cubicBezTo>
                    <a:pt x="284" y="81"/>
                    <a:pt x="299" y="58"/>
                    <a:pt x="320" y="47"/>
                  </a:cubicBezTo>
                  <a:cubicBezTo>
                    <a:pt x="322" y="46"/>
                    <a:pt x="324" y="44"/>
                    <a:pt x="324" y="42"/>
                  </a:cubicBezTo>
                  <a:cubicBezTo>
                    <a:pt x="325" y="41"/>
                    <a:pt x="325" y="40"/>
                    <a:pt x="325" y="40"/>
                  </a:cubicBezTo>
                  <a:cubicBezTo>
                    <a:pt x="325" y="38"/>
                    <a:pt x="325" y="31"/>
                    <a:pt x="326" y="24"/>
                  </a:cubicBezTo>
                  <a:cubicBezTo>
                    <a:pt x="327" y="21"/>
                    <a:pt x="328" y="18"/>
                    <a:pt x="329" y="17"/>
                  </a:cubicBezTo>
                  <a:cubicBezTo>
                    <a:pt x="329" y="16"/>
                    <a:pt x="330" y="16"/>
                    <a:pt x="330" y="16"/>
                  </a:cubicBezTo>
                  <a:cubicBezTo>
                    <a:pt x="373" y="16"/>
                    <a:pt x="373" y="16"/>
                    <a:pt x="373" y="16"/>
                  </a:cubicBezTo>
                  <a:cubicBezTo>
                    <a:pt x="374" y="16"/>
                    <a:pt x="374" y="16"/>
                    <a:pt x="374" y="16"/>
                  </a:cubicBezTo>
                  <a:cubicBezTo>
                    <a:pt x="374" y="16"/>
                    <a:pt x="374" y="16"/>
                    <a:pt x="374" y="16"/>
                  </a:cubicBezTo>
                  <a:cubicBezTo>
                    <a:pt x="375" y="17"/>
                    <a:pt x="377" y="21"/>
                    <a:pt x="377" y="25"/>
                  </a:cubicBezTo>
                  <a:cubicBezTo>
                    <a:pt x="378" y="29"/>
                    <a:pt x="378" y="34"/>
                    <a:pt x="378" y="37"/>
                  </a:cubicBezTo>
                  <a:cubicBezTo>
                    <a:pt x="378" y="38"/>
                    <a:pt x="378" y="39"/>
                    <a:pt x="378" y="39"/>
                  </a:cubicBezTo>
                  <a:cubicBezTo>
                    <a:pt x="378" y="40"/>
                    <a:pt x="378" y="41"/>
                    <a:pt x="378" y="42"/>
                  </a:cubicBezTo>
                  <a:cubicBezTo>
                    <a:pt x="379" y="44"/>
                    <a:pt x="380" y="46"/>
                    <a:pt x="382" y="47"/>
                  </a:cubicBezTo>
                  <a:cubicBezTo>
                    <a:pt x="404" y="59"/>
                    <a:pt x="418" y="81"/>
                    <a:pt x="418" y="107"/>
                  </a:cubicBezTo>
                  <a:cubicBezTo>
                    <a:pt x="418" y="144"/>
                    <a:pt x="388" y="174"/>
                    <a:pt x="351" y="174"/>
                  </a:cubicBezTo>
                  <a:close/>
                  <a:moveTo>
                    <a:pt x="225" y="147"/>
                  </a:moveTo>
                  <a:cubicBezTo>
                    <a:pt x="225" y="154"/>
                    <a:pt x="231" y="160"/>
                    <a:pt x="238" y="160"/>
                  </a:cubicBezTo>
                  <a:cubicBezTo>
                    <a:pt x="245" y="160"/>
                    <a:pt x="250" y="154"/>
                    <a:pt x="250" y="147"/>
                  </a:cubicBezTo>
                  <a:cubicBezTo>
                    <a:pt x="250" y="141"/>
                    <a:pt x="245" y="135"/>
                    <a:pt x="238" y="135"/>
                  </a:cubicBezTo>
                  <a:cubicBezTo>
                    <a:pt x="231" y="135"/>
                    <a:pt x="225" y="141"/>
                    <a:pt x="225" y="147"/>
                  </a:cubicBezTo>
                  <a:close/>
                  <a:moveTo>
                    <a:pt x="351" y="125"/>
                  </a:moveTo>
                  <a:cubicBezTo>
                    <a:pt x="342" y="125"/>
                    <a:pt x="335" y="132"/>
                    <a:pt x="335" y="141"/>
                  </a:cubicBezTo>
                  <a:cubicBezTo>
                    <a:pt x="335" y="150"/>
                    <a:pt x="342" y="157"/>
                    <a:pt x="351" y="157"/>
                  </a:cubicBezTo>
                  <a:cubicBezTo>
                    <a:pt x="360" y="157"/>
                    <a:pt x="367" y="150"/>
                    <a:pt x="367" y="141"/>
                  </a:cubicBezTo>
                  <a:cubicBezTo>
                    <a:pt x="367" y="132"/>
                    <a:pt x="360" y="125"/>
                    <a:pt x="351" y="125"/>
                  </a:cubicBezTo>
                  <a:close/>
                  <a:moveTo>
                    <a:pt x="182" y="147"/>
                  </a:moveTo>
                  <a:cubicBezTo>
                    <a:pt x="182" y="154"/>
                    <a:pt x="187" y="160"/>
                    <a:pt x="194" y="160"/>
                  </a:cubicBezTo>
                  <a:cubicBezTo>
                    <a:pt x="201" y="160"/>
                    <a:pt x="207" y="154"/>
                    <a:pt x="207" y="147"/>
                  </a:cubicBezTo>
                  <a:cubicBezTo>
                    <a:pt x="207" y="141"/>
                    <a:pt x="201" y="135"/>
                    <a:pt x="194" y="135"/>
                  </a:cubicBezTo>
                  <a:cubicBezTo>
                    <a:pt x="187" y="135"/>
                    <a:pt x="182" y="141"/>
                    <a:pt x="182" y="147"/>
                  </a:cubicBezTo>
                  <a:close/>
                  <a:moveTo>
                    <a:pt x="351" y="57"/>
                  </a:moveTo>
                  <a:cubicBezTo>
                    <a:pt x="342" y="57"/>
                    <a:pt x="335" y="64"/>
                    <a:pt x="335" y="73"/>
                  </a:cubicBezTo>
                  <a:cubicBezTo>
                    <a:pt x="335" y="82"/>
                    <a:pt x="342" y="89"/>
                    <a:pt x="351" y="89"/>
                  </a:cubicBezTo>
                  <a:cubicBezTo>
                    <a:pt x="360" y="89"/>
                    <a:pt x="367" y="82"/>
                    <a:pt x="367" y="73"/>
                  </a:cubicBezTo>
                  <a:cubicBezTo>
                    <a:pt x="367" y="64"/>
                    <a:pt x="360" y="57"/>
                    <a:pt x="351" y="57"/>
                  </a:cubicBezTo>
                  <a:close/>
                  <a:moveTo>
                    <a:pt x="385" y="91"/>
                  </a:moveTo>
                  <a:cubicBezTo>
                    <a:pt x="377" y="91"/>
                    <a:pt x="369" y="98"/>
                    <a:pt x="369" y="107"/>
                  </a:cubicBezTo>
                  <a:cubicBezTo>
                    <a:pt x="369" y="116"/>
                    <a:pt x="377" y="123"/>
                    <a:pt x="385" y="123"/>
                  </a:cubicBezTo>
                  <a:cubicBezTo>
                    <a:pt x="394" y="123"/>
                    <a:pt x="402" y="116"/>
                    <a:pt x="402" y="107"/>
                  </a:cubicBezTo>
                  <a:cubicBezTo>
                    <a:pt x="402" y="98"/>
                    <a:pt x="394" y="91"/>
                    <a:pt x="385" y="91"/>
                  </a:cubicBezTo>
                  <a:close/>
                </a:path>
              </a:pathLst>
            </a:custGeom>
            <a:blipFill dpi="0" rotWithShape="1">
              <a:blip r:embed="rId8"/>
              <a:srcRect/>
              <a:stretch>
                <a:fillRect/>
              </a:stretch>
            </a:blipFill>
            <a:ln w="9525">
              <a:noFill/>
              <a:round/>
              <a:headEnd/>
              <a:tailEnd/>
            </a:ln>
          </p:spPr>
          <p:txBody>
            <a:bodyPr/>
            <a:lstStyle/>
            <a:p>
              <a:endParaRPr lang="en-GB"/>
            </a:p>
          </p:txBody>
        </p:sp>
        <p:sp>
          <p:nvSpPr>
            <p:cNvPr id="31825" name="Freeform 6"/>
            <p:cNvSpPr>
              <a:spLocks noEditPoints="1"/>
            </p:cNvSpPr>
            <p:nvPr/>
          </p:nvSpPr>
          <p:spPr bwMode="auto">
            <a:xfrm>
              <a:off x="3257674" y="3785368"/>
              <a:ext cx="89694" cy="89416"/>
            </a:xfrm>
            <a:custGeom>
              <a:avLst/>
              <a:gdLst>
                <a:gd name="T0" fmla="*/ 2147483647 w 300"/>
                <a:gd name="T1" fmla="*/ 2147483647 h 288"/>
                <a:gd name="T2" fmla="*/ 2147483647 w 300"/>
                <a:gd name="T3" fmla="*/ 2147483647 h 288"/>
                <a:gd name="T4" fmla="*/ 2147483647 w 300"/>
                <a:gd name="T5" fmla="*/ 0 h 288"/>
                <a:gd name="T6" fmla="*/ 2147483647 w 300"/>
                <a:gd name="T7" fmla="*/ 2147483647 h 288"/>
                <a:gd name="T8" fmla="*/ 2147483647 w 300"/>
                <a:gd name="T9" fmla="*/ 2147483647 h 288"/>
                <a:gd name="T10" fmla="*/ 2147483647 w 300"/>
                <a:gd name="T11" fmla="*/ 2147483647 h 288"/>
                <a:gd name="T12" fmla="*/ 2147483647 w 300"/>
                <a:gd name="T13" fmla="*/ 2147483647 h 288"/>
                <a:gd name="T14" fmla="*/ 2147483647 w 300"/>
                <a:gd name="T15" fmla="*/ 2147483647 h 288"/>
                <a:gd name="T16" fmla="*/ 2147483647 w 300"/>
                <a:gd name="T17" fmla="*/ 2147483647 h 288"/>
                <a:gd name="T18" fmla="*/ 2147483647 w 300"/>
                <a:gd name="T19" fmla="*/ 2147483647 h 288"/>
                <a:gd name="T20" fmla="*/ 2147483647 w 300"/>
                <a:gd name="T21" fmla="*/ 2147483647 h 288"/>
                <a:gd name="T22" fmla="*/ 2147483647 w 300"/>
                <a:gd name="T23" fmla="*/ 2147483647 h 288"/>
                <a:gd name="T24" fmla="*/ 2147483647 w 300"/>
                <a:gd name="T25" fmla="*/ 2147483647 h 288"/>
                <a:gd name="T26" fmla="*/ 0 w 300"/>
                <a:gd name="T27" fmla="*/ 2147483647 h 288"/>
                <a:gd name="T28" fmla="*/ 0 w 300"/>
                <a:gd name="T29" fmla="*/ 2147483647 h 288"/>
                <a:gd name="T30" fmla="*/ 2147483647 w 300"/>
                <a:gd name="T31" fmla="*/ 2147483647 h 288"/>
                <a:gd name="T32" fmla="*/ 2147483647 w 300"/>
                <a:gd name="T33" fmla="*/ 2147483647 h 288"/>
                <a:gd name="T34" fmla="*/ 2147483647 w 300"/>
                <a:gd name="T35" fmla="*/ 2147483647 h 288"/>
                <a:gd name="T36" fmla="*/ 2147483647 w 300"/>
                <a:gd name="T37" fmla="*/ 2147483647 h 288"/>
                <a:gd name="T38" fmla="*/ 2147483647 w 300"/>
                <a:gd name="T39" fmla="*/ 2147483647 h 288"/>
                <a:gd name="T40" fmla="*/ 2147483647 w 300"/>
                <a:gd name="T41" fmla="*/ 2147483647 h 288"/>
                <a:gd name="T42" fmla="*/ 2147483647 w 300"/>
                <a:gd name="T43" fmla="*/ 2147483647 h 288"/>
                <a:gd name="T44" fmla="*/ 2147483647 w 300"/>
                <a:gd name="T45" fmla="*/ 2147483647 h 288"/>
                <a:gd name="T46" fmla="*/ 2147483647 w 300"/>
                <a:gd name="T47" fmla="*/ 2147483647 h 288"/>
                <a:gd name="T48" fmla="*/ 2147483647 w 300"/>
                <a:gd name="T49" fmla="*/ 2147483647 h 288"/>
                <a:gd name="T50" fmla="*/ 2147483647 w 300"/>
                <a:gd name="T51" fmla="*/ 2147483647 h 288"/>
                <a:gd name="T52" fmla="*/ 2147483647 w 300"/>
                <a:gd name="T53" fmla="*/ 2147483647 h 288"/>
                <a:gd name="T54" fmla="*/ 2147483647 w 300"/>
                <a:gd name="T55" fmla="*/ 2147483647 h 288"/>
                <a:gd name="T56" fmla="*/ 2147483647 w 300"/>
                <a:gd name="T57" fmla="*/ 2147483647 h 288"/>
                <a:gd name="T58" fmla="*/ 2147483647 w 300"/>
                <a:gd name="T59" fmla="*/ 2147483647 h 288"/>
                <a:gd name="T60" fmla="*/ 2147483647 w 300"/>
                <a:gd name="T61" fmla="*/ 2147483647 h 288"/>
                <a:gd name="T62" fmla="*/ 2147483647 w 300"/>
                <a:gd name="T63" fmla="*/ 2147483647 h 288"/>
                <a:gd name="T64" fmla="*/ 2147483647 w 300"/>
                <a:gd name="T65" fmla="*/ 2147483647 h 288"/>
                <a:gd name="T66" fmla="*/ 2147483647 w 300"/>
                <a:gd name="T67" fmla="*/ 2147483647 h 288"/>
                <a:gd name="T68" fmla="*/ 2147483647 w 300"/>
                <a:gd name="T69" fmla="*/ 2147483647 h 288"/>
                <a:gd name="T70" fmla="*/ 2147483647 w 300"/>
                <a:gd name="T71" fmla="*/ 2147483647 h 288"/>
                <a:gd name="T72" fmla="*/ 2147483647 w 300"/>
                <a:gd name="T73" fmla="*/ 2147483647 h 288"/>
                <a:gd name="T74" fmla="*/ 2147483647 w 300"/>
                <a:gd name="T75" fmla="*/ 2147483647 h 288"/>
                <a:gd name="T76" fmla="*/ 2147483647 w 300"/>
                <a:gd name="T77" fmla="*/ 2147483647 h 288"/>
                <a:gd name="T78" fmla="*/ 0 w 300"/>
                <a:gd name="T79" fmla="*/ 2147483647 h 288"/>
                <a:gd name="T80" fmla="*/ 0 w 300"/>
                <a:gd name="T81" fmla="*/ 2147483647 h 288"/>
                <a:gd name="T82" fmla="*/ 2147483647 w 300"/>
                <a:gd name="T83" fmla="*/ 2147483647 h 288"/>
                <a:gd name="T84" fmla="*/ 2147483647 w 300"/>
                <a:gd name="T85" fmla="*/ 2147483647 h 288"/>
                <a:gd name="T86" fmla="*/ 2147483647 w 300"/>
                <a:gd name="T87" fmla="*/ 2147483647 h 288"/>
                <a:gd name="T88" fmla="*/ 2147483647 w 300"/>
                <a:gd name="T89" fmla="*/ 2147483647 h 288"/>
                <a:gd name="T90" fmla="*/ 2147483647 w 300"/>
                <a:gd name="T91" fmla="*/ 2147483647 h 288"/>
                <a:gd name="T92" fmla="*/ 2147483647 w 300"/>
                <a:gd name="T93" fmla="*/ 2147483647 h 288"/>
                <a:gd name="T94" fmla="*/ 2147483647 w 300"/>
                <a:gd name="T95" fmla="*/ 2147483647 h 288"/>
                <a:gd name="T96" fmla="*/ 2147483647 w 300"/>
                <a:gd name="T97" fmla="*/ 2147483647 h 288"/>
                <a:gd name="T98" fmla="*/ 2147483647 w 300"/>
                <a:gd name="T99" fmla="*/ 2147483647 h 288"/>
                <a:gd name="T100" fmla="*/ 2147483647 w 300"/>
                <a:gd name="T101" fmla="*/ 2147483647 h 288"/>
                <a:gd name="T102" fmla="*/ 2147483647 w 300"/>
                <a:gd name="T103" fmla="*/ 2147483647 h 288"/>
                <a:gd name="T104" fmla="*/ 2147483647 w 300"/>
                <a:gd name="T105" fmla="*/ 0 h 288"/>
                <a:gd name="T106" fmla="*/ 2147483647 w 300"/>
                <a:gd name="T107" fmla="*/ 2147483647 h 288"/>
                <a:gd name="T108" fmla="*/ 2147483647 w 300"/>
                <a:gd name="T109" fmla="*/ 2147483647 h 2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00"/>
                <a:gd name="T166" fmla="*/ 0 h 288"/>
                <a:gd name="T167" fmla="*/ 300 w 300"/>
                <a:gd name="T168" fmla="*/ 288 h 2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00" h="288">
                  <a:moveTo>
                    <a:pt x="171" y="83"/>
                  </a:moveTo>
                  <a:cubicBezTo>
                    <a:pt x="194" y="83"/>
                    <a:pt x="213" y="64"/>
                    <a:pt x="213" y="41"/>
                  </a:cubicBezTo>
                  <a:cubicBezTo>
                    <a:pt x="213" y="19"/>
                    <a:pt x="194" y="0"/>
                    <a:pt x="171" y="0"/>
                  </a:cubicBezTo>
                  <a:cubicBezTo>
                    <a:pt x="149" y="0"/>
                    <a:pt x="130" y="19"/>
                    <a:pt x="130" y="41"/>
                  </a:cubicBezTo>
                  <a:cubicBezTo>
                    <a:pt x="130" y="64"/>
                    <a:pt x="149" y="83"/>
                    <a:pt x="171" y="83"/>
                  </a:cubicBezTo>
                  <a:close/>
                  <a:moveTo>
                    <a:pt x="300" y="142"/>
                  </a:moveTo>
                  <a:cubicBezTo>
                    <a:pt x="300" y="137"/>
                    <a:pt x="299" y="132"/>
                    <a:pt x="296" y="128"/>
                  </a:cubicBezTo>
                  <a:cubicBezTo>
                    <a:pt x="294" y="124"/>
                    <a:pt x="289" y="122"/>
                    <a:pt x="284" y="122"/>
                  </a:cubicBezTo>
                  <a:cubicBezTo>
                    <a:pt x="279" y="122"/>
                    <a:pt x="275" y="124"/>
                    <a:pt x="271" y="127"/>
                  </a:cubicBezTo>
                  <a:cubicBezTo>
                    <a:pt x="271" y="127"/>
                    <a:pt x="247" y="146"/>
                    <a:pt x="229" y="161"/>
                  </a:cubicBezTo>
                  <a:cubicBezTo>
                    <a:pt x="229" y="139"/>
                    <a:pt x="229" y="139"/>
                    <a:pt x="229" y="139"/>
                  </a:cubicBezTo>
                  <a:cubicBezTo>
                    <a:pt x="229" y="116"/>
                    <a:pt x="210" y="97"/>
                    <a:pt x="187" y="97"/>
                  </a:cubicBezTo>
                  <a:cubicBezTo>
                    <a:pt x="42" y="97"/>
                    <a:pt x="42" y="97"/>
                    <a:pt x="42" y="97"/>
                  </a:cubicBezTo>
                  <a:cubicBezTo>
                    <a:pt x="19" y="97"/>
                    <a:pt x="0" y="116"/>
                    <a:pt x="0" y="139"/>
                  </a:cubicBezTo>
                  <a:cubicBezTo>
                    <a:pt x="0" y="197"/>
                    <a:pt x="0" y="197"/>
                    <a:pt x="0" y="197"/>
                  </a:cubicBezTo>
                  <a:cubicBezTo>
                    <a:pt x="0" y="201"/>
                    <a:pt x="4" y="205"/>
                    <a:pt x="8" y="205"/>
                  </a:cubicBezTo>
                  <a:cubicBezTo>
                    <a:pt x="12" y="205"/>
                    <a:pt x="16" y="201"/>
                    <a:pt x="16" y="197"/>
                  </a:cubicBezTo>
                  <a:cubicBezTo>
                    <a:pt x="16" y="139"/>
                    <a:pt x="16" y="139"/>
                    <a:pt x="16" y="139"/>
                  </a:cubicBezTo>
                  <a:cubicBezTo>
                    <a:pt x="16" y="125"/>
                    <a:pt x="28" y="113"/>
                    <a:pt x="42" y="113"/>
                  </a:cubicBezTo>
                  <a:cubicBezTo>
                    <a:pt x="187" y="113"/>
                    <a:pt x="187" y="113"/>
                    <a:pt x="187" y="113"/>
                  </a:cubicBezTo>
                  <a:cubicBezTo>
                    <a:pt x="201" y="113"/>
                    <a:pt x="213" y="125"/>
                    <a:pt x="213" y="139"/>
                  </a:cubicBezTo>
                  <a:cubicBezTo>
                    <a:pt x="213" y="177"/>
                    <a:pt x="213" y="177"/>
                    <a:pt x="213" y="177"/>
                  </a:cubicBezTo>
                  <a:cubicBezTo>
                    <a:pt x="213" y="180"/>
                    <a:pt x="215" y="183"/>
                    <a:pt x="217" y="184"/>
                  </a:cubicBezTo>
                  <a:cubicBezTo>
                    <a:pt x="220" y="186"/>
                    <a:pt x="223" y="185"/>
                    <a:pt x="226" y="183"/>
                  </a:cubicBezTo>
                  <a:cubicBezTo>
                    <a:pt x="235" y="176"/>
                    <a:pt x="280" y="140"/>
                    <a:pt x="281" y="140"/>
                  </a:cubicBezTo>
                  <a:cubicBezTo>
                    <a:pt x="282" y="139"/>
                    <a:pt x="283" y="138"/>
                    <a:pt x="283" y="138"/>
                  </a:cubicBezTo>
                  <a:cubicBezTo>
                    <a:pt x="284" y="139"/>
                    <a:pt x="284" y="140"/>
                    <a:pt x="284" y="142"/>
                  </a:cubicBezTo>
                  <a:cubicBezTo>
                    <a:pt x="284" y="143"/>
                    <a:pt x="284" y="250"/>
                    <a:pt x="284" y="252"/>
                  </a:cubicBezTo>
                  <a:cubicBezTo>
                    <a:pt x="284" y="253"/>
                    <a:pt x="284" y="255"/>
                    <a:pt x="283" y="255"/>
                  </a:cubicBezTo>
                  <a:cubicBezTo>
                    <a:pt x="283" y="255"/>
                    <a:pt x="282" y="255"/>
                    <a:pt x="281" y="254"/>
                  </a:cubicBezTo>
                  <a:cubicBezTo>
                    <a:pt x="275" y="249"/>
                    <a:pt x="244" y="224"/>
                    <a:pt x="226" y="210"/>
                  </a:cubicBezTo>
                  <a:cubicBezTo>
                    <a:pt x="223" y="208"/>
                    <a:pt x="220" y="208"/>
                    <a:pt x="217" y="209"/>
                  </a:cubicBezTo>
                  <a:cubicBezTo>
                    <a:pt x="215" y="211"/>
                    <a:pt x="213" y="213"/>
                    <a:pt x="213" y="216"/>
                  </a:cubicBezTo>
                  <a:cubicBezTo>
                    <a:pt x="213" y="246"/>
                    <a:pt x="213" y="246"/>
                    <a:pt x="213" y="246"/>
                  </a:cubicBezTo>
                  <a:cubicBezTo>
                    <a:pt x="213" y="260"/>
                    <a:pt x="201" y="272"/>
                    <a:pt x="187" y="272"/>
                  </a:cubicBezTo>
                  <a:cubicBezTo>
                    <a:pt x="42" y="272"/>
                    <a:pt x="42" y="272"/>
                    <a:pt x="42" y="272"/>
                  </a:cubicBezTo>
                  <a:cubicBezTo>
                    <a:pt x="28" y="272"/>
                    <a:pt x="16" y="260"/>
                    <a:pt x="16" y="246"/>
                  </a:cubicBezTo>
                  <a:cubicBezTo>
                    <a:pt x="16" y="229"/>
                    <a:pt x="16" y="229"/>
                    <a:pt x="16" y="229"/>
                  </a:cubicBezTo>
                  <a:cubicBezTo>
                    <a:pt x="16" y="224"/>
                    <a:pt x="12" y="221"/>
                    <a:pt x="8" y="221"/>
                  </a:cubicBezTo>
                  <a:cubicBezTo>
                    <a:pt x="4" y="221"/>
                    <a:pt x="0" y="224"/>
                    <a:pt x="0" y="229"/>
                  </a:cubicBezTo>
                  <a:cubicBezTo>
                    <a:pt x="0" y="246"/>
                    <a:pt x="0" y="246"/>
                    <a:pt x="0" y="246"/>
                  </a:cubicBezTo>
                  <a:cubicBezTo>
                    <a:pt x="0" y="269"/>
                    <a:pt x="19" y="288"/>
                    <a:pt x="42" y="288"/>
                  </a:cubicBezTo>
                  <a:cubicBezTo>
                    <a:pt x="187" y="288"/>
                    <a:pt x="187" y="288"/>
                    <a:pt x="187" y="288"/>
                  </a:cubicBezTo>
                  <a:cubicBezTo>
                    <a:pt x="210" y="288"/>
                    <a:pt x="229" y="269"/>
                    <a:pt x="229" y="246"/>
                  </a:cubicBezTo>
                  <a:cubicBezTo>
                    <a:pt x="229" y="233"/>
                    <a:pt x="229" y="233"/>
                    <a:pt x="229" y="233"/>
                  </a:cubicBezTo>
                  <a:cubicBezTo>
                    <a:pt x="246" y="246"/>
                    <a:pt x="266" y="262"/>
                    <a:pt x="271" y="266"/>
                  </a:cubicBezTo>
                  <a:cubicBezTo>
                    <a:pt x="275" y="269"/>
                    <a:pt x="279" y="271"/>
                    <a:pt x="284" y="271"/>
                  </a:cubicBezTo>
                  <a:cubicBezTo>
                    <a:pt x="288" y="272"/>
                    <a:pt x="293" y="269"/>
                    <a:pt x="296" y="265"/>
                  </a:cubicBezTo>
                  <a:cubicBezTo>
                    <a:pt x="299" y="261"/>
                    <a:pt x="300" y="257"/>
                    <a:pt x="300" y="252"/>
                  </a:cubicBezTo>
                  <a:cubicBezTo>
                    <a:pt x="300" y="250"/>
                    <a:pt x="300" y="143"/>
                    <a:pt x="300" y="142"/>
                  </a:cubicBezTo>
                  <a:close/>
                  <a:moveTo>
                    <a:pt x="66" y="83"/>
                  </a:moveTo>
                  <a:cubicBezTo>
                    <a:pt x="89" y="83"/>
                    <a:pt x="107" y="64"/>
                    <a:pt x="107" y="41"/>
                  </a:cubicBezTo>
                  <a:cubicBezTo>
                    <a:pt x="107" y="19"/>
                    <a:pt x="89" y="0"/>
                    <a:pt x="66" y="0"/>
                  </a:cubicBezTo>
                  <a:cubicBezTo>
                    <a:pt x="43" y="0"/>
                    <a:pt x="25" y="19"/>
                    <a:pt x="25" y="41"/>
                  </a:cubicBezTo>
                  <a:cubicBezTo>
                    <a:pt x="25" y="64"/>
                    <a:pt x="43" y="83"/>
                    <a:pt x="66" y="83"/>
                  </a:cubicBezTo>
                  <a:close/>
                </a:path>
              </a:pathLst>
            </a:custGeom>
            <a:blipFill dpi="0" rotWithShape="1">
              <a:blip r:embed="rId9"/>
              <a:srcRect/>
              <a:stretch>
                <a:fillRect/>
              </a:stretch>
            </a:blipFill>
            <a:ln w="9525">
              <a:noFill/>
              <a:round/>
              <a:headEnd/>
              <a:tailEnd/>
            </a:ln>
          </p:spPr>
          <p:txBody>
            <a:bodyPr/>
            <a:lstStyle/>
            <a:p>
              <a:endParaRPr lang="en-GB"/>
            </a:p>
          </p:txBody>
        </p:sp>
        <p:sp>
          <p:nvSpPr>
            <p:cNvPr id="31826" name="Freeform 7"/>
            <p:cNvSpPr>
              <a:spLocks noChangeAspect="1" noEditPoints="1"/>
            </p:cNvSpPr>
            <p:nvPr/>
          </p:nvSpPr>
          <p:spPr bwMode="auto">
            <a:xfrm>
              <a:off x="3623640" y="2462480"/>
              <a:ext cx="96146" cy="82973"/>
            </a:xfrm>
            <a:custGeom>
              <a:avLst/>
              <a:gdLst>
                <a:gd name="T0" fmla="*/ 2147483647 w 322"/>
                <a:gd name="T1" fmla="*/ 2147483647 h 267"/>
                <a:gd name="T2" fmla="*/ 2147483647 w 322"/>
                <a:gd name="T3" fmla="*/ 2147483647 h 267"/>
                <a:gd name="T4" fmla="*/ 2147483647 w 322"/>
                <a:gd name="T5" fmla="*/ 2147483647 h 267"/>
                <a:gd name="T6" fmla="*/ 2147483647 w 322"/>
                <a:gd name="T7" fmla="*/ 2147483647 h 267"/>
                <a:gd name="T8" fmla="*/ 2147483647 w 322"/>
                <a:gd name="T9" fmla="*/ 2147483647 h 267"/>
                <a:gd name="T10" fmla="*/ 2147483647 w 322"/>
                <a:gd name="T11" fmla="*/ 2147483647 h 267"/>
                <a:gd name="T12" fmla="*/ 2147483647 w 322"/>
                <a:gd name="T13" fmla="*/ 2147483647 h 267"/>
                <a:gd name="T14" fmla="*/ 2147483647 w 322"/>
                <a:gd name="T15" fmla="*/ 2147483647 h 267"/>
                <a:gd name="T16" fmla="*/ 2147483647 w 322"/>
                <a:gd name="T17" fmla="*/ 2147483647 h 267"/>
                <a:gd name="T18" fmla="*/ 2147483647 w 322"/>
                <a:gd name="T19" fmla="*/ 2147483647 h 267"/>
                <a:gd name="T20" fmla="*/ 2147483647 w 322"/>
                <a:gd name="T21" fmla="*/ 2147483647 h 267"/>
                <a:gd name="T22" fmla="*/ 2147483647 w 322"/>
                <a:gd name="T23" fmla="*/ 2147483647 h 267"/>
                <a:gd name="T24" fmla="*/ 2147483647 w 322"/>
                <a:gd name="T25" fmla="*/ 2147483647 h 267"/>
                <a:gd name="T26" fmla="*/ 2147483647 w 322"/>
                <a:gd name="T27" fmla="*/ 2147483647 h 267"/>
                <a:gd name="T28" fmla="*/ 2147483647 w 322"/>
                <a:gd name="T29" fmla="*/ 2147483647 h 267"/>
                <a:gd name="T30" fmla="*/ 0 w 322"/>
                <a:gd name="T31" fmla="*/ 2147483647 h 267"/>
                <a:gd name="T32" fmla="*/ 2147483647 w 322"/>
                <a:gd name="T33" fmla="*/ 2147483647 h 267"/>
                <a:gd name="T34" fmla="*/ 2147483647 w 322"/>
                <a:gd name="T35" fmla="*/ 2147483647 h 267"/>
                <a:gd name="T36" fmla="*/ 2147483647 w 322"/>
                <a:gd name="T37" fmla="*/ 2147483647 h 267"/>
                <a:gd name="T38" fmla="*/ 2147483647 w 322"/>
                <a:gd name="T39" fmla="*/ 2147483647 h 267"/>
                <a:gd name="T40" fmla="*/ 2147483647 w 322"/>
                <a:gd name="T41" fmla="*/ 2147483647 h 267"/>
                <a:gd name="T42" fmla="*/ 2147483647 w 322"/>
                <a:gd name="T43" fmla="*/ 2147483647 h 267"/>
                <a:gd name="T44" fmla="*/ 2147483647 w 322"/>
                <a:gd name="T45" fmla="*/ 2147483647 h 267"/>
                <a:gd name="T46" fmla="*/ 2147483647 w 322"/>
                <a:gd name="T47" fmla="*/ 2147483647 h 267"/>
                <a:gd name="T48" fmla="*/ 2147483647 w 322"/>
                <a:gd name="T49" fmla="*/ 2147483647 h 267"/>
                <a:gd name="T50" fmla="*/ 2147483647 w 322"/>
                <a:gd name="T51" fmla="*/ 2147483647 h 267"/>
                <a:gd name="T52" fmla="*/ 2147483647 w 322"/>
                <a:gd name="T53" fmla="*/ 2147483647 h 267"/>
                <a:gd name="T54" fmla="*/ 2147483647 w 322"/>
                <a:gd name="T55" fmla="*/ 2147483647 h 267"/>
                <a:gd name="T56" fmla="*/ 2147483647 w 322"/>
                <a:gd name="T57" fmla="*/ 2147483647 h 267"/>
                <a:gd name="T58" fmla="*/ 2147483647 w 322"/>
                <a:gd name="T59" fmla="*/ 2147483647 h 267"/>
                <a:gd name="T60" fmla="*/ 2147483647 w 322"/>
                <a:gd name="T61" fmla="*/ 2147483647 h 267"/>
                <a:gd name="T62" fmla="*/ 2147483647 w 322"/>
                <a:gd name="T63" fmla="*/ 2147483647 h 267"/>
                <a:gd name="T64" fmla="*/ 2147483647 w 322"/>
                <a:gd name="T65" fmla="*/ 2147483647 h 267"/>
                <a:gd name="T66" fmla="*/ 2147483647 w 322"/>
                <a:gd name="T67" fmla="*/ 2147483647 h 267"/>
                <a:gd name="T68" fmla="*/ 2147483647 w 322"/>
                <a:gd name="T69" fmla="*/ 2147483647 h 267"/>
                <a:gd name="T70" fmla="*/ 2147483647 w 322"/>
                <a:gd name="T71" fmla="*/ 2147483647 h 267"/>
                <a:gd name="T72" fmla="*/ 2147483647 w 322"/>
                <a:gd name="T73" fmla="*/ 2147483647 h 267"/>
                <a:gd name="T74" fmla="*/ 2147483647 w 322"/>
                <a:gd name="T75" fmla="*/ 2147483647 h 267"/>
                <a:gd name="T76" fmla="*/ 2147483647 w 322"/>
                <a:gd name="T77" fmla="*/ 2147483647 h 267"/>
                <a:gd name="T78" fmla="*/ 2147483647 w 322"/>
                <a:gd name="T79" fmla="*/ 2147483647 h 267"/>
                <a:gd name="T80" fmla="*/ 2147483647 w 322"/>
                <a:gd name="T81" fmla="*/ 2147483647 h 267"/>
                <a:gd name="T82" fmla="*/ 2147483647 w 322"/>
                <a:gd name="T83" fmla="*/ 2147483647 h 267"/>
                <a:gd name="T84" fmla="*/ 2147483647 w 322"/>
                <a:gd name="T85" fmla="*/ 2147483647 h 267"/>
                <a:gd name="T86" fmla="*/ 2147483647 w 322"/>
                <a:gd name="T87" fmla="*/ 2147483647 h 267"/>
                <a:gd name="T88" fmla="*/ 2147483647 w 322"/>
                <a:gd name="T89" fmla="*/ 2147483647 h 267"/>
                <a:gd name="T90" fmla="*/ 2147483647 w 322"/>
                <a:gd name="T91" fmla="*/ 2147483647 h 267"/>
                <a:gd name="T92" fmla="*/ 2147483647 w 322"/>
                <a:gd name="T93" fmla="*/ 2147483647 h 267"/>
                <a:gd name="T94" fmla="*/ 2147483647 w 322"/>
                <a:gd name="T95" fmla="*/ 2147483647 h 26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322"/>
                <a:gd name="T145" fmla="*/ 0 h 267"/>
                <a:gd name="T146" fmla="*/ 322 w 322"/>
                <a:gd name="T147" fmla="*/ 267 h 26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322" h="267">
                  <a:moveTo>
                    <a:pt x="140" y="181"/>
                  </a:moveTo>
                  <a:cubicBezTo>
                    <a:pt x="140" y="224"/>
                    <a:pt x="140" y="224"/>
                    <a:pt x="140" y="224"/>
                  </a:cubicBezTo>
                  <a:cubicBezTo>
                    <a:pt x="140" y="228"/>
                    <a:pt x="144" y="232"/>
                    <a:pt x="148" y="232"/>
                  </a:cubicBezTo>
                  <a:cubicBezTo>
                    <a:pt x="153" y="232"/>
                    <a:pt x="156" y="228"/>
                    <a:pt x="156" y="224"/>
                  </a:cubicBezTo>
                  <a:cubicBezTo>
                    <a:pt x="156" y="181"/>
                    <a:pt x="156" y="181"/>
                    <a:pt x="156" y="181"/>
                  </a:cubicBezTo>
                  <a:cubicBezTo>
                    <a:pt x="156" y="176"/>
                    <a:pt x="153" y="173"/>
                    <a:pt x="148" y="173"/>
                  </a:cubicBezTo>
                  <a:cubicBezTo>
                    <a:pt x="144" y="173"/>
                    <a:pt x="140" y="176"/>
                    <a:pt x="140" y="181"/>
                  </a:cubicBezTo>
                  <a:close/>
                  <a:moveTo>
                    <a:pt x="182" y="173"/>
                  </a:moveTo>
                  <a:cubicBezTo>
                    <a:pt x="178" y="173"/>
                    <a:pt x="174" y="176"/>
                    <a:pt x="174" y="181"/>
                  </a:cubicBezTo>
                  <a:cubicBezTo>
                    <a:pt x="174" y="223"/>
                    <a:pt x="174" y="223"/>
                    <a:pt x="174" y="223"/>
                  </a:cubicBezTo>
                  <a:cubicBezTo>
                    <a:pt x="174" y="227"/>
                    <a:pt x="178" y="231"/>
                    <a:pt x="182" y="231"/>
                  </a:cubicBezTo>
                  <a:cubicBezTo>
                    <a:pt x="212" y="231"/>
                    <a:pt x="212" y="231"/>
                    <a:pt x="212" y="231"/>
                  </a:cubicBezTo>
                  <a:cubicBezTo>
                    <a:pt x="217" y="231"/>
                    <a:pt x="220" y="227"/>
                    <a:pt x="220" y="223"/>
                  </a:cubicBezTo>
                  <a:cubicBezTo>
                    <a:pt x="220" y="181"/>
                    <a:pt x="220" y="181"/>
                    <a:pt x="220" y="181"/>
                  </a:cubicBezTo>
                  <a:cubicBezTo>
                    <a:pt x="220" y="176"/>
                    <a:pt x="217" y="173"/>
                    <a:pt x="212" y="173"/>
                  </a:cubicBezTo>
                  <a:lnTo>
                    <a:pt x="182" y="173"/>
                  </a:lnTo>
                  <a:close/>
                  <a:moveTo>
                    <a:pt x="247" y="173"/>
                  </a:moveTo>
                  <a:cubicBezTo>
                    <a:pt x="242" y="173"/>
                    <a:pt x="239" y="176"/>
                    <a:pt x="239" y="181"/>
                  </a:cubicBezTo>
                  <a:cubicBezTo>
                    <a:pt x="239" y="223"/>
                    <a:pt x="239" y="223"/>
                    <a:pt x="239" y="223"/>
                  </a:cubicBezTo>
                  <a:cubicBezTo>
                    <a:pt x="239" y="227"/>
                    <a:pt x="242" y="231"/>
                    <a:pt x="247" y="231"/>
                  </a:cubicBezTo>
                  <a:cubicBezTo>
                    <a:pt x="277" y="231"/>
                    <a:pt x="277" y="231"/>
                    <a:pt x="277" y="231"/>
                  </a:cubicBezTo>
                  <a:cubicBezTo>
                    <a:pt x="281" y="231"/>
                    <a:pt x="285" y="227"/>
                    <a:pt x="285" y="223"/>
                  </a:cubicBezTo>
                  <a:cubicBezTo>
                    <a:pt x="285" y="181"/>
                    <a:pt x="285" y="181"/>
                    <a:pt x="285" y="181"/>
                  </a:cubicBezTo>
                  <a:cubicBezTo>
                    <a:pt x="285" y="176"/>
                    <a:pt x="281" y="173"/>
                    <a:pt x="277" y="173"/>
                  </a:cubicBezTo>
                  <a:lnTo>
                    <a:pt x="247" y="173"/>
                  </a:lnTo>
                  <a:close/>
                  <a:moveTo>
                    <a:pt x="314" y="173"/>
                  </a:moveTo>
                  <a:cubicBezTo>
                    <a:pt x="318" y="173"/>
                    <a:pt x="322" y="169"/>
                    <a:pt x="322" y="165"/>
                  </a:cubicBezTo>
                  <a:cubicBezTo>
                    <a:pt x="322" y="150"/>
                    <a:pt x="322" y="150"/>
                    <a:pt x="322" y="150"/>
                  </a:cubicBezTo>
                  <a:cubicBezTo>
                    <a:pt x="322" y="142"/>
                    <a:pt x="315" y="135"/>
                    <a:pt x="307" y="135"/>
                  </a:cubicBezTo>
                  <a:cubicBezTo>
                    <a:pt x="15" y="135"/>
                    <a:pt x="15" y="135"/>
                    <a:pt x="15" y="135"/>
                  </a:cubicBezTo>
                  <a:cubicBezTo>
                    <a:pt x="7" y="135"/>
                    <a:pt x="0" y="142"/>
                    <a:pt x="0" y="150"/>
                  </a:cubicBezTo>
                  <a:cubicBezTo>
                    <a:pt x="0" y="252"/>
                    <a:pt x="0" y="252"/>
                    <a:pt x="0" y="252"/>
                  </a:cubicBezTo>
                  <a:cubicBezTo>
                    <a:pt x="0" y="261"/>
                    <a:pt x="7" y="267"/>
                    <a:pt x="15" y="267"/>
                  </a:cubicBezTo>
                  <a:cubicBezTo>
                    <a:pt x="307" y="267"/>
                    <a:pt x="307" y="267"/>
                    <a:pt x="307" y="267"/>
                  </a:cubicBezTo>
                  <a:cubicBezTo>
                    <a:pt x="315" y="267"/>
                    <a:pt x="322" y="261"/>
                    <a:pt x="322" y="252"/>
                  </a:cubicBezTo>
                  <a:cubicBezTo>
                    <a:pt x="322" y="196"/>
                    <a:pt x="322" y="196"/>
                    <a:pt x="322" y="196"/>
                  </a:cubicBezTo>
                  <a:cubicBezTo>
                    <a:pt x="322" y="192"/>
                    <a:pt x="318" y="188"/>
                    <a:pt x="314" y="188"/>
                  </a:cubicBezTo>
                  <a:cubicBezTo>
                    <a:pt x="310" y="188"/>
                    <a:pt x="306" y="192"/>
                    <a:pt x="306" y="196"/>
                  </a:cubicBezTo>
                  <a:cubicBezTo>
                    <a:pt x="306" y="251"/>
                    <a:pt x="306" y="251"/>
                    <a:pt x="306" y="251"/>
                  </a:cubicBezTo>
                  <a:cubicBezTo>
                    <a:pt x="16" y="251"/>
                    <a:pt x="16" y="251"/>
                    <a:pt x="16" y="251"/>
                  </a:cubicBezTo>
                  <a:cubicBezTo>
                    <a:pt x="16" y="151"/>
                    <a:pt x="16" y="151"/>
                    <a:pt x="16" y="151"/>
                  </a:cubicBezTo>
                  <a:cubicBezTo>
                    <a:pt x="306" y="151"/>
                    <a:pt x="306" y="151"/>
                    <a:pt x="306" y="151"/>
                  </a:cubicBezTo>
                  <a:cubicBezTo>
                    <a:pt x="306" y="165"/>
                    <a:pt x="306" y="165"/>
                    <a:pt x="306" y="165"/>
                  </a:cubicBezTo>
                  <a:cubicBezTo>
                    <a:pt x="306" y="169"/>
                    <a:pt x="310" y="173"/>
                    <a:pt x="314" y="173"/>
                  </a:cubicBezTo>
                  <a:close/>
                  <a:moveTo>
                    <a:pt x="37" y="181"/>
                  </a:moveTo>
                  <a:cubicBezTo>
                    <a:pt x="37" y="224"/>
                    <a:pt x="37" y="224"/>
                    <a:pt x="37" y="224"/>
                  </a:cubicBezTo>
                  <a:cubicBezTo>
                    <a:pt x="37" y="228"/>
                    <a:pt x="41" y="232"/>
                    <a:pt x="45" y="232"/>
                  </a:cubicBezTo>
                  <a:cubicBezTo>
                    <a:pt x="50" y="232"/>
                    <a:pt x="53" y="228"/>
                    <a:pt x="53" y="224"/>
                  </a:cubicBezTo>
                  <a:cubicBezTo>
                    <a:pt x="53" y="181"/>
                    <a:pt x="53" y="181"/>
                    <a:pt x="53" y="181"/>
                  </a:cubicBezTo>
                  <a:cubicBezTo>
                    <a:pt x="53" y="176"/>
                    <a:pt x="50" y="173"/>
                    <a:pt x="45" y="173"/>
                  </a:cubicBezTo>
                  <a:cubicBezTo>
                    <a:pt x="41" y="173"/>
                    <a:pt x="37" y="176"/>
                    <a:pt x="37" y="181"/>
                  </a:cubicBezTo>
                  <a:close/>
                  <a:moveTo>
                    <a:pt x="106" y="181"/>
                  </a:moveTo>
                  <a:cubicBezTo>
                    <a:pt x="106" y="224"/>
                    <a:pt x="106" y="224"/>
                    <a:pt x="106" y="224"/>
                  </a:cubicBezTo>
                  <a:cubicBezTo>
                    <a:pt x="106" y="228"/>
                    <a:pt x="109" y="232"/>
                    <a:pt x="114" y="232"/>
                  </a:cubicBezTo>
                  <a:cubicBezTo>
                    <a:pt x="118" y="232"/>
                    <a:pt x="122" y="228"/>
                    <a:pt x="122" y="224"/>
                  </a:cubicBezTo>
                  <a:cubicBezTo>
                    <a:pt x="122" y="181"/>
                    <a:pt x="122" y="181"/>
                    <a:pt x="122" y="181"/>
                  </a:cubicBezTo>
                  <a:cubicBezTo>
                    <a:pt x="122" y="176"/>
                    <a:pt x="118" y="173"/>
                    <a:pt x="114" y="173"/>
                  </a:cubicBezTo>
                  <a:cubicBezTo>
                    <a:pt x="109" y="173"/>
                    <a:pt x="106" y="176"/>
                    <a:pt x="106" y="181"/>
                  </a:cubicBezTo>
                  <a:close/>
                  <a:moveTo>
                    <a:pt x="71" y="181"/>
                  </a:moveTo>
                  <a:cubicBezTo>
                    <a:pt x="71" y="224"/>
                    <a:pt x="71" y="224"/>
                    <a:pt x="71" y="224"/>
                  </a:cubicBezTo>
                  <a:cubicBezTo>
                    <a:pt x="71" y="228"/>
                    <a:pt x="75" y="232"/>
                    <a:pt x="79" y="232"/>
                  </a:cubicBezTo>
                  <a:cubicBezTo>
                    <a:pt x="84" y="232"/>
                    <a:pt x="87" y="228"/>
                    <a:pt x="87" y="224"/>
                  </a:cubicBezTo>
                  <a:cubicBezTo>
                    <a:pt x="87" y="181"/>
                    <a:pt x="87" y="181"/>
                    <a:pt x="87" y="181"/>
                  </a:cubicBezTo>
                  <a:cubicBezTo>
                    <a:pt x="87" y="176"/>
                    <a:pt x="84" y="173"/>
                    <a:pt x="79" y="173"/>
                  </a:cubicBezTo>
                  <a:cubicBezTo>
                    <a:pt x="75" y="173"/>
                    <a:pt x="71" y="176"/>
                    <a:pt x="71" y="181"/>
                  </a:cubicBezTo>
                  <a:close/>
                  <a:moveTo>
                    <a:pt x="76" y="51"/>
                  </a:moveTo>
                  <a:cubicBezTo>
                    <a:pt x="76" y="51"/>
                    <a:pt x="76" y="51"/>
                    <a:pt x="76" y="51"/>
                  </a:cubicBezTo>
                  <a:cubicBezTo>
                    <a:pt x="100" y="28"/>
                    <a:pt x="130" y="16"/>
                    <a:pt x="161" y="16"/>
                  </a:cubicBezTo>
                  <a:cubicBezTo>
                    <a:pt x="192" y="16"/>
                    <a:pt x="223" y="28"/>
                    <a:pt x="246" y="51"/>
                  </a:cubicBezTo>
                  <a:cubicBezTo>
                    <a:pt x="250" y="55"/>
                    <a:pt x="255" y="55"/>
                    <a:pt x="258" y="51"/>
                  </a:cubicBezTo>
                  <a:cubicBezTo>
                    <a:pt x="259" y="50"/>
                    <a:pt x="260" y="48"/>
                    <a:pt x="260" y="46"/>
                  </a:cubicBezTo>
                  <a:cubicBezTo>
                    <a:pt x="260" y="44"/>
                    <a:pt x="259" y="42"/>
                    <a:pt x="258" y="40"/>
                  </a:cubicBezTo>
                  <a:cubicBezTo>
                    <a:pt x="231" y="13"/>
                    <a:pt x="196" y="0"/>
                    <a:pt x="161" y="0"/>
                  </a:cubicBezTo>
                  <a:cubicBezTo>
                    <a:pt x="126" y="0"/>
                    <a:pt x="91" y="13"/>
                    <a:pt x="65" y="40"/>
                  </a:cubicBezTo>
                  <a:cubicBezTo>
                    <a:pt x="62" y="43"/>
                    <a:pt x="62" y="48"/>
                    <a:pt x="65" y="51"/>
                  </a:cubicBezTo>
                  <a:cubicBezTo>
                    <a:pt x="68" y="55"/>
                    <a:pt x="73" y="55"/>
                    <a:pt x="76" y="51"/>
                  </a:cubicBezTo>
                  <a:close/>
                  <a:moveTo>
                    <a:pt x="119" y="95"/>
                  </a:moveTo>
                  <a:cubicBezTo>
                    <a:pt x="116" y="98"/>
                    <a:pt x="116" y="103"/>
                    <a:pt x="119" y="106"/>
                  </a:cubicBezTo>
                  <a:cubicBezTo>
                    <a:pt x="122" y="109"/>
                    <a:pt x="127" y="109"/>
                    <a:pt x="130" y="106"/>
                  </a:cubicBezTo>
                  <a:cubicBezTo>
                    <a:pt x="139" y="97"/>
                    <a:pt x="150" y="93"/>
                    <a:pt x="161" y="93"/>
                  </a:cubicBezTo>
                  <a:cubicBezTo>
                    <a:pt x="172" y="93"/>
                    <a:pt x="183" y="97"/>
                    <a:pt x="192" y="106"/>
                  </a:cubicBezTo>
                  <a:cubicBezTo>
                    <a:pt x="195" y="109"/>
                    <a:pt x="200" y="109"/>
                    <a:pt x="203" y="106"/>
                  </a:cubicBezTo>
                  <a:cubicBezTo>
                    <a:pt x="205" y="104"/>
                    <a:pt x="206" y="102"/>
                    <a:pt x="206" y="100"/>
                  </a:cubicBezTo>
                  <a:cubicBezTo>
                    <a:pt x="206" y="98"/>
                    <a:pt x="205" y="96"/>
                    <a:pt x="203" y="95"/>
                  </a:cubicBezTo>
                  <a:cubicBezTo>
                    <a:pt x="192" y="83"/>
                    <a:pt x="176" y="77"/>
                    <a:pt x="161" y="77"/>
                  </a:cubicBezTo>
                  <a:cubicBezTo>
                    <a:pt x="146" y="77"/>
                    <a:pt x="131" y="83"/>
                    <a:pt x="119" y="95"/>
                  </a:cubicBezTo>
                  <a:close/>
                  <a:moveTo>
                    <a:pt x="231" y="79"/>
                  </a:moveTo>
                  <a:cubicBezTo>
                    <a:pt x="232" y="77"/>
                    <a:pt x="233" y="75"/>
                    <a:pt x="233" y="73"/>
                  </a:cubicBezTo>
                  <a:cubicBezTo>
                    <a:pt x="233" y="71"/>
                    <a:pt x="232" y="69"/>
                    <a:pt x="231" y="67"/>
                  </a:cubicBezTo>
                  <a:cubicBezTo>
                    <a:pt x="211" y="48"/>
                    <a:pt x="186" y="39"/>
                    <a:pt x="161" y="39"/>
                  </a:cubicBezTo>
                  <a:cubicBezTo>
                    <a:pt x="136" y="39"/>
                    <a:pt x="111" y="48"/>
                    <a:pt x="92" y="67"/>
                  </a:cubicBezTo>
                  <a:cubicBezTo>
                    <a:pt x="89" y="71"/>
                    <a:pt x="89" y="76"/>
                    <a:pt x="92" y="79"/>
                  </a:cubicBezTo>
                  <a:cubicBezTo>
                    <a:pt x="95" y="82"/>
                    <a:pt x="100" y="82"/>
                    <a:pt x="103" y="79"/>
                  </a:cubicBezTo>
                  <a:cubicBezTo>
                    <a:pt x="119" y="63"/>
                    <a:pt x="140" y="55"/>
                    <a:pt x="161" y="55"/>
                  </a:cubicBezTo>
                  <a:cubicBezTo>
                    <a:pt x="182" y="55"/>
                    <a:pt x="203" y="63"/>
                    <a:pt x="219" y="79"/>
                  </a:cubicBezTo>
                  <a:cubicBezTo>
                    <a:pt x="222" y="82"/>
                    <a:pt x="227" y="82"/>
                    <a:pt x="231" y="79"/>
                  </a:cubicBezTo>
                  <a:close/>
                </a:path>
              </a:pathLst>
            </a:custGeom>
            <a:blipFill dpi="0" rotWithShape="1">
              <a:blip r:embed="rId10"/>
              <a:srcRect/>
              <a:stretch>
                <a:fillRect/>
              </a:stretch>
            </a:blipFill>
            <a:ln w="9525">
              <a:noFill/>
              <a:round/>
              <a:headEnd/>
              <a:tailEnd/>
            </a:ln>
          </p:spPr>
          <p:txBody>
            <a:bodyPr/>
            <a:lstStyle/>
            <a:p>
              <a:endParaRPr lang="en-GB"/>
            </a:p>
          </p:txBody>
        </p:sp>
        <p:sp>
          <p:nvSpPr>
            <p:cNvPr id="31827" name="Freeform 6"/>
            <p:cNvSpPr>
              <a:spLocks noEditPoints="1"/>
            </p:cNvSpPr>
            <p:nvPr/>
          </p:nvSpPr>
          <p:spPr bwMode="auto">
            <a:xfrm>
              <a:off x="3870426" y="3345304"/>
              <a:ext cx="117779" cy="122554"/>
            </a:xfrm>
            <a:custGeom>
              <a:avLst/>
              <a:gdLst>
                <a:gd name="T0" fmla="*/ 2147483647 w 394"/>
                <a:gd name="T1" fmla="*/ 2147483647 h 395"/>
                <a:gd name="T2" fmla="*/ 2147483647 w 394"/>
                <a:gd name="T3" fmla="*/ 2147483647 h 395"/>
                <a:gd name="T4" fmla="*/ 2147483647 w 394"/>
                <a:gd name="T5" fmla="*/ 2147483647 h 395"/>
                <a:gd name="T6" fmla="*/ 2147483647 w 394"/>
                <a:gd name="T7" fmla="*/ 2147483647 h 395"/>
                <a:gd name="T8" fmla="*/ 2147483647 w 394"/>
                <a:gd name="T9" fmla="*/ 0 h 395"/>
                <a:gd name="T10" fmla="*/ 2147483647 w 394"/>
                <a:gd name="T11" fmla="*/ 2147483647 h 395"/>
                <a:gd name="T12" fmla="*/ 2147483647 w 394"/>
                <a:gd name="T13" fmla="*/ 2147483647 h 395"/>
                <a:gd name="T14" fmla="*/ 2147483647 w 394"/>
                <a:gd name="T15" fmla="*/ 2147483647 h 395"/>
                <a:gd name="T16" fmla="*/ 2147483647 w 394"/>
                <a:gd name="T17" fmla="*/ 2147483647 h 395"/>
                <a:gd name="T18" fmla="*/ 2147483647 w 394"/>
                <a:gd name="T19" fmla="*/ 2147483647 h 395"/>
                <a:gd name="T20" fmla="*/ 2147483647 w 394"/>
                <a:gd name="T21" fmla="*/ 2147483647 h 395"/>
                <a:gd name="T22" fmla="*/ 2147483647 w 394"/>
                <a:gd name="T23" fmla="*/ 2147483647 h 395"/>
                <a:gd name="T24" fmla="*/ 2147483647 w 394"/>
                <a:gd name="T25" fmla="*/ 2147483647 h 395"/>
                <a:gd name="T26" fmla="*/ 2147483647 w 394"/>
                <a:gd name="T27" fmla="*/ 2147483647 h 395"/>
                <a:gd name="T28" fmla="*/ 2147483647 w 394"/>
                <a:gd name="T29" fmla="*/ 2147483647 h 395"/>
                <a:gd name="T30" fmla="*/ 2147483647 w 394"/>
                <a:gd name="T31" fmla="*/ 2147483647 h 395"/>
                <a:gd name="T32" fmla="*/ 2147483647 w 394"/>
                <a:gd name="T33" fmla="*/ 2147483647 h 395"/>
                <a:gd name="T34" fmla="*/ 2147483647 w 394"/>
                <a:gd name="T35" fmla="*/ 2147483647 h 395"/>
                <a:gd name="T36" fmla="*/ 2147483647 w 394"/>
                <a:gd name="T37" fmla="*/ 2147483647 h 395"/>
                <a:gd name="T38" fmla="*/ 2147483647 w 394"/>
                <a:gd name="T39" fmla="*/ 2147483647 h 395"/>
                <a:gd name="T40" fmla="*/ 2147483647 w 394"/>
                <a:gd name="T41" fmla="*/ 2147483647 h 395"/>
                <a:gd name="T42" fmla="*/ 2147483647 w 394"/>
                <a:gd name="T43" fmla="*/ 2147483647 h 395"/>
                <a:gd name="T44" fmla="*/ 2147483647 w 394"/>
                <a:gd name="T45" fmla="*/ 2147483647 h 395"/>
                <a:gd name="T46" fmla="*/ 2147483647 w 394"/>
                <a:gd name="T47" fmla="*/ 2147483647 h 395"/>
                <a:gd name="T48" fmla="*/ 2147483647 w 394"/>
                <a:gd name="T49" fmla="*/ 2147483647 h 395"/>
                <a:gd name="T50" fmla="*/ 2147483647 w 394"/>
                <a:gd name="T51" fmla="*/ 2147483647 h 395"/>
                <a:gd name="T52" fmla="*/ 2147483647 w 394"/>
                <a:gd name="T53" fmla="*/ 2147483647 h 395"/>
                <a:gd name="T54" fmla="*/ 2147483647 w 394"/>
                <a:gd name="T55" fmla="*/ 2147483647 h 395"/>
                <a:gd name="T56" fmla="*/ 2147483647 w 394"/>
                <a:gd name="T57" fmla="*/ 2147483647 h 395"/>
                <a:gd name="T58" fmla="*/ 2147483647 w 394"/>
                <a:gd name="T59" fmla="*/ 2147483647 h 395"/>
                <a:gd name="T60" fmla="*/ 2147483647 w 394"/>
                <a:gd name="T61" fmla="*/ 2147483647 h 395"/>
                <a:gd name="T62" fmla="*/ 2147483647 w 394"/>
                <a:gd name="T63" fmla="*/ 2147483647 h 395"/>
                <a:gd name="T64" fmla="*/ 2147483647 w 394"/>
                <a:gd name="T65" fmla="*/ 2147483647 h 395"/>
                <a:gd name="T66" fmla="*/ 2147483647 w 394"/>
                <a:gd name="T67" fmla="*/ 2147483647 h 395"/>
                <a:gd name="T68" fmla="*/ 2147483647 w 394"/>
                <a:gd name="T69" fmla="*/ 2147483647 h 395"/>
                <a:gd name="T70" fmla="*/ 2147483647 w 394"/>
                <a:gd name="T71" fmla="*/ 2147483647 h 395"/>
                <a:gd name="T72" fmla="*/ 2147483647 w 394"/>
                <a:gd name="T73" fmla="*/ 2147483647 h 395"/>
                <a:gd name="T74" fmla="*/ 2147483647 w 394"/>
                <a:gd name="T75" fmla="*/ 2147483647 h 395"/>
                <a:gd name="T76" fmla="*/ 2147483647 w 394"/>
                <a:gd name="T77" fmla="*/ 2147483647 h 395"/>
                <a:gd name="T78" fmla="*/ 2147483647 w 394"/>
                <a:gd name="T79" fmla="*/ 2147483647 h 395"/>
                <a:gd name="T80" fmla="*/ 2147483647 w 394"/>
                <a:gd name="T81" fmla="*/ 2147483647 h 395"/>
                <a:gd name="T82" fmla="*/ 2147483647 w 394"/>
                <a:gd name="T83" fmla="*/ 2147483647 h 395"/>
                <a:gd name="T84" fmla="*/ 2147483647 w 394"/>
                <a:gd name="T85" fmla="*/ 2147483647 h 395"/>
                <a:gd name="T86" fmla="*/ 2147483647 w 394"/>
                <a:gd name="T87" fmla="*/ 2147483647 h 395"/>
                <a:gd name="T88" fmla="*/ 2147483647 w 394"/>
                <a:gd name="T89" fmla="*/ 2147483647 h 395"/>
                <a:gd name="T90" fmla="*/ 2147483647 w 394"/>
                <a:gd name="T91" fmla="*/ 2147483647 h 395"/>
                <a:gd name="T92" fmla="*/ 2147483647 w 394"/>
                <a:gd name="T93" fmla="*/ 2147483647 h 395"/>
                <a:gd name="T94" fmla="*/ 2147483647 w 394"/>
                <a:gd name="T95" fmla="*/ 2147483647 h 395"/>
                <a:gd name="T96" fmla="*/ 2147483647 w 394"/>
                <a:gd name="T97" fmla="*/ 2147483647 h 395"/>
                <a:gd name="T98" fmla="*/ 2147483647 w 394"/>
                <a:gd name="T99" fmla="*/ 2147483647 h 395"/>
                <a:gd name="T100" fmla="*/ 2147483647 w 394"/>
                <a:gd name="T101" fmla="*/ 2147483647 h 395"/>
                <a:gd name="T102" fmla="*/ 2147483647 w 394"/>
                <a:gd name="T103" fmla="*/ 2147483647 h 395"/>
                <a:gd name="T104" fmla="*/ 2147483647 w 394"/>
                <a:gd name="T105" fmla="*/ 2147483647 h 395"/>
                <a:gd name="T106" fmla="*/ 2147483647 w 394"/>
                <a:gd name="T107" fmla="*/ 2147483647 h 395"/>
                <a:gd name="T108" fmla="*/ 2147483647 w 394"/>
                <a:gd name="T109" fmla="*/ 2147483647 h 395"/>
                <a:gd name="T110" fmla="*/ 2147483647 w 394"/>
                <a:gd name="T111" fmla="*/ 2147483647 h 395"/>
                <a:gd name="T112" fmla="*/ 2147483647 w 394"/>
                <a:gd name="T113" fmla="*/ 2147483647 h 395"/>
                <a:gd name="T114" fmla="*/ 2147483647 w 394"/>
                <a:gd name="T115" fmla="*/ 2147483647 h 395"/>
                <a:gd name="T116" fmla="*/ 2147483647 w 394"/>
                <a:gd name="T117" fmla="*/ 2147483647 h 395"/>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394"/>
                <a:gd name="T178" fmla="*/ 0 h 395"/>
                <a:gd name="T179" fmla="*/ 394 w 394"/>
                <a:gd name="T180" fmla="*/ 395 h 395"/>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394" h="395">
                  <a:moveTo>
                    <a:pt x="348" y="70"/>
                  </a:moveTo>
                  <a:cubicBezTo>
                    <a:pt x="345" y="67"/>
                    <a:pt x="340" y="66"/>
                    <a:pt x="337" y="69"/>
                  </a:cubicBezTo>
                  <a:cubicBezTo>
                    <a:pt x="333" y="72"/>
                    <a:pt x="333" y="77"/>
                    <a:pt x="336" y="81"/>
                  </a:cubicBezTo>
                  <a:cubicBezTo>
                    <a:pt x="362" y="112"/>
                    <a:pt x="378" y="153"/>
                    <a:pt x="378" y="198"/>
                  </a:cubicBezTo>
                  <a:cubicBezTo>
                    <a:pt x="378" y="248"/>
                    <a:pt x="358" y="293"/>
                    <a:pt x="325" y="326"/>
                  </a:cubicBezTo>
                  <a:cubicBezTo>
                    <a:pt x="292" y="359"/>
                    <a:pt x="247" y="379"/>
                    <a:pt x="197" y="379"/>
                  </a:cubicBezTo>
                  <a:cubicBezTo>
                    <a:pt x="147" y="379"/>
                    <a:pt x="102" y="359"/>
                    <a:pt x="69" y="326"/>
                  </a:cubicBezTo>
                  <a:cubicBezTo>
                    <a:pt x="36" y="293"/>
                    <a:pt x="16" y="248"/>
                    <a:pt x="16" y="198"/>
                  </a:cubicBezTo>
                  <a:cubicBezTo>
                    <a:pt x="16" y="147"/>
                    <a:pt x="36" y="102"/>
                    <a:pt x="69" y="69"/>
                  </a:cubicBezTo>
                  <a:cubicBezTo>
                    <a:pt x="102" y="37"/>
                    <a:pt x="147" y="16"/>
                    <a:pt x="197" y="16"/>
                  </a:cubicBezTo>
                  <a:cubicBezTo>
                    <a:pt x="242" y="16"/>
                    <a:pt x="282" y="32"/>
                    <a:pt x="314" y="59"/>
                  </a:cubicBezTo>
                  <a:cubicBezTo>
                    <a:pt x="317" y="62"/>
                    <a:pt x="322" y="61"/>
                    <a:pt x="325" y="58"/>
                  </a:cubicBezTo>
                  <a:cubicBezTo>
                    <a:pt x="328" y="55"/>
                    <a:pt x="328" y="50"/>
                    <a:pt x="324" y="47"/>
                  </a:cubicBezTo>
                  <a:cubicBezTo>
                    <a:pt x="324" y="47"/>
                    <a:pt x="324" y="47"/>
                    <a:pt x="324" y="47"/>
                  </a:cubicBezTo>
                  <a:cubicBezTo>
                    <a:pt x="290" y="18"/>
                    <a:pt x="245" y="0"/>
                    <a:pt x="197" y="0"/>
                  </a:cubicBezTo>
                  <a:cubicBezTo>
                    <a:pt x="88" y="0"/>
                    <a:pt x="0" y="89"/>
                    <a:pt x="0" y="198"/>
                  </a:cubicBezTo>
                  <a:cubicBezTo>
                    <a:pt x="0" y="307"/>
                    <a:pt x="88" y="395"/>
                    <a:pt x="197" y="395"/>
                  </a:cubicBezTo>
                  <a:cubicBezTo>
                    <a:pt x="306" y="395"/>
                    <a:pt x="394" y="307"/>
                    <a:pt x="394" y="198"/>
                  </a:cubicBezTo>
                  <a:cubicBezTo>
                    <a:pt x="394" y="149"/>
                    <a:pt x="377" y="105"/>
                    <a:pt x="348" y="70"/>
                  </a:cubicBezTo>
                  <a:close/>
                  <a:moveTo>
                    <a:pt x="327" y="103"/>
                  </a:moveTo>
                  <a:cubicBezTo>
                    <a:pt x="327" y="99"/>
                    <a:pt x="323" y="95"/>
                    <a:pt x="319" y="95"/>
                  </a:cubicBezTo>
                  <a:cubicBezTo>
                    <a:pt x="74" y="95"/>
                    <a:pt x="74" y="95"/>
                    <a:pt x="74" y="95"/>
                  </a:cubicBezTo>
                  <a:cubicBezTo>
                    <a:pt x="70" y="95"/>
                    <a:pt x="66" y="99"/>
                    <a:pt x="66" y="103"/>
                  </a:cubicBezTo>
                  <a:cubicBezTo>
                    <a:pt x="66" y="107"/>
                    <a:pt x="70" y="111"/>
                    <a:pt x="74" y="111"/>
                  </a:cubicBezTo>
                  <a:cubicBezTo>
                    <a:pt x="319" y="111"/>
                    <a:pt x="319" y="111"/>
                    <a:pt x="319" y="111"/>
                  </a:cubicBezTo>
                  <a:cubicBezTo>
                    <a:pt x="323" y="111"/>
                    <a:pt x="327" y="107"/>
                    <a:pt x="327" y="103"/>
                  </a:cubicBezTo>
                  <a:close/>
                  <a:moveTo>
                    <a:pt x="245" y="149"/>
                  </a:moveTo>
                  <a:cubicBezTo>
                    <a:pt x="239" y="149"/>
                    <a:pt x="234" y="154"/>
                    <a:pt x="234" y="159"/>
                  </a:cubicBezTo>
                  <a:cubicBezTo>
                    <a:pt x="234" y="236"/>
                    <a:pt x="234" y="236"/>
                    <a:pt x="234" y="236"/>
                  </a:cubicBezTo>
                  <a:cubicBezTo>
                    <a:pt x="234" y="242"/>
                    <a:pt x="239" y="246"/>
                    <a:pt x="245" y="246"/>
                  </a:cubicBezTo>
                  <a:cubicBezTo>
                    <a:pt x="282" y="246"/>
                    <a:pt x="282" y="246"/>
                    <a:pt x="282" y="246"/>
                  </a:cubicBezTo>
                  <a:cubicBezTo>
                    <a:pt x="288" y="246"/>
                    <a:pt x="292" y="242"/>
                    <a:pt x="292" y="236"/>
                  </a:cubicBezTo>
                  <a:cubicBezTo>
                    <a:pt x="292" y="159"/>
                    <a:pt x="292" y="159"/>
                    <a:pt x="292" y="159"/>
                  </a:cubicBezTo>
                  <a:cubicBezTo>
                    <a:pt x="292" y="154"/>
                    <a:pt x="288" y="149"/>
                    <a:pt x="282" y="149"/>
                  </a:cubicBezTo>
                  <a:lnTo>
                    <a:pt x="245" y="149"/>
                  </a:lnTo>
                  <a:close/>
                  <a:moveTo>
                    <a:pt x="284" y="210"/>
                  </a:moveTo>
                  <a:cubicBezTo>
                    <a:pt x="284" y="219"/>
                    <a:pt x="277" y="224"/>
                    <a:pt x="269" y="226"/>
                  </a:cubicBezTo>
                  <a:cubicBezTo>
                    <a:pt x="268" y="226"/>
                    <a:pt x="267" y="226"/>
                    <a:pt x="267" y="226"/>
                  </a:cubicBezTo>
                  <a:cubicBezTo>
                    <a:pt x="266" y="226"/>
                    <a:pt x="264" y="225"/>
                    <a:pt x="264" y="223"/>
                  </a:cubicBezTo>
                  <a:cubicBezTo>
                    <a:pt x="264" y="222"/>
                    <a:pt x="265" y="221"/>
                    <a:pt x="267" y="221"/>
                  </a:cubicBezTo>
                  <a:cubicBezTo>
                    <a:pt x="273" y="220"/>
                    <a:pt x="278" y="216"/>
                    <a:pt x="278" y="210"/>
                  </a:cubicBezTo>
                  <a:cubicBezTo>
                    <a:pt x="278" y="204"/>
                    <a:pt x="273" y="199"/>
                    <a:pt x="262" y="199"/>
                  </a:cubicBezTo>
                  <a:cubicBezTo>
                    <a:pt x="253" y="199"/>
                    <a:pt x="248" y="204"/>
                    <a:pt x="248" y="210"/>
                  </a:cubicBezTo>
                  <a:cubicBezTo>
                    <a:pt x="248" y="217"/>
                    <a:pt x="253" y="220"/>
                    <a:pt x="260" y="221"/>
                  </a:cubicBezTo>
                  <a:cubicBezTo>
                    <a:pt x="261" y="221"/>
                    <a:pt x="262" y="222"/>
                    <a:pt x="262" y="223"/>
                  </a:cubicBezTo>
                  <a:cubicBezTo>
                    <a:pt x="262" y="225"/>
                    <a:pt x="261" y="226"/>
                    <a:pt x="259" y="226"/>
                  </a:cubicBezTo>
                  <a:cubicBezTo>
                    <a:pt x="259" y="226"/>
                    <a:pt x="258" y="226"/>
                    <a:pt x="258" y="226"/>
                  </a:cubicBezTo>
                  <a:cubicBezTo>
                    <a:pt x="249" y="224"/>
                    <a:pt x="242" y="219"/>
                    <a:pt x="242" y="210"/>
                  </a:cubicBezTo>
                  <a:cubicBezTo>
                    <a:pt x="242" y="203"/>
                    <a:pt x="247" y="198"/>
                    <a:pt x="253" y="196"/>
                  </a:cubicBezTo>
                  <a:cubicBezTo>
                    <a:pt x="253" y="196"/>
                    <a:pt x="253" y="196"/>
                    <a:pt x="253" y="196"/>
                  </a:cubicBezTo>
                  <a:cubicBezTo>
                    <a:pt x="247" y="195"/>
                    <a:pt x="244" y="191"/>
                    <a:pt x="244" y="184"/>
                  </a:cubicBezTo>
                  <a:cubicBezTo>
                    <a:pt x="244" y="176"/>
                    <a:pt x="248" y="171"/>
                    <a:pt x="258" y="169"/>
                  </a:cubicBezTo>
                  <a:cubicBezTo>
                    <a:pt x="258" y="169"/>
                    <a:pt x="259" y="169"/>
                    <a:pt x="259" y="169"/>
                  </a:cubicBezTo>
                  <a:cubicBezTo>
                    <a:pt x="261" y="169"/>
                    <a:pt x="262" y="170"/>
                    <a:pt x="262" y="172"/>
                  </a:cubicBezTo>
                  <a:cubicBezTo>
                    <a:pt x="262" y="173"/>
                    <a:pt x="261" y="174"/>
                    <a:pt x="260" y="174"/>
                  </a:cubicBezTo>
                  <a:cubicBezTo>
                    <a:pt x="253" y="175"/>
                    <a:pt x="249" y="178"/>
                    <a:pt x="249" y="184"/>
                  </a:cubicBezTo>
                  <a:cubicBezTo>
                    <a:pt x="249" y="190"/>
                    <a:pt x="254" y="194"/>
                    <a:pt x="264" y="194"/>
                  </a:cubicBezTo>
                  <a:cubicBezTo>
                    <a:pt x="271" y="194"/>
                    <a:pt x="277" y="190"/>
                    <a:pt x="277" y="184"/>
                  </a:cubicBezTo>
                  <a:cubicBezTo>
                    <a:pt x="277" y="178"/>
                    <a:pt x="273" y="175"/>
                    <a:pt x="267" y="174"/>
                  </a:cubicBezTo>
                  <a:cubicBezTo>
                    <a:pt x="265" y="174"/>
                    <a:pt x="264" y="173"/>
                    <a:pt x="264" y="172"/>
                  </a:cubicBezTo>
                  <a:cubicBezTo>
                    <a:pt x="264" y="170"/>
                    <a:pt x="266" y="169"/>
                    <a:pt x="267" y="169"/>
                  </a:cubicBezTo>
                  <a:cubicBezTo>
                    <a:pt x="267" y="169"/>
                    <a:pt x="268" y="169"/>
                    <a:pt x="269" y="169"/>
                  </a:cubicBezTo>
                  <a:cubicBezTo>
                    <a:pt x="278" y="171"/>
                    <a:pt x="282" y="177"/>
                    <a:pt x="282" y="184"/>
                  </a:cubicBezTo>
                  <a:cubicBezTo>
                    <a:pt x="282" y="190"/>
                    <a:pt x="279" y="194"/>
                    <a:pt x="274" y="196"/>
                  </a:cubicBezTo>
                  <a:cubicBezTo>
                    <a:pt x="274" y="196"/>
                    <a:pt x="274" y="196"/>
                    <a:pt x="274" y="196"/>
                  </a:cubicBezTo>
                  <a:cubicBezTo>
                    <a:pt x="279" y="198"/>
                    <a:pt x="283" y="203"/>
                    <a:pt x="284" y="210"/>
                  </a:cubicBezTo>
                  <a:close/>
                  <a:moveTo>
                    <a:pt x="113" y="149"/>
                  </a:moveTo>
                  <a:cubicBezTo>
                    <a:pt x="107" y="149"/>
                    <a:pt x="102" y="154"/>
                    <a:pt x="102" y="159"/>
                  </a:cubicBezTo>
                  <a:cubicBezTo>
                    <a:pt x="102" y="236"/>
                    <a:pt x="102" y="236"/>
                    <a:pt x="102" y="236"/>
                  </a:cubicBezTo>
                  <a:cubicBezTo>
                    <a:pt x="102" y="242"/>
                    <a:pt x="107" y="246"/>
                    <a:pt x="113" y="246"/>
                  </a:cubicBezTo>
                  <a:cubicBezTo>
                    <a:pt x="150" y="246"/>
                    <a:pt x="150" y="246"/>
                    <a:pt x="150" y="246"/>
                  </a:cubicBezTo>
                  <a:cubicBezTo>
                    <a:pt x="156" y="246"/>
                    <a:pt x="161" y="242"/>
                    <a:pt x="161" y="236"/>
                  </a:cubicBezTo>
                  <a:cubicBezTo>
                    <a:pt x="161" y="159"/>
                    <a:pt x="161" y="159"/>
                    <a:pt x="161" y="159"/>
                  </a:cubicBezTo>
                  <a:cubicBezTo>
                    <a:pt x="161" y="154"/>
                    <a:pt x="156" y="149"/>
                    <a:pt x="150" y="149"/>
                  </a:cubicBezTo>
                  <a:lnTo>
                    <a:pt x="113" y="149"/>
                  </a:lnTo>
                  <a:close/>
                  <a:moveTo>
                    <a:pt x="116" y="226"/>
                  </a:moveTo>
                  <a:cubicBezTo>
                    <a:pt x="114" y="226"/>
                    <a:pt x="113" y="225"/>
                    <a:pt x="113" y="223"/>
                  </a:cubicBezTo>
                  <a:cubicBezTo>
                    <a:pt x="113" y="222"/>
                    <a:pt x="114" y="220"/>
                    <a:pt x="116" y="220"/>
                  </a:cubicBezTo>
                  <a:cubicBezTo>
                    <a:pt x="133" y="221"/>
                    <a:pt x="144" y="215"/>
                    <a:pt x="144" y="204"/>
                  </a:cubicBezTo>
                  <a:cubicBezTo>
                    <a:pt x="144" y="198"/>
                    <a:pt x="140" y="194"/>
                    <a:pt x="133" y="194"/>
                  </a:cubicBezTo>
                  <a:cubicBezTo>
                    <a:pt x="126" y="194"/>
                    <a:pt x="122" y="196"/>
                    <a:pt x="120" y="198"/>
                  </a:cubicBezTo>
                  <a:cubicBezTo>
                    <a:pt x="116" y="199"/>
                    <a:pt x="115" y="197"/>
                    <a:pt x="115" y="195"/>
                  </a:cubicBezTo>
                  <a:cubicBezTo>
                    <a:pt x="115" y="174"/>
                    <a:pt x="115" y="174"/>
                    <a:pt x="115" y="174"/>
                  </a:cubicBezTo>
                  <a:cubicBezTo>
                    <a:pt x="115" y="171"/>
                    <a:pt x="117" y="170"/>
                    <a:pt x="120" y="170"/>
                  </a:cubicBezTo>
                  <a:cubicBezTo>
                    <a:pt x="144" y="169"/>
                    <a:pt x="144" y="169"/>
                    <a:pt x="144" y="169"/>
                  </a:cubicBezTo>
                  <a:cubicBezTo>
                    <a:pt x="145" y="169"/>
                    <a:pt x="147" y="171"/>
                    <a:pt x="147" y="172"/>
                  </a:cubicBezTo>
                  <a:cubicBezTo>
                    <a:pt x="147" y="174"/>
                    <a:pt x="145" y="175"/>
                    <a:pt x="144" y="175"/>
                  </a:cubicBezTo>
                  <a:cubicBezTo>
                    <a:pt x="120" y="175"/>
                    <a:pt x="120" y="175"/>
                    <a:pt x="120" y="175"/>
                  </a:cubicBezTo>
                  <a:cubicBezTo>
                    <a:pt x="120" y="192"/>
                    <a:pt x="120" y="192"/>
                    <a:pt x="120" y="192"/>
                  </a:cubicBezTo>
                  <a:cubicBezTo>
                    <a:pt x="123" y="190"/>
                    <a:pt x="127" y="189"/>
                    <a:pt x="133" y="189"/>
                  </a:cubicBezTo>
                  <a:cubicBezTo>
                    <a:pt x="143" y="189"/>
                    <a:pt x="150" y="195"/>
                    <a:pt x="150" y="204"/>
                  </a:cubicBezTo>
                  <a:cubicBezTo>
                    <a:pt x="150" y="218"/>
                    <a:pt x="137" y="227"/>
                    <a:pt x="116" y="226"/>
                  </a:cubicBezTo>
                  <a:close/>
                  <a:moveTo>
                    <a:pt x="74" y="300"/>
                  </a:moveTo>
                  <a:cubicBezTo>
                    <a:pt x="319" y="300"/>
                    <a:pt x="319" y="300"/>
                    <a:pt x="319" y="300"/>
                  </a:cubicBezTo>
                  <a:cubicBezTo>
                    <a:pt x="323" y="300"/>
                    <a:pt x="327" y="297"/>
                    <a:pt x="327" y="292"/>
                  </a:cubicBezTo>
                  <a:cubicBezTo>
                    <a:pt x="327" y="288"/>
                    <a:pt x="323" y="284"/>
                    <a:pt x="319" y="284"/>
                  </a:cubicBezTo>
                  <a:cubicBezTo>
                    <a:pt x="74" y="284"/>
                    <a:pt x="74" y="284"/>
                    <a:pt x="74" y="284"/>
                  </a:cubicBezTo>
                  <a:cubicBezTo>
                    <a:pt x="70" y="284"/>
                    <a:pt x="66" y="288"/>
                    <a:pt x="66" y="292"/>
                  </a:cubicBezTo>
                  <a:cubicBezTo>
                    <a:pt x="66" y="297"/>
                    <a:pt x="70" y="300"/>
                    <a:pt x="74" y="300"/>
                  </a:cubicBezTo>
                  <a:close/>
                  <a:moveTo>
                    <a:pt x="37" y="159"/>
                  </a:moveTo>
                  <a:cubicBezTo>
                    <a:pt x="37" y="236"/>
                    <a:pt x="37" y="236"/>
                    <a:pt x="37" y="236"/>
                  </a:cubicBezTo>
                  <a:cubicBezTo>
                    <a:pt x="37" y="242"/>
                    <a:pt x="41" y="246"/>
                    <a:pt x="47" y="246"/>
                  </a:cubicBezTo>
                  <a:cubicBezTo>
                    <a:pt x="84" y="246"/>
                    <a:pt x="84" y="246"/>
                    <a:pt x="84" y="246"/>
                  </a:cubicBezTo>
                  <a:cubicBezTo>
                    <a:pt x="90" y="246"/>
                    <a:pt x="95" y="242"/>
                    <a:pt x="95" y="236"/>
                  </a:cubicBezTo>
                  <a:cubicBezTo>
                    <a:pt x="95" y="159"/>
                    <a:pt x="95" y="159"/>
                    <a:pt x="95" y="159"/>
                  </a:cubicBezTo>
                  <a:cubicBezTo>
                    <a:pt x="95" y="154"/>
                    <a:pt x="90" y="149"/>
                    <a:pt x="84" y="149"/>
                  </a:cubicBezTo>
                  <a:cubicBezTo>
                    <a:pt x="47" y="149"/>
                    <a:pt x="47" y="149"/>
                    <a:pt x="47" y="149"/>
                  </a:cubicBezTo>
                  <a:cubicBezTo>
                    <a:pt x="41" y="149"/>
                    <a:pt x="37" y="154"/>
                    <a:pt x="37" y="159"/>
                  </a:cubicBezTo>
                  <a:close/>
                  <a:moveTo>
                    <a:pt x="65" y="175"/>
                  </a:moveTo>
                  <a:cubicBezTo>
                    <a:pt x="59" y="175"/>
                    <a:pt x="55" y="177"/>
                    <a:pt x="53" y="181"/>
                  </a:cubicBezTo>
                  <a:cubicBezTo>
                    <a:pt x="53" y="181"/>
                    <a:pt x="52" y="182"/>
                    <a:pt x="51" y="182"/>
                  </a:cubicBezTo>
                  <a:cubicBezTo>
                    <a:pt x="50" y="182"/>
                    <a:pt x="48" y="181"/>
                    <a:pt x="48" y="180"/>
                  </a:cubicBezTo>
                  <a:cubicBezTo>
                    <a:pt x="47" y="179"/>
                    <a:pt x="48" y="178"/>
                    <a:pt x="48" y="178"/>
                  </a:cubicBezTo>
                  <a:cubicBezTo>
                    <a:pt x="51" y="174"/>
                    <a:pt x="56" y="169"/>
                    <a:pt x="65" y="169"/>
                  </a:cubicBezTo>
                  <a:cubicBezTo>
                    <a:pt x="77" y="169"/>
                    <a:pt x="83" y="176"/>
                    <a:pt x="83" y="184"/>
                  </a:cubicBezTo>
                  <a:cubicBezTo>
                    <a:pt x="83" y="193"/>
                    <a:pt x="78" y="197"/>
                    <a:pt x="65" y="206"/>
                  </a:cubicBezTo>
                  <a:cubicBezTo>
                    <a:pt x="57" y="212"/>
                    <a:pt x="53" y="216"/>
                    <a:pt x="53" y="220"/>
                  </a:cubicBezTo>
                  <a:cubicBezTo>
                    <a:pt x="81" y="220"/>
                    <a:pt x="81" y="220"/>
                    <a:pt x="81" y="220"/>
                  </a:cubicBezTo>
                  <a:cubicBezTo>
                    <a:pt x="83" y="220"/>
                    <a:pt x="84" y="222"/>
                    <a:pt x="84" y="223"/>
                  </a:cubicBezTo>
                  <a:cubicBezTo>
                    <a:pt x="84" y="225"/>
                    <a:pt x="83" y="226"/>
                    <a:pt x="81" y="226"/>
                  </a:cubicBezTo>
                  <a:cubicBezTo>
                    <a:pt x="52" y="226"/>
                    <a:pt x="52" y="226"/>
                    <a:pt x="52" y="226"/>
                  </a:cubicBezTo>
                  <a:cubicBezTo>
                    <a:pt x="49" y="226"/>
                    <a:pt x="48" y="224"/>
                    <a:pt x="48" y="222"/>
                  </a:cubicBezTo>
                  <a:cubicBezTo>
                    <a:pt x="48" y="215"/>
                    <a:pt x="51" y="209"/>
                    <a:pt x="60" y="203"/>
                  </a:cubicBezTo>
                  <a:cubicBezTo>
                    <a:pt x="73" y="194"/>
                    <a:pt x="77" y="191"/>
                    <a:pt x="77" y="184"/>
                  </a:cubicBezTo>
                  <a:cubicBezTo>
                    <a:pt x="77" y="180"/>
                    <a:pt x="74" y="175"/>
                    <a:pt x="65" y="175"/>
                  </a:cubicBezTo>
                  <a:close/>
                  <a:moveTo>
                    <a:pt x="179" y="149"/>
                  </a:moveTo>
                  <a:cubicBezTo>
                    <a:pt x="173" y="149"/>
                    <a:pt x="168" y="154"/>
                    <a:pt x="168" y="159"/>
                  </a:cubicBezTo>
                  <a:cubicBezTo>
                    <a:pt x="168" y="236"/>
                    <a:pt x="168" y="236"/>
                    <a:pt x="168" y="236"/>
                  </a:cubicBezTo>
                  <a:cubicBezTo>
                    <a:pt x="168" y="242"/>
                    <a:pt x="173" y="246"/>
                    <a:pt x="179" y="246"/>
                  </a:cubicBezTo>
                  <a:cubicBezTo>
                    <a:pt x="216" y="246"/>
                    <a:pt x="216" y="246"/>
                    <a:pt x="216" y="246"/>
                  </a:cubicBezTo>
                  <a:cubicBezTo>
                    <a:pt x="222" y="246"/>
                    <a:pt x="226" y="242"/>
                    <a:pt x="226" y="236"/>
                  </a:cubicBezTo>
                  <a:cubicBezTo>
                    <a:pt x="226" y="159"/>
                    <a:pt x="226" y="159"/>
                    <a:pt x="226" y="159"/>
                  </a:cubicBezTo>
                  <a:cubicBezTo>
                    <a:pt x="226" y="154"/>
                    <a:pt x="222" y="149"/>
                    <a:pt x="216" y="149"/>
                  </a:cubicBezTo>
                  <a:lnTo>
                    <a:pt x="179" y="149"/>
                  </a:lnTo>
                  <a:close/>
                  <a:moveTo>
                    <a:pt x="182" y="226"/>
                  </a:moveTo>
                  <a:cubicBezTo>
                    <a:pt x="180" y="226"/>
                    <a:pt x="179" y="225"/>
                    <a:pt x="179" y="223"/>
                  </a:cubicBezTo>
                  <a:cubicBezTo>
                    <a:pt x="179" y="221"/>
                    <a:pt x="180" y="220"/>
                    <a:pt x="182" y="220"/>
                  </a:cubicBezTo>
                  <a:cubicBezTo>
                    <a:pt x="199" y="221"/>
                    <a:pt x="210" y="216"/>
                    <a:pt x="210" y="205"/>
                  </a:cubicBezTo>
                  <a:cubicBezTo>
                    <a:pt x="210" y="199"/>
                    <a:pt x="205" y="195"/>
                    <a:pt x="198" y="195"/>
                  </a:cubicBezTo>
                  <a:cubicBezTo>
                    <a:pt x="195" y="195"/>
                    <a:pt x="194" y="196"/>
                    <a:pt x="193" y="196"/>
                  </a:cubicBezTo>
                  <a:cubicBezTo>
                    <a:pt x="191" y="196"/>
                    <a:pt x="190" y="194"/>
                    <a:pt x="190" y="193"/>
                  </a:cubicBezTo>
                  <a:cubicBezTo>
                    <a:pt x="190" y="192"/>
                    <a:pt x="190" y="192"/>
                    <a:pt x="191" y="191"/>
                  </a:cubicBezTo>
                  <a:cubicBezTo>
                    <a:pt x="205" y="175"/>
                    <a:pt x="205" y="175"/>
                    <a:pt x="205" y="175"/>
                  </a:cubicBezTo>
                  <a:cubicBezTo>
                    <a:pt x="182" y="175"/>
                    <a:pt x="182" y="175"/>
                    <a:pt x="182" y="175"/>
                  </a:cubicBezTo>
                  <a:cubicBezTo>
                    <a:pt x="180" y="175"/>
                    <a:pt x="179" y="174"/>
                    <a:pt x="179" y="172"/>
                  </a:cubicBezTo>
                  <a:cubicBezTo>
                    <a:pt x="179" y="171"/>
                    <a:pt x="180" y="169"/>
                    <a:pt x="182" y="169"/>
                  </a:cubicBezTo>
                  <a:cubicBezTo>
                    <a:pt x="208" y="169"/>
                    <a:pt x="208" y="169"/>
                    <a:pt x="208" y="169"/>
                  </a:cubicBezTo>
                  <a:cubicBezTo>
                    <a:pt x="210" y="169"/>
                    <a:pt x="212" y="171"/>
                    <a:pt x="212" y="174"/>
                  </a:cubicBezTo>
                  <a:cubicBezTo>
                    <a:pt x="212" y="174"/>
                    <a:pt x="212" y="175"/>
                    <a:pt x="211" y="176"/>
                  </a:cubicBezTo>
                  <a:cubicBezTo>
                    <a:pt x="199" y="190"/>
                    <a:pt x="199" y="190"/>
                    <a:pt x="199" y="190"/>
                  </a:cubicBezTo>
                  <a:cubicBezTo>
                    <a:pt x="208" y="190"/>
                    <a:pt x="216" y="196"/>
                    <a:pt x="216" y="205"/>
                  </a:cubicBezTo>
                  <a:cubicBezTo>
                    <a:pt x="216" y="219"/>
                    <a:pt x="203" y="227"/>
                    <a:pt x="182" y="226"/>
                  </a:cubicBezTo>
                  <a:close/>
                  <a:moveTo>
                    <a:pt x="358" y="236"/>
                  </a:moveTo>
                  <a:cubicBezTo>
                    <a:pt x="358" y="159"/>
                    <a:pt x="358" y="159"/>
                    <a:pt x="358" y="159"/>
                  </a:cubicBezTo>
                  <a:cubicBezTo>
                    <a:pt x="358" y="154"/>
                    <a:pt x="353" y="149"/>
                    <a:pt x="348" y="149"/>
                  </a:cubicBezTo>
                  <a:cubicBezTo>
                    <a:pt x="310" y="149"/>
                    <a:pt x="310" y="149"/>
                    <a:pt x="310" y="149"/>
                  </a:cubicBezTo>
                  <a:cubicBezTo>
                    <a:pt x="305" y="149"/>
                    <a:pt x="300" y="154"/>
                    <a:pt x="300" y="159"/>
                  </a:cubicBezTo>
                  <a:cubicBezTo>
                    <a:pt x="300" y="236"/>
                    <a:pt x="300" y="236"/>
                    <a:pt x="300" y="236"/>
                  </a:cubicBezTo>
                  <a:cubicBezTo>
                    <a:pt x="300" y="242"/>
                    <a:pt x="305" y="246"/>
                    <a:pt x="310" y="246"/>
                  </a:cubicBezTo>
                  <a:cubicBezTo>
                    <a:pt x="348" y="246"/>
                    <a:pt x="348" y="246"/>
                    <a:pt x="348" y="246"/>
                  </a:cubicBezTo>
                  <a:cubicBezTo>
                    <a:pt x="353" y="246"/>
                    <a:pt x="358" y="242"/>
                    <a:pt x="358" y="236"/>
                  </a:cubicBezTo>
                  <a:close/>
                  <a:moveTo>
                    <a:pt x="315" y="226"/>
                  </a:moveTo>
                  <a:cubicBezTo>
                    <a:pt x="314" y="226"/>
                    <a:pt x="313" y="225"/>
                    <a:pt x="312" y="224"/>
                  </a:cubicBezTo>
                  <a:cubicBezTo>
                    <a:pt x="312" y="222"/>
                    <a:pt x="314" y="221"/>
                    <a:pt x="315" y="221"/>
                  </a:cubicBezTo>
                  <a:cubicBezTo>
                    <a:pt x="334" y="221"/>
                    <a:pt x="343" y="216"/>
                    <a:pt x="343" y="197"/>
                  </a:cubicBezTo>
                  <a:cubicBezTo>
                    <a:pt x="343" y="194"/>
                    <a:pt x="343" y="191"/>
                    <a:pt x="343" y="189"/>
                  </a:cubicBezTo>
                  <a:cubicBezTo>
                    <a:pt x="342" y="179"/>
                    <a:pt x="338" y="174"/>
                    <a:pt x="328" y="174"/>
                  </a:cubicBezTo>
                  <a:cubicBezTo>
                    <a:pt x="319" y="174"/>
                    <a:pt x="315" y="179"/>
                    <a:pt x="315" y="187"/>
                  </a:cubicBezTo>
                  <a:cubicBezTo>
                    <a:pt x="315" y="196"/>
                    <a:pt x="318" y="200"/>
                    <a:pt x="328" y="200"/>
                  </a:cubicBezTo>
                  <a:cubicBezTo>
                    <a:pt x="330" y="200"/>
                    <a:pt x="332" y="199"/>
                    <a:pt x="336" y="198"/>
                  </a:cubicBezTo>
                  <a:cubicBezTo>
                    <a:pt x="338" y="198"/>
                    <a:pt x="339" y="199"/>
                    <a:pt x="339" y="200"/>
                  </a:cubicBezTo>
                  <a:cubicBezTo>
                    <a:pt x="340" y="202"/>
                    <a:pt x="339" y="203"/>
                    <a:pt x="337" y="204"/>
                  </a:cubicBezTo>
                  <a:cubicBezTo>
                    <a:pt x="334" y="204"/>
                    <a:pt x="332" y="205"/>
                    <a:pt x="328" y="205"/>
                  </a:cubicBezTo>
                  <a:cubicBezTo>
                    <a:pt x="316" y="205"/>
                    <a:pt x="309" y="199"/>
                    <a:pt x="309" y="188"/>
                  </a:cubicBezTo>
                  <a:cubicBezTo>
                    <a:pt x="309" y="178"/>
                    <a:pt x="316" y="169"/>
                    <a:pt x="328" y="169"/>
                  </a:cubicBezTo>
                  <a:cubicBezTo>
                    <a:pt x="341" y="169"/>
                    <a:pt x="348" y="176"/>
                    <a:pt x="349" y="189"/>
                  </a:cubicBezTo>
                  <a:cubicBezTo>
                    <a:pt x="349" y="191"/>
                    <a:pt x="349" y="193"/>
                    <a:pt x="349" y="197"/>
                  </a:cubicBezTo>
                  <a:cubicBezTo>
                    <a:pt x="348" y="219"/>
                    <a:pt x="337" y="226"/>
                    <a:pt x="315" y="226"/>
                  </a:cubicBezTo>
                  <a:close/>
                </a:path>
              </a:pathLst>
            </a:custGeom>
            <a:blipFill dpi="0" rotWithShape="1">
              <a:blip r:embed="rId11"/>
              <a:srcRect/>
              <a:stretch>
                <a:fillRect/>
              </a:stretch>
            </a:blipFill>
            <a:ln w="9525">
              <a:noFill/>
              <a:round/>
              <a:headEnd/>
              <a:tailEnd/>
            </a:ln>
          </p:spPr>
          <p:txBody>
            <a:bodyPr/>
            <a:lstStyle/>
            <a:p>
              <a:endParaRPr lang="en-GB"/>
            </a:p>
          </p:txBody>
        </p:sp>
        <p:sp>
          <p:nvSpPr>
            <p:cNvPr id="31828" name="Freeform 9"/>
            <p:cNvSpPr>
              <a:spLocks noEditPoints="1"/>
            </p:cNvSpPr>
            <p:nvPr/>
          </p:nvSpPr>
          <p:spPr bwMode="auto">
            <a:xfrm>
              <a:off x="3534520" y="3506105"/>
              <a:ext cx="139664" cy="117030"/>
            </a:xfrm>
            <a:custGeom>
              <a:avLst/>
              <a:gdLst>
                <a:gd name="T0" fmla="*/ 2147483647 w 467"/>
                <a:gd name="T1" fmla="*/ 2147483647 h 377"/>
                <a:gd name="T2" fmla="*/ 2147483647 w 467"/>
                <a:gd name="T3" fmla="*/ 2147483647 h 377"/>
                <a:gd name="T4" fmla="*/ 2147483647 w 467"/>
                <a:gd name="T5" fmla="*/ 2147483647 h 377"/>
                <a:gd name="T6" fmla="*/ 2147483647 w 467"/>
                <a:gd name="T7" fmla="*/ 0 h 377"/>
                <a:gd name="T8" fmla="*/ 2147483647 w 467"/>
                <a:gd name="T9" fmla="*/ 0 h 377"/>
                <a:gd name="T10" fmla="*/ 0 w 467"/>
                <a:gd name="T11" fmla="*/ 2147483647 h 377"/>
                <a:gd name="T12" fmla="*/ 0 w 467"/>
                <a:gd name="T13" fmla="*/ 2147483647 h 377"/>
                <a:gd name="T14" fmla="*/ 2147483647 w 467"/>
                <a:gd name="T15" fmla="*/ 2147483647 h 377"/>
                <a:gd name="T16" fmla="*/ 2147483647 w 467"/>
                <a:gd name="T17" fmla="*/ 2147483647 h 377"/>
                <a:gd name="T18" fmla="*/ 2147483647 w 467"/>
                <a:gd name="T19" fmla="*/ 2147483647 h 377"/>
                <a:gd name="T20" fmla="*/ 2147483647 w 467"/>
                <a:gd name="T21" fmla="*/ 2147483647 h 377"/>
                <a:gd name="T22" fmla="*/ 2147483647 w 467"/>
                <a:gd name="T23" fmla="*/ 2147483647 h 377"/>
                <a:gd name="T24" fmla="*/ 2147483647 w 467"/>
                <a:gd name="T25" fmla="*/ 2147483647 h 377"/>
                <a:gd name="T26" fmla="*/ 2147483647 w 467"/>
                <a:gd name="T27" fmla="*/ 2147483647 h 377"/>
                <a:gd name="T28" fmla="*/ 2147483647 w 467"/>
                <a:gd name="T29" fmla="*/ 2147483647 h 377"/>
                <a:gd name="T30" fmla="*/ 2147483647 w 467"/>
                <a:gd name="T31" fmla="*/ 2147483647 h 377"/>
                <a:gd name="T32" fmla="*/ 2147483647 w 467"/>
                <a:gd name="T33" fmla="*/ 2147483647 h 377"/>
                <a:gd name="T34" fmla="*/ 2147483647 w 467"/>
                <a:gd name="T35" fmla="*/ 2147483647 h 377"/>
                <a:gd name="T36" fmla="*/ 2147483647 w 467"/>
                <a:gd name="T37" fmla="*/ 2147483647 h 377"/>
                <a:gd name="T38" fmla="*/ 2147483647 w 467"/>
                <a:gd name="T39" fmla="*/ 2147483647 h 377"/>
                <a:gd name="T40" fmla="*/ 2147483647 w 467"/>
                <a:gd name="T41" fmla="*/ 2147483647 h 377"/>
                <a:gd name="T42" fmla="*/ 2147483647 w 467"/>
                <a:gd name="T43" fmla="*/ 2147483647 h 377"/>
                <a:gd name="T44" fmla="*/ 2147483647 w 467"/>
                <a:gd name="T45" fmla="*/ 2147483647 h 377"/>
                <a:gd name="T46" fmla="*/ 2147483647 w 467"/>
                <a:gd name="T47" fmla="*/ 2147483647 h 377"/>
                <a:gd name="T48" fmla="*/ 2147483647 w 467"/>
                <a:gd name="T49" fmla="*/ 2147483647 h 377"/>
                <a:gd name="T50" fmla="*/ 2147483647 w 467"/>
                <a:gd name="T51" fmla="*/ 2147483647 h 377"/>
                <a:gd name="T52" fmla="*/ 2147483647 w 467"/>
                <a:gd name="T53" fmla="*/ 2147483647 h 377"/>
                <a:gd name="T54" fmla="*/ 2147483647 w 467"/>
                <a:gd name="T55" fmla="*/ 2147483647 h 377"/>
                <a:gd name="T56" fmla="*/ 2147483647 w 467"/>
                <a:gd name="T57" fmla="*/ 2147483647 h 377"/>
                <a:gd name="T58" fmla="*/ 2147483647 w 467"/>
                <a:gd name="T59" fmla="*/ 2147483647 h 377"/>
                <a:gd name="T60" fmla="*/ 2147483647 w 467"/>
                <a:gd name="T61" fmla="*/ 2147483647 h 377"/>
                <a:gd name="T62" fmla="*/ 2147483647 w 467"/>
                <a:gd name="T63" fmla="*/ 2147483647 h 377"/>
                <a:gd name="T64" fmla="*/ 2147483647 w 467"/>
                <a:gd name="T65" fmla="*/ 2147483647 h 377"/>
                <a:gd name="T66" fmla="*/ 2147483647 w 467"/>
                <a:gd name="T67" fmla="*/ 2147483647 h 377"/>
                <a:gd name="T68" fmla="*/ 2147483647 w 467"/>
                <a:gd name="T69" fmla="*/ 2147483647 h 377"/>
                <a:gd name="T70" fmla="*/ 2147483647 w 467"/>
                <a:gd name="T71" fmla="*/ 2147483647 h 377"/>
                <a:gd name="T72" fmla="*/ 2147483647 w 467"/>
                <a:gd name="T73" fmla="*/ 2147483647 h 377"/>
                <a:gd name="T74" fmla="*/ 2147483647 w 467"/>
                <a:gd name="T75" fmla="*/ 2147483647 h 377"/>
                <a:gd name="T76" fmla="*/ 2147483647 w 467"/>
                <a:gd name="T77" fmla="*/ 2147483647 h 377"/>
                <a:gd name="T78" fmla="*/ 2147483647 w 467"/>
                <a:gd name="T79" fmla="*/ 2147483647 h 377"/>
                <a:gd name="T80" fmla="*/ 2147483647 w 467"/>
                <a:gd name="T81" fmla="*/ 2147483647 h 377"/>
                <a:gd name="T82" fmla="*/ 2147483647 w 467"/>
                <a:gd name="T83" fmla="*/ 2147483647 h 377"/>
                <a:gd name="T84" fmla="*/ 2147483647 w 467"/>
                <a:gd name="T85" fmla="*/ 2147483647 h 37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467"/>
                <a:gd name="T130" fmla="*/ 0 h 377"/>
                <a:gd name="T131" fmla="*/ 467 w 467"/>
                <a:gd name="T132" fmla="*/ 377 h 37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467" h="377">
                  <a:moveTo>
                    <a:pt x="459" y="42"/>
                  </a:moveTo>
                  <a:cubicBezTo>
                    <a:pt x="463" y="42"/>
                    <a:pt x="467" y="38"/>
                    <a:pt x="467" y="34"/>
                  </a:cubicBezTo>
                  <a:cubicBezTo>
                    <a:pt x="467" y="14"/>
                    <a:pt x="467" y="14"/>
                    <a:pt x="467" y="14"/>
                  </a:cubicBezTo>
                  <a:cubicBezTo>
                    <a:pt x="467" y="6"/>
                    <a:pt x="461" y="0"/>
                    <a:pt x="453" y="0"/>
                  </a:cubicBezTo>
                  <a:cubicBezTo>
                    <a:pt x="13" y="0"/>
                    <a:pt x="13" y="0"/>
                    <a:pt x="13" y="0"/>
                  </a:cubicBezTo>
                  <a:cubicBezTo>
                    <a:pt x="6" y="0"/>
                    <a:pt x="0" y="6"/>
                    <a:pt x="0" y="14"/>
                  </a:cubicBezTo>
                  <a:cubicBezTo>
                    <a:pt x="0" y="276"/>
                    <a:pt x="0" y="276"/>
                    <a:pt x="0" y="276"/>
                  </a:cubicBezTo>
                  <a:cubicBezTo>
                    <a:pt x="0" y="283"/>
                    <a:pt x="6" y="290"/>
                    <a:pt x="13" y="290"/>
                  </a:cubicBezTo>
                  <a:cubicBezTo>
                    <a:pt x="185" y="290"/>
                    <a:pt x="185" y="290"/>
                    <a:pt x="185" y="290"/>
                  </a:cubicBezTo>
                  <a:cubicBezTo>
                    <a:pt x="185" y="314"/>
                    <a:pt x="185" y="314"/>
                    <a:pt x="185" y="314"/>
                  </a:cubicBezTo>
                  <a:cubicBezTo>
                    <a:pt x="117" y="314"/>
                    <a:pt x="117" y="314"/>
                    <a:pt x="117" y="314"/>
                  </a:cubicBezTo>
                  <a:cubicBezTo>
                    <a:pt x="115" y="314"/>
                    <a:pt x="114" y="314"/>
                    <a:pt x="112" y="315"/>
                  </a:cubicBezTo>
                  <a:cubicBezTo>
                    <a:pt x="40" y="362"/>
                    <a:pt x="40" y="362"/>
                    <a:pt x="40" y="362"/>
                  </a:cubicBezTo>
                  <a:cubicBezTo>
                    <a:pt x="37" y="364"/>
                    <a:pt x="35" y="368"/>
                    <a:pt x="36" y="371"/>
                  </a:cubicBezTo>
                  <a:cubicBezTo>
                    <a:pt x="37" y="375"/>
                    <a:pt x="41" y="377"/>
                    <a:pt x="44" y="377"/>
                  </a:cubicBezTo>
                  <a:cubicBezTo>
                    <a:pt x="422" y="377"/>
                    <a:pt x="422" y="377"/>
                    <a:pt x="422" y="377"/>
                  </a:cubicBezTo>
                  <a:cubicBezTo>
                    <a:pt x="426" y="377"/>
                    <a:pt x="429" y="375"/>
                    <a:pt x="430" y="371"/>
                  </a:cubicBezTo>
                  <a:cubicBezTo>
                    <a:pt x="431" y="368"/>
                    <a:pt x="429" y="364"/>
                    <a:pt x="426" y="362"/>
                  </a:cubicBezTo>
                  <a:cubicBezTo>
                    <a:pt x="354" y="315"/>
                    <a:pt x="354" y="315"/>
                    <a:pt x="354" y="315"/>
                  </a:cubicBezTo>
                  <a:cubicBezTo>
                    <a:pt x="352" y="314"/>
                    <a:pt x="351" y="314"/>
                    <a:pt x="349" y="314"/>
                  </a:cubicBezTo>
                  <a:cubicBezTo>
                    <a:pt x="281" y="314"/>
                    <a:pt x="281" y="314"/>
                    <a:pt x="281" y="314"/>
                  </a:cubicBezTo>
                  <a:cubicBezTo>
                    <a:pt x="281" y="290"/>
                    <a:pt x="281" y="290"/>
                    <a:pt x="281" y="290"/>
                  </a:cubicBezTo>
                  <a:cubicBezTo>
                    <a:pt x="453" y="290"/>
                    <a:pt x="453" y="290"/>
                    <a:pt x="453" y="290"/>
                  </a:cubicBezTo>
                  <a:cubicBezTo>
                    <a:pt x="461" y="290"/>
                    <a:pt x="467" y="283"/>
                    <a:pt x="467" y="276"/>
                  </a:cubicBezTo>
                  <a:cubicBezTo>
                    <a:pt x="467" y="66"/>
                    <a:pt x="467" y="66"/>
                    <a:pt x="467" y="66"/>
                  </a:cubicBezTo>
                  <a:cubicBezTo>
                    <a:pt x="467" y="61"/>
                    <a:pt x="463" y="58"/>
                    <a:pt x="459" y="58"/>
                  </a:cubicBezTo>
                  <a:cubicBezTo>
                    <a:pt x="454" y="58"/>
                    <a:pt x="451" y="61"/>
                    <a:pt x="451" y="66"/>
                  </a:cubicBezTo>
                  <a:cubicBezTo>
                    <a:pt x="451" y="274"/>
                    <a:pt x="451" y="274"/>
                    <a:pt x="451" y="274"/>
                  </a:cubicBezTo>
                  <a:cubicBezTo>
                    <a:pt x="16" y="274"/>
                    <a:pt x="16" y="274"/>
                    <a:pt x="16" y="274"/>
                  </a:cubicBezTo>
                  <a:cubicBezTo>
                    <a:pt x="16" y="16"/>
                    <a:pt x="16" y="16"/>
                    <a:pt x="16" y="16"/>
                  </a:cubicBezTo>
                  <a:cubicBezTo>
                    <a:pt x="451" y="16"/>
                    <a:pt x="451" y="16"/>
                    <a:pt x="451" y="16"/>
                  </a:cubicBezTo>
                  <a:cubicBezTo>
                    <a:pt x="451" y="34"/>
                    <a:pt x="451" y="34"/>
                    <a:pt x="451" y="34"/>
                  </a:cubicBezTo>
                  <a:cubicBezTo>
                    <a:pt x="451" y="38"/>
                    <a:pt x="454" y="42"/>
                    <a:pt x="459" y="42"/>
                  </a:cubicBezTo>
                  <a:close/>
                  <a:moveTo>
                    <a:pt x="347" y="330"/>
                  </a:moveTo>
                  <a:cubicBezTo>
                    <a:pt x="395" y="361"/>
                    <a:pt x="395" y="361"/>
                    <a:pt x="395" y="361"/>
                  </a:cubicBezTo>
                  <a:cubicBezTo>
                    <a:pt x="71" y="361"/>
                    <a:pt x="71" y="361"/>
                    <a:pt x="71" y="361"/>
                  </a:cubicBezTo>
                  <a:cubicBezTo>
                    <a:pt x="119" y="330"/>
                    <a:pt x="119" y="330"/>
                    <a:pt x="119" y="330"/>
                  </a:cubicBezTo>
                  <a:lnTo>
                    <a:pt x="347" y="330"/>
                  </a:lnTo>
                  <a:close/>
                  <a:moveTo>
                    <a:pt x="201" y="290"/>
                  </a:moveTo>
                  <a:cubicBezTo>
                    <a:pt x="265" y="290"/>
                    <a:pt x="265" y="290"/>
                    <a:pt x="265" y="290"/>
                  </a:cubicBezTo>
                  <a:cubicBezTo>
                    <a:pt x="265" y="314"/>
                    <a:pt x="265" y="314"/>
                    <a:pt x="265" y="314"/>
                  </a:cubicBezTo>
                  <a:cubicBezTo>
                    <a:pt x="201" y="314"/>
                    <a:pt x="201" y="314"/>
                    <a:pt x="201" y="314"/>
                  </a:cubicBezTo>
                  <a:lnTo>
                    <a:pt x="201" y="290"/>
                  </a:lnTo>
                  <a:close/>
                </a:path>
              </a:pathLst>
            </a:custGeom>
            <a:blipFill dpi="0" rotWithShape="1">
              <a:blip r:embed="rId12"/>
              <a:srcRect/>
              <a:stretch>
                <a:fillRect/>
              </a:stretch>
            </a:blipFill>
            <a:ln w="9525">
              <a:noFill/>
              <a:round/>
              <a:headEnd/>
              <a:tailEnd/>
            </a:ln>
          </p:spPr>
          <p:txBody>
            <a:bodyPr/>
            <a:lstStyle/>
            <a:p>
              <a:endParaRPr lang="en-GB"/>
            </a:p>
          </p:txBody>
        </p:sp>
        <p:sp>
          <p:nvSpPr>
            <p:cNvPr id="31829" name="Freeform 3"/>
            <p:cNvSpPr>
              <a:spLocks noChangeAspect="1" noEditPoints="1"/>
            </p:cNvSpPr>
            <p:nvPr/>
          </p:nvSpPr>
          <p:spPr bwMode="auto">
            <a:xfrm>
              <a:off x="3083092" y="3697140"/>
              <a:ext cx="141183" cy="35372"/>
            </a:xfrm>
            <a:custGeom>
              <a:avLst/>
              <a:gdLst>
                <a:gd name="T0" fmla="*/ 2147483647 w 472"/>
                <a:gd name="T1" fmla="*/ 2147483647 h 114"/>
                <a:gd name="T2" fmla="*/ 2147483647 w 472"/>
                <a:gd name="T3" fmla="*/ 2147483647 h 114"/>
                <a:gd name="T4" fmla="*/ 2147483647 w 472"/>
                <a:gd name="T5" fmla="*/ 2147483647 h 114"/>
                <a:gd name="T6" fmla="*/ 2147483647 w 472"/>
                <a:gd name="T7" fmla="*/ 2147483647 h 114"/>
                <a:gd name="T8" fmla="*/ 2147483647 w 472"/>
                <a:gd name="T9" fmla="*/ 2147483647 h 114"/>
                <a:gd name="T10" fmla="*/ 2147483647 w 472"/>
                <a:gd name="T11" fmla="*/ 2147483647 h 114"/>
                <a:gd name="T12" fmla="*/ 2147483647 w 472"/>
                <a:gd name="T13" fmla="*/ 2147483647 h 114"/>
                <a:gd name="T14" fmla="*/ 2147483647 w 472"/>
                <a:gd name="T15" fmla="*/ 2147483647 h 114"/>
                <a:gd name="T16" fmla="*/ 2147483647 w 472"/>
                <a:gd name="T17" fmla="*/ 2147483647 h 114"/>
                <a:gd name="T18" fmla="*/ 2147483647 w 472"/>
                <a:gd name="T19" fmla="*/ 2147483647 h 114"/>
                <a:gd name="T20" fmla="*/ 2147483647 w 472"/>
                <a:gd name="T21" fmla="*/ 2147483647 h 114"/>
                <a:gd name="T22" fmla="*/ 2147483647 w 472"/>
                <a:gd name="T23" fmla="*/ 2147483647 h 114"/>
                <a:gd name="T24" fmla="*/ 2147483647 w 472"/>
                <a:gd name="T25" fmla="*/ 2147483647 h 114"/>
                <a:gd name="T26" fmla="*/ 2147483647 w 472"/>
                <a:gd name="T27" fmla="*/ 2147483647 h 114"/>
                <a:gd name="T28" fmla="*/ 2147483647 w 472"/>
                <a:gd name="T29" fmla="*/ 2147483647 h 114"/>
                <a:gd name="T30" fmla="*/ 2147483647 w 472"/>
                <a:gd name="T31" fmla="*/ 2147483647 h 114"/>
                <a:gd name="T32" fmla="*/ 2147483647 w 472"/>
                <a:gd name="T33" fmla="*/ 2147483647 h 114"/>
                <a:gd name="T34" fmla="*/ 2147483647 w 472"/>
                <a:gd name="T35" fmla="*/ 2147483647 h 114"/>
                <a:gd name="T36" fmla="*/ 2147483647 w 472"/>
                <a:gd name="T37" fmla="*/ 2147483647 h 114"/>
                <a:gd name="T38" fmla="*/ 2147483647 w 472"/>
                <a:gd name="T39" fmla="*/ 2147483647 h 114"/>
                <a:gd name="T40" fmla="*/ 2147483647 w 472"/>
                <a:gd name="T41" fmla="*/ 2147483647 h 114"/>
                <a:gd name="T42" fmla="*/ 2147483647 w 472"/>
                <a:gd name="T43" fmla="*/ 2147483647 h 114"/>
                <a:gd name="T44" fmla="*/ 2147483647 w 472"/>
                <a:gd name="T45" fmla="*/ 0 h 114"/>
                <a:gd name="T46" fmla="*/ 2147483647 w 472"/>
                <a:gd name="T47" fmla="*/ 0 h 114"/>
                <a:gd name="T48" fmla="*/ 0 w 472"/>
                <a:gd name="T49" fmla="*/ 2147483647 h 114"/>
                <a:gd name="T50" fmla="*/ 0 w 472"/>
                <a:gd name="T51" fmla="*/ 2147483647 h 114"/>
                <a:gd name="T52" fmla="*/ 2147483647 w 472"/>
                <a:gd name="T53" fmla="*/ 2147483647 h 114"/>
                <a:gd name="T54" fmla="*/ 2147483647 w 472"/>
                <a:gd name="T55" fmla="*/ 2147483647 h 114"/>
                <a:gd name="T56" fmla="*/ 2147483647 w 472"/>
                <a:gd name="T57" fmla="*/ 2147483647 h 114"/>
                <a:gd name="T58" fmla="*/ 2147483647 w 472"/>
                <a:gd name="T59" fmla="*/ 2147483647 h 114"/>
                <a:gd name="T60" fmla="*/ 2147483647 w 472"/>
                <a:gd name="T61" fmla="*/ 2147483647 h 114"/>
                <a:gd name="T62" fmla="*/ 2147483647 w 472"/>
                <a:gd name="T63" fmla="*/ 2147483647 h 114"/>
                <a:gd name="T64" fmla="*/ 2147483647 w 472"/>
                <a:gd name="T65" fmla="*/ 2147483647 h 114"/>
                <a:gd name="T66" fmla="*/ 2147483647 w 472"/>
                <a:gd name="T67" fmla="*/ 2147483647 h 114"/>
                <a:gd name="T68" fmla="*/ 2147483647 w 472"/>
                <a:gd name="T69" fmla="*/ 2147483647 h 114"/>
                <a:gd name="T70" fmla="*/ 2147483647 w 472"/>
                <a:gd name="T71" fmla="*/ 2147483647 h 114"/>
                <a:gd name="T72" fmla="*/ 2147483647 w 472"/>
                <a:gd name="T73" fmla="*/ 2147483647 h 114"/>
                <a:gd name="T74" fmla="*/ 2147483647 w 472"/>
                <a:gd name="T75" fmla="*/ 2147483647 h 114"/>
                <a:gd name="T76" fmla="*/ 2147483647 w 472"/>
                <a:gd name="T77" fmla="*/ 2147483647 h 114"/>
                <a:gd name="T78" fmla="*/ 2147483647 w 472"/>
                <a:gd name="T79" fmla="*/ 2147483647 h 114"/>
                <a:gd name="T80" fmla="*/ 2147483647 w 472"/>
                <a:gd name="T81" fmla="*/ 2147483647 h 114"/>
                <a:gd name="T82" fmla="*/ 2147483647 w 472"/>
                <a:gd name="T83" fmla="*/ 2147483647 h 114"/>
                <a:gd name="T84" fmla="*/ 2147483647 w 472"/>
                <a:gd name="T85" fmla="*/ 2147483647 h 114"/>
                <a:gd name="T86" fmla="*/ 2147483647 w 472"/>
                <a:gd name="T87" fmla="*/ 2147483647 h 114"/>
                <a:gd name="T88" fmla="*/ 2147483647 w 472"/>
                <a:gd name="T89" fmla="*/ 2147483647 h 114"/>
                <a:gd name="T90" fmla="*/ 2147483647 w 472"/>
                <a:gd name="T91" fmla="*/ 2147483647 h 114"/>
                <a:gd name="T92" fmla="*/ 2147483647 w 472"/>
                <a:gd name="T93" fmla="*/ 2147483647 h 114"/>
                <a:gd name="T94" fmla="*/ 2147483647 w 472"/>
                <a:gd name="T95" fmla="*/ 2147483647 h 114"/>
                <a:gd name="T96" fmla="*/ 2147483647 w 472"/>
                <a:gd name="T97" fmla="*/ 2147483647 h 114"/>
                <a:gd name="T98" fmla="*/ 2147483647 w 472"/>
                <a:gd name="T99" fmla="*/ 2147483647 h 114"/>
                <a:gd name="T100" fmla="*/ 2147483647 w 472"/>
                <a:gd name="T101" fmla="*/ 2147483647 h 114"/>
                <a:gd name="T102" fmla="*/ 2147483647 w 472"/>
                <a:gd name="T103" fmla="*/ 2147483647 h 11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472"/>
                <a:gd name="T157" fmla="*/ 0 h 114"/>
                <a:gd name="T158" fmla="*/ 472 w 472"/>
                <a:gd name="T159" fmla="*/ 114 h 11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472" h="114">
                  <a:moveTo>
                    <a:pt x="392" y="46"/>
                  </a:moveTo>
                  <a:cubicBezTo>
                    <a:pt x="396" y="46"/>
                    <a:pt x="400" y="43"/>
                    <a:pt x="400" y="39"/>
                  </a:cubicBezTo>
                  <a:cubicBezTo>
                    <a:pt x="400" y="34"/>
                    <a:pt x="396" y="31"/>
                    <a:pt x="392" y="31"/>
                  </a:cubicBezTo>
                  <a:cubicBezTo>
                    <a:pt x="388" y="31"/>
                    <a:pt x="384" y="34"/>
                    <a:pt x="384" y="39"/>
                  </a:cubicBezTo>
                  <a:cubicBezTo>
                    <a:pt x="384" y="43"/>
                    <a:pt x="388" y="46"/>
                    <a:pt x="392" y="46"/>
                  </a:cubicBezTo>
                  <a:close/>
                  <a:moveTo>
                    <a:pt x="392" y="82"/>
                  </a:moveTo>
                  <a:cubicBezTo>
                    <a:pt x="396" y="82"/>
                    <a:pt x="400" y="79"/>
                    <a:pt x="400" y="74"/>
                  </a:cubicBezTo>
                  <a:cubicBezTo>
                    <a:pt x="400" y="70"/>
                    <a:pt x="396" y="67"/>
                    <a:pt x="392" y="67"/>
                  </a:cubicBezTo>
                  <a:cubicBezTo>
                    <a:pt x="388" y="67"/>
                    <a:pt x="384" y="70"/>
                    <a:pt x="384" y="74"/>
                  </a:cubicBezTo>
                  <a:cubicBezTo>
                    <a:pt x="384" y="79"/>
                    <a:pt x="388" y="82"/>
                    <a:pt x="392" y="82"/>
                  </a:cubicBezTo>
                  <a:close/>
                  <a:moveTo>
                    <a:pt x="208" y="71"/>
                  </a:moveTo>
                  <a:cubicBezTo>
                    <a:pt x="362" y="71"/>
                    <a:pt x="362" y="71"/>
                    <a:pt x="362" y="71"/>
                  </a:cubicBezTo>
                  <a:cubicBezTo>
                    <a:pt x="366" y="71"/>
                    <a:pt x="370" y="67"/>
                    <a:pt x="370" y="63"/>
                  </a:cubicBezTo>
                  <a:cubicBezTo>
                    <a:pt x="370" y="51"/>
                    <a:pt x="370" y="51"/>
                    <a:pt x="370" y="51"/>
                  </a:cubicBezTo>
                  <a:cubicBezTo>
                    <a:pt x="370" y="46"/>
                    <a:pt x="366" y="43"/>
                    <a:pt x="362" y="43"/>
                  </a:cubicBezTo>
                  <a:cubicBezTo>
                    <a:pt x="208" y="43"/>
                    <a:pt x="208" y="43"/>
                    <a:pt x="208" y="43"/>
                  </a:cubicBezTo>
                  <a:cubicBezTo>
                    <a:pt x="204" y="43"/>
                    <a:pt x="200" y="46"/>
                    <a:pt x="200" y="51"/>
                  </a:cubicBezTo>
                  <a:cubicBezTo>
                    <a:pt x="200" y="63"/>
                    <a:pt x="200" y="63"/>
                    <a:pt x="200" y="63"/>
                  </a:cubicBezTo>
                  <a:cubicBezTo>
                    <a:pt x="200" y="67"/>
                    <a:pt x="204" y="71"/>
                    <a:pt x="208" y="71"/>
                  </a:cubicBezTo>
                  <a:close/>
                  <a:moveTo>
                    <a:pt x="464" y="36"/>
                  </a:moveTo>
                  <a:cubicBezTo>
                    <a:pt x="468" y="36"/>
                    <a:pt x="472" y="33"/>
                    <a:pt x="472" y="28"/>
                  </a:cubicBezTo>
                  <a:cubicBezTo>
                    <a:pt x="472" y="19"/>
                    <a:pt x="472" y="19"/>
                    <a:pt x="472" y="19"/>
                  </a:cubicBezTo>
                  <a:cubicBezTo>
                    <a:pt x="472" y="8"/>
                    <a:pt x="463" y="0"/>
                    <a:pt x="453" y="0"/>
                  </a:cubicBezTo>
                  <a:cubicBezTo>
                    <a:pt x="19" y="0"/>
                    <a:pt x="19" y="0"/>
                    <a:pt x="19" y="0"/>
                  </a:cubicBezTo>
                  <a:cubicBezTo>
                    <a:pt x="9" y="0"/>
                    <a:pt x="0" y="8"/>
                    <a:pt x="0" y="19"/>
                  </a:cubicBezTo>
                  <a:cubicBezTo>
                    <a:pt x="0" y="94"/>
                    <a:pt x="0" y="94"/>
                    <a:pt x="0" y="94"/>
                  </a:cubicBezTo>
                  <a:cubicBezTo>
                    <a:pt x="0" y="105"/>
                    <a:pt x="9" y="114"/>
                    <a:pt x="19" y="114"/>
                  </a:cubicBezTo>
                  <a:cubicBezTo>
                    <a:pt x="453" y="114"/>
                    <a:pt x="453" y="114"/>
                    <a:pt x="453" y="114"/>
                  </a:cubicBezTo>
                  <a:cubicBezTo>
                    <a:pt x="463" y="114"/>
                    <a:pt x="472" y="105"/>
                    <a:pt x="472" y="94"/>
                  </a:cubicBezTo>
                  <a:cubicBezTo>
                    <a:pt x="472" y="60"/>
                    <a:pt x="472" y="60"/>
                    <a:pt x="472" y="60"/>
                  </a:cubicBezTo>
                  <a:cubicBezTo>
                    <a:pt x="472" y="56"/>
                    <a:pt x="468" y="52"/>
                    <a:pt x="464" y="52"/>
                  </a:cubicBezTo>
                  <a:cubicBezTo>
                    <a:pt x="460" y="52"/>
                    <a:pt x="456" y="56"/>
                    <a:pt x="456" y="60"/>
                  </a:cubicBezTo>
                  <a:cubicBezTo>
                    <a:pt x="456" y="94"/>
                    <a:pt x="456" y="94"/>
                    <a:pt x="456" y="94"/>
                  </a:cubicBezTo>
                  <a:cubicBezTo>
                    <a:pt x="456" y="96"/>
                    <a:pt x="455" y="98"/>
                    <a:pt x="453" y="98"/>
                  </a:cubicBezTo>
                  <a:cubicBezTo>
                    <a:pt x="431" y="98"/>
                    <a:pt x="431" y="98"/>
                    <a:pt x="431" y="98"/>
                  </a:cubicBezTo>
                  <a:cubicBezTo>
                    <a:pt x="431" y="16"/>
                    <a:pt x="431" y="16"/>
                    <a:pt x="431" y="16"/>
                  </a:cubicBezTo>
                  <a:cubicBezTo>
                    <a:pt x="453" y="16"/>
                    <a:pt x="453" y="16"/>
                    <a:pt x="453" y="16"/>
                  </a:cubicBezTo>
                  <a:cubicBezTo>
                    <a:pt x="455" y="16"/>
                    <a:pt x="456" y="17"/>
                    <a:pt x="456" y="19"/>
                  </a:cubicBezTo>
                  <a:cubicBezTo>
                    <a:pt x="456" y="28"/>
                    <a:pt x="456" y="28"/>
                    <a:pt x="456" y="28"/>
                  </a:cubicBezTo>
                  <a:cubicBezTo>
                    <a:pt x="456" y="33"/>
                    <a:pt x="460" y="36"/>
                    <a:pt x="464" y="36"/>
                  </a:cubicBezTo>
                  <a:close/>
                  <a:moveTo>
                    <a:pt x="41" y="98"/>
                  </a:moveTo>
                  <a:cubicBezTo>
                    <a:pt x="19" y="98"/>
                    <a:pt x="19" y="98"/>
                    <a:pt x="19" y="98"/>
                  </a:cubicBezTo>
                  <a:cubicBezTo>
                    <a:pt x="17" y="98"/>
                    <a:pt x="16" y="96"/>
                    <a:pt x="16" y="94"/>
                  </a:cubicBezTo>
                  <a:cubicBezTo>
                    <a:pt x="16" y="19"/>
                    <a:pt x="16" y="19"/>
                    <a:pt x="16" y="19"/>
                  </a:cubicBezTo>
                  <a:cubicBezTo>
                    <a:pt x="16" y="17"/>
                    <a:pt x="17" y="16"/>
                    <a:pt x="19" y="16"/>
                  </a:cubicBezTo>
                  <a:cubicBezTo>
                    <a:pt x="41" y="16"/>
                    <a:pt x="41" y="16"/>
                    <a:pt x="41" y="16"/>
                  </a:cubicBezTo>
                  <a:lnTo>
                    <a:pt x="41" y="98"/>
                  </a:lnTo>
                  <a:close/>
                  <a:moveTo>
                    <a:pt x="415" y="98"/>
                  </a:moveTo>
                  <a:cubicBezTo>
                    <a:pt x="57" y="98"/>
                    <a:pt x="57" y="98"/>
                    <a:pt x="57" y="98"/>
                  </a:cubicBezTo>
                  <a:cubicBezTo>
                    <a:pt x="57" y="16"/>
                    <a:pt x="57" y="16"/>
                    <a:pt x="57" y="16"/>
                  </a:cubicBezTo>
                  <a:cubicBezTo>
                    <a:pt x="415" y="16"/>
                    <a:pt x="415" y="16"/>
                    <a:pt x="415" y="16"/>
                  </a:cubicBezTo>
                  <a:lnTo>
                    <a:pt x="415" y="98"/>
                  </a:lnTo>
                  <a:close/>
                </a:path>
              </a:pathLst>
            </a:custGeom>
            <a:blipFill dpi="0" rotWithShape="1">
              <a:blip r:embed="rId13"/>
              <a:srcRect/>
              <a:stretch>
                <a:fillRect/>
              </a:stretch>
            </a:blipFill>
            <a:ln w="9525">
              <a:noFill/>
              <a:round/>
              <a:headEnd/>
              <a:tailEnd/>
            </a:ln>
          </p:spPr>
          <p:txBody>
            <a:bodyPr/>
            <a:lstStyle/>
            <a:p>
              <a:endParaRPr lang="en-GB"/>
            </a:p>
          </p:txBody>
        </p:sp>
        <p:sp>
          <p:nvSpPr>
            <p:cNvPr id="31830" name="Freeform 3"/>
            <p:cNvSpPr>
              <a:spLocks noChangeAspect="1" noEditPoints="1"/>
            </p:cNvSpPr>
            <p:nvPr/>
          </p:nvSpPr>
          <p:spPr bwMode="auto">
            <a:xfrm>
              <a:off x="3970853" y="3806147"/>
              <a:ext cx="101333" cy="89022"/>
            </a:xfrm>
            <a:custGeom>
              <a:avLst/>
              <a:gdLst>
                <a:gd name="T0" fmla="*/ 2147483647 w 339"/>
                <a:gd name="T1" fmla="*/ 2147483647 h 287"/>
                <a:gd name="T2" fmla="*/ 2147483647 w 339"/>
                <a:gd name="T3" fmla="*/ 2147483647 h 287"/>
                <a:gd name="T4" fmla="*/ 2147483647 w 339"/>
                <a:gd name="T5" fmla="*/ 2147483647 h 287"/>
                <a:gd name="T6" fmla="*/ 2147483647 w 339"/>
                <a:gd name="T7" fmla="*/ 2147483647 h 287"/>
                <a:gd name="T8" fmla="*/ 2147483647 w 339"/>
                <a:gd name="T9" fmla="*/ 2147483647 h 287"/>
                <a:gd name="T10" fmla="*/ 2147483647 w 339"/>
                <a:gd name="T11" fmla="*/ 2147483647 h 287"/>
                <a:gd name="T12" fmla="*/ 2147483647 w 339"/>
                <a:gd name="T13" fmla="*/ 2147483647 h 287"/>
                <a:gd name="T14" fmla="*/ 2147483647 w 339"/>
                <a:gd name="T15" fmla="*/ 2147483647 h 287"/>
                <a:gd name="T16" fmla="*/ 2147483647 w 339"/>
                <a:gd name="T17" fmla="*/ 2147483647 h 287"/>
                <a:gd name="T18" fmla="*/ 2147483647 w 339"/>
                <a:gd name="T19" fmla="*/ 2147483647 h 287"/>
                <a:gd name="T20" fmla="*/ 2147483647 w 339"/>
                <a:gd name="T21" fmla="*/ 2147483647 h 287"/>
                <a:gd name="T22" fmla="*/ 2147483647 w 339"/>
                <a:gd name="T23" fmla="*/ 2147483647 h 287"/>
                <a:gd name="T24" fmla="*/ 2147483647 w 339"/>
                <a:gd name="T25" fmla="*/ 2147483647 h 287"/>
                <a:gd name="T26" fmla="*/ 2147483647 w 339"/>
                <a:gd name="T27" fmla="*/ 2147483647 h 287"/>
                <a:gd name="T28" fmla="*/ 2147483647 w 339"/>
                <a:gd name="T29" fmla="*/ 2147483647 h 287"/>
                <a:gd name="T30" fmla="*/ 2147483647 w 339"/>
                <a:gd name="T31" fmla="*/ 2147483647 h 287"/>
                <a:gd name="T32" fmla="*/ 2147483647 w 339"/>
                <a:gd name="T33" fmla="*/ 2147483647 h 287"/>
                <a:gd name="T34" fmla="*/ 2147483647 w 339"/>
                <a:gd name="T35" fmla="*/ 2147483647 h 287"/>
                <a:gd name="T36" fmla="*/ 2147483647 w 339"/>
                <a:gd name="T37" fmla="*/ 2147483647 h 287"/>
                <a:gd name="T38" fmla="*/ 2147483647 w 339"/>
                <a:gd name="T39" fmla="*/ 2147483647 h 287"/>
                <a:gd name="T40" fmla="*/ 2147483647 w 339"/>
                <a:gd name="T41" fmla="*/ 2147483647 h 287"/>
                <a:gd name="T42" fmla="*/ 2147483647 w 339"/>
                <a:gd name="T43" fmla="*/ 2147483647 h 287"/>
                <a:gd name="T44" fmla="*/ 2147483647 w 339"/>
                <a:gd name="T45" fmla="*/ 2147483647 h 287"/>
                <a:gd name="T46" fmla="*/ 2147483647 w 339"/>
                <a:gd name="T47" fmla="*/ 2147483647 h 287"/>
                <a:gd name="T48" fmla="*/ 2147483647 w 339"/>
                <a:gd name="T49" fmla="*/ 2147483647 h 287"/>
                <a:gd name="T50" fmla="*/ 2147483647 w 339"/>
                <a:gd name="T51" fmla="*/ 2147483647 h 287"/>
                <a:gd name="T52" fmla="*/ 2147483647 w 339"/>
                <a:gd name="T53" fmla="*/ 2147483647 h 287"/>
                <a:gd name="T54" fmla="*/ 2147483647 w 339"/>
                <a:gd name="T55" fmla="*/ 2147483647 h 287"/>
                <a:gd name="T56" fmla="*/ 2147483647 w 339"/>
                <a:gd name="T57" fmla="*/ 0 h 287"/>
                <a:gd name="T58" fmla="*/ 2147483647 w 339"/>
                <a:gd name="T59" fmla="*/ 0 h 287"/>
                <a:gd name="T60" fmla="*/ 2147483647 w 339"/>
                <a:gd name="T61" fmla="*/ 2147483647 h 287"/>
                <a:gd name="T62" fmla="*/ 2147483647 w 339"/>
                <a:gd name="T63" fmla="*/ 2147483647 h 287"/>
                <a:gd name="T64" fmla="*/ 2147483647 w 339"/>
                <a:gd name="T65" fmla="*/ 2147483647 h 287"/>
                <a:gd name="T66" fmla="*/ 2147483647 w 339"/>
                <a:gd name="T67" fmla="*/ 2147483647 h 287"/>
                <a:gd name="T68" fmla="*/ 0 w 339"/>
                <a:gd name="T69" fmla="*/ 2147483647 h 287"/>
                <a:gd name="T70" fmla="*/ 0 w 339"/>
                <a:gd name="T71" fmla="*/ 2147483647 h 287"/>
                <a:gd name="T72" fmla="*/ 2147483647 w 339"/>
                <a:gd name="T73" fmla="*/ 2147483647 h 287"/>
                <a:gd name="T74" fmla="*/ 2147483647 w 339"/>
                <a:gd name="T75" fmla="*/ 2147483647 h 287"/>
                <a:gd name="T76" fmla="*/ 2147483647 w 339"/>
                <a:gd name="T77" fmla="*/ 2147483647 h 287"/>
                <a:gd name="T78" fmla="*/ 2147483647 w 339"/>
                <a:gd name="T79" fmla="*/ 2147483647 h 287"/>
                <a:gd name="T80" fmla="*/ 2147483647 w 339"/>
                <a:gd name="T81" fmla="*/ 2147483647 h 28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39"/>
                <a:gd name="T124" fmla="*/ 0 h 287"/>
                <a:gd name="T125" fmla="*/ 339 w 339"/>
                <a:gd name="T126" fmla="*/ 287 h 28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39" h="287">
                  <a:moveTo>
                    <a:pt x="84" y="162"/>
                  </a:moveTo>
                  <a:cubicBezTo>
                    <a:pt x="84" y="209"/>
                    <a:pt x="122" y="247"/>
                    <a:pt x="169" y="247"/>
                  </a:cubicBezTo>
                  <a:cubicBezTo>
                    <a:pt x="216" y="247"/>
                    <a:pt x="254" y="209"/>
                    <a:pt x="254" y="162"/>
                  </a:cubicBezTo>
                  <a:cubicBezTo>
                    <a:pt x="254" y="115"/>
                    <a:pt x="216" y="77"/>
                    <a:pt x="169" y="77"/>
                  </a:cubicBezTo>
                  <a:cubicBezTo>
                    <a:pt x="122" y="77"/>
                    <a:pt x="84" y="115"/>
                    <a:pt x="84" y="162"/>
                  </a:cubicBezTo>
                  <a:close/>
                  <a:moveTo>
                    <a:pt x="238" y="162"/>
                  </a:moveTo>
                  <a:cubicBezTo>
                    <a:pt x="238" y="200"/>
                    <a:pt x="207" y="231"/>
                    <a:pt x="169" y="231"/>
                  </a:cubicBezTo>
                  <a:cubicBezTo>
                    <a:pt x="131" y="231"/>
                    <a:pt x="100" y="200"/>
                    <a:pt x="100" y="162"/>
                  </a:cubicBezTo>
                  <a:cubicBezTo>
                    <a:pt x="100" y="124"/>
                    <a:pt x="131" y="93"/>
                    <a:pt x="169" y="93"/>
                  </a:cubicBezTo>
                  <a:cubicBezTo>
                    <a:pt x="207" y="93"/>
                    <a:pt x="238" y="124"/>
                    <a:pt x="238" y="162"/>
                  </a:cubicBezTo>
                  <a:close/>
                  <a:moveTo>
                    <a:pt x="331" y="118"/>
                  </a:moveTo>
                  <a:cubicBezTo>
                    <a:pt x="326" y="118"/>
                    <a:pt x="323" y="121"/>
                    <a:pt x="323" y="126"/>
                  </a:cubicBezTo>
                  <a:cubicBezTo>
                    <a:pt x="323" y="240"/>
                    <a:pt x="323" y="240"/>
                    <a:pt x="323" y="240"/>
                  </a:cubicBezTo>
                  <a:cubicBezTo>
                    <a:pt x="323" y="257"/>
                    <a:pt x="309" y="271"/>
                    <a:pt x="292" y="271"/>
                  </a:cubicBezTo>
                  <a:cubicBezTo>
                    <a:pt x="47" y="271"/>
                    <a:pt x="47" y="271"/>
                    <a:pt x="47" y="271"/>
                  </a:cubicBezTo>
                  <a:cubicBezTo>
                    <a:pt x="30" y="271"/>
                    <a:pt x="16" y="257"/>
                    <a:pt x="16" y="240"/>
                  </a:cubicBezTo>
                  <a:cubicBezTo>
                    <a:pt x="16" y="84"/>
                    <a:pt x="16" y="84"/>
                    <a:pt x="16" y="84"/>
                  </a:cubicBezTo>
                  <a:cubicBezTo>
                    <a:pt x="16" y="67"/>
                    <a:pt x="30" y="54"/>
                    <a:pt x="47" y="53"/>
                  </a:cubicBezTo>
                  <a:cubicBezTo>
                    <a:pt x="292" y="53"/>
                    <a:pt x="292" y="53"/>
                    <a:pt x="292" y="53"/>
                  </a:cubicBezTo>
                  <a:cubicBezTo>
                    <a:pt x="309" y="54"/>
                    <a:pt x="323" y="67"/>
                    <a:pt x="323" y="84"/>
                  </a:cubicBezTo>
                  <a:cubicBezTo>
                    <a:pt x="323" y="94"/>
                    <a:pt x="323" y="94"/>
                    <a:pt x="323" y="94"/>
                  </a:cubicBezTo>
                  <a:cubicBezTo>
                    <a:pt x="323" y="99"/>
                    <a:pt x="326" y="102"/>
                    <a:pt x="331" y="102"/>
                  </a:cubicBezTo>
                  <a:cubicBezTo>
                    <a:pt x="335" y="102"/>
                    <a:pt x="339" y="99"/>
                    <a:pt x="339" y="94"/>
                  </a:cubicBezTo>
                  <a:cubicBezTo>
                    <a:pt x="339" y="84"/>
                    <a:pt x="339" y="84"/>
                    <a:pt x="339" y="84"/>
                  </a:cubicBezTo>
                  <a:cubicBezTo>
                    <a:pt x="339" y="58"/>
                    <a:pt x="318" y="37"/>
                    <a:pt x="292" y="37"/>
                  </a:cubicBezTo>
                  <a:cubicBezTo>
                    <a:pt x="96" y="37"/>
                    <a:pt x="96" y="37"/>
                    <a:pt x="96" y="37"/>
                  </a:cubicBezTo>
                  <a:cubicBezTo>
                    <a:pt x="98" y="35"/>
                    <a:pt x="98" y="33"/>
                    <a:pt x="98" y="30"/>
                  </a:cubicBezTo>
                  <a:cubicBezTo>
                    <a:pt x="98" y="16"/>
                    <a:pt x="98" y="16"/>
                    <a:pt x="98" y="16"/>
                  </a:cubicBezTo>
                  <a:cubicBezTo>
                    <a:pt x="98" y="7"/>
                    <a:pt x="91" y="0"/>
                    <a:pt x="83" y="0"/>
                  </a:cubicBezTo>
                  <a:cubicBezTo>
                    <a:pt x="62" y="0"/>
                    <a:pt x="62" y="0"/>
                    <a:pt x="62" y="0"/>
                  </a:cubicBezTo>
                  <a:cubicBezTo>
                    <a:pt x="53" y="0"/>
                    <a:pt x="46" y="7"/>
                    <a:pt x="46" y="16"/>
                  </a:cubicBezTo>
                  <a:cubicBezTo>
                    <a:pt x="46" y="30"/>
                    <a:pt x="46" y="30"/>
                    <a:pt x="46" y="30"/>
                  </a:cubicBezTo>
                  <a:cubicBezTo>
                    <a:pt x="46" y="33"/>
                    <a:pt x="47" y="35"/>
                    <a:pt x="48" y="37"/>
                  </a:cubicBezTo>
                  <a:cubicBezTo>
                    <a:pt x="47" y="37"/>
                    <a:pt x="47" y="37"/>
                    <a:pt x="47" y="37"/>
                  </a:cubicBezTo>
                  <a:cubicBezTo>
                    <a:pt x="21" y="37"/>
                    <a:pt x="0" y="58"/>
                    <a:pt x="0" y="84"/>
                  </a:cubicBezTo>
                  <a:cubicBezTo>
                    <a:pt x="0" y="240"/>
                    <a:pt x="0" y="240"/>
                    <a:pt x="0" y="240"/>
                  </a:cubicBezTo>
                  <a:cubicBezTo>
                    <a:pt x="0" y="266"/>
                    <a:pt x="21" y="287"/>
                    <a:pt x="47" y="287"/>
                  </a:cubicBezTo>
                  <a:cubicBezTo>
                    <a:pt x="292" y="287"/>
                    <a:pt x="292" y="287"/>
                    <a:pt x="292" y="287"/>
                  </a:cubicBezTo>
                  <a:cubicBezTo>
                    <a:pt x="318" y="287"/>
                    <a:pt x="339" y="266"/>
                    <a:pt x="339" y="240"/>
                  </a:cubicBezTo>
                  <a:cubicBezTo>
                    <a:pt x="339" y="126"/>
                    <a:pt x="339" y="126"/>
                    <a:pt x="339" y="126"/>
                  </a:cubicBezTo>
                  <a:cubicBezTo>
                    <a:pt x="339" y="121"/>
                    <a:pt x="335" y="118"/>
                    <a:pt x="331" y="118"/>
                  </a:cubicBezTo>
                  <a:close/>
                </a:path>
              </a:pathLst>
            </a:custGeom>
            <a:blipFill dpi="0" rotWithShape="1">
              <a:blip r:embed="rId14"/>
              <a:srcRect/>
              <a:stretch>
                <a:fillRect/>
              </a:stretch>
            </a:blipFill>
            <a:ln w="9525">
              <a:noFill/>
              <a:round/>
              <a:headEnd/>
              <a:tailEnd/>
            </a:ln>
          </p:spPr>
          <p:txBody>
            <a:bodyPr/>
            <a:lstStyle/>
            <a:p>
              <a:endParaRPr lang="en-GB"/>
            </a:p>
          </p:txBody>
        </p:sp>
        <p:sp>
          <p:nvSpPr>
            <p:cNvPr id="31831" name="Freeform 3"/>
            <p:cNvSpPr>
              <a:spLocks noChangeAspect="1" noEditPoints="1"/>
            </p:cNvSpPr>
            <p:nvPr/>
          </p:nvSpPr>
          <p:spPr bwMode="auto">
            <a:xfrm>
              <a:off x="3710408" y="3686292"/>
              <a:ext cx="143966" cy="57068"/>
            </a:xfrm>
            <a:custGeom>
              <a:avLst/>
              <a:gdLst>
                <a:gd name="T0" fmla="*/ 2147483647 w 482"/>
                <a:gd name="T1" fmla="*/ 2147483647 h 184"/>
                <a:gd name="T2" fmla="*/ 2147483647 w 482"/>
                <a:gd name="T3" fmla="*/ 2147483647 h 184"/>
                <a:gd name="T4" fmla="*/ 2147483647 w 482"/>
                <a:gd name="T5" fmla="*/ 2147483647 h 184"/>
                <a:gd name="T6" fmla="*/ 2147483647 w 482"/>
                <a:gd name="T7" fmla="*/ 2147483647 h 184"/>
                <a:gd name="T8" fmla="*/ 2147483647 w 482"/>
                <a:gd name="T9" fmla="*/ 2147483647 h 184"/>
                <a:gd name="T10" fmla="*/ 2147483647 w 482"/>
                <a:gd name="T11" fmla="*/ 2147483647 h 184"/>
                <a:gd name="T12" fmla="*/ 2147483647 w 482"/>
                <a:gd name="T13" fmla="*/ 2147483647 h 184"/>
                <a:gd name="T14" fmla="*/ 2147483647 w 482"/>
                <a:gd name="T15" fmla="*/ 0 h 184"/>
                <a:gd name="T16" fmla="*/ 0 w 482"/>
                <a:gd name="T17" fmla="*/ 2147483647 h 184"/>
                <a:gd name="T18" fmla="*/ 2147483647 w 482"/>
                <a:gd name="T19" fmla="*/ 2147483647 h 184"/>
                <a:gd name="T20" fmla="*/ 2147483647 w 482"/>
                <a:gd name="T21" fmla="*/ 2147483647 h 184"/>
                <a:gd name="T22" fmla="*/ 2147483647 w 482"/>
                <a:gd name="T23" fmla="*/ 2147483647 h 184"/>
                <a:gd name="T24" fmla="*/ 2147483647 w 482"/>
                <a:gd name="T25" fmla="*/ 2147483647 h 184"/>
                <a:gd name="T26" fmla="*/ 2147483647 w 482"/>
                <a:gd name="T27" fmla="*/ 2147483647 h 184"/>
                <a:gd name="T28" fmla="*/ 2147483647 w 482"/>
                <a:gd name="T29" fmla="*/ 2147483647 h 184"/>
                <a:gd name="T30" fmla="*/ 2147483647 w 482"/>
                <a:gd name="T31" fmla="*/ 2147483647 h 184"/>
                <a:gd name="T32" fmla="*/ 2147483647 w 482"/>
                <a:gd name="T33" fmla="*/ 2147483647 h 184"/>
                <a:gd name="T34" fmla="*/ 2147483647 w 482"/>
                <a:gd name="T35" fmla="*/ 2147483647 h 184"/>
                <a:gd name="T36" fmla="*/ 2147483647 w 482"/>
                <a:gd name="T37" fmla="*/ 2147483647 h 184"/>
                <a:gd name="T38" fmla="*/ 2147483647 w 482"/>
                <a:gd name="T39" fmla="*/ 2147483647 h 184"/>
                <a:gd name="T40" fmla="*/ 2147483647 w 482"/>
                <a:gd name="T41" fmla="*/ 2147483647 h 184"/>
                <a:gd name="T42" fmla="*/ 2147483647 w 482"/>
                <a:gd name="T43" fmla="*/ 2147483647 h 184"/>
                <a:gd name="T44" fmla="*/ 2147483647 w 482"/>
                <a:gd name="T45" fmla="*/ 2147483647 h 184"/>
                <a:gd name="T46" fmla="*/ 2147483647 w 482"/>
                <a:gd name="T47" fmla="*/ 2147483647 h 184"/>
                <a:gd name="T48" fmla="*/ 2147483647 w 482"/>
                <a:gd name="T49" fmla="*/ 2147483647 h 184"/>
                <a:gd name="T50" fmla="*/ 2147483647 w 482"/>
                <a:gd name="T51" fmla="*/ 2147483647 h 184"/>
                <a:gd name="T52" fmla="*/ 2147483647 w 482"/>
                <a:gd name="T53" fmla="*/ 2147483647 h 184"/>
                <a:gd name="T54" fmla="*/ 2147483647 w 482"/>
                <a:gd name="T55" fmla="*/ 2147483647 h 184"/>
                <a:gd name="T56" fmla="*/ 2147483647 w 482"/>
                <a:gd name="T57" fmla="*/ 2147483647 h 184"/>
                <a:gd name="T58" fmla="*/ 2147483647 w 482"/>
                <a:gd name="T59" fmla="*/ 2147483647 h 184"/>
                <a:gd name="T60" fmla="*/ 2147483647 w 482"/>
                <a:gd name="T61" fmla="*/ 2147483647 h 184"/>
                <a:gd name="T62" fmla="*/ 2147483647 w 482"/>
                <a:gd name="T63" fmla="*/ 2147483647 h 184"/>
                <a:gd name="T64" fmla="*/ 2147483647 w 482"/>
                <a:gd name="T65" fmla="*/ 2147483647 h 184"/>
                <a:gd name="T66" fmla="*/ 2147483647 w 482"/>
                <a:gd name="T67" fmla="*/ 2147483647 h 18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82"/>
                <a:gd name="T103" fmla="*/ 0 h 184"/>
                <a:gd name="T104" fmla="*/ 482 w 482"/>
                <a:gd name="T105" fmla="*/ 184 h 18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82" h="184">
                  <a:moveTo>
                    <a:pt x="46" y="134"/>
                  </a:moveTo>
                  <a:cubicBezTo>
                    <a:pt x="436" y="134"/>
                    <a:pt x="436" y="134"/>
                    <a:pt x="436" y="134"/>
                  </a:cubicBezTo>
                  <a:cubicBezTo>
                    <a:pt x="441" y="134"/>
                    <a:pt x="444" y="131"/>
                    <a:pt x="444" y="126"/>
                  </a:cubicBezTo>
                  <a:cubicBezTo>
                    <a:pt x="444" y="122"/>
                    <a:pt x="441" y="118"/>
                    <a:pt x="436" y="118"/>
                  </a:cubicBezTo>
                  <a:cubicBezTo>
                    <a:pt x="46" y="118"/>
                    <a:pt x="46" y="118"/>
                    <a:pt x="46" y="118"/>
                  </a:cubicBezTo>
                  <a:cubicBezTo>
                    <a:pt x="42" y="118"/>
                    <a:pt x="38" y="122"/>
                    <a:pt x="38" y="126"/>
                  </a:cubicBezTo>
                  <a:cubicBezTo>
                    <a:pt x="38" y="131"/>
                    <a:pt x="42" y="134"/>
                    <a:pt x="46" y="134"/>
                  </a:cubicBezTo>
                  <a:close/>
                  <a:moveTo>
                    <a:pt x="142" y="46"/>
                  </a:moveTo>
                  <a:cubicBezTo>
                    <a:pt x="142" y="36"/>
                    <a:pt x="134" y="28"/>
                    <a:pt x="124" y="28"/>
                  </a:cubicBezTo>
                  <a:cubicBezTo>
                    <a:pt x="113" y="28"/>
                    <a:pt x="105" y="36"/>
                    <a:pt x="105" y="46"/>
                  </a:cubicBezTo>
                  <a:cubicBezTo>
                    <a:pt x="105" y="56"/>
                    <a:pt x="113" y="65"/>
                    <a:pt x="124" y="65"/>
                  </a:cubicBezTo>
                  <a:cubicBezTo>
                    <a:pt x="134" y="65"/>
                    <a:pt x="142" y="56"/>
                    <a:pt x="142" y="46"/>
                  </a:cubicBezTo>
                  <a:close/>
                  <a:moveTo>
                    <a:pt x="474" y="48"/>
                  </a:moveTo>
                  <a:cubicBezTo>
                    <a:pt x="479" y="48"/>
                    <a:pt x="482" y="45"/>
                    <a:pt x="482" y="40"/>
                  </a:cubicBezTo>
                  <a:cubicBezTo>
                    <a:pt x="482" y="16"/>
                    <a:pt x="482" y="16"/>
                    <a:pt x="482" y="16"/>
                  </a:cubicBezTo>
                  <a:cubicBezTo>
                    <a:pt x="482" y="7"/>
                    <a:pt x="475" y="0"/>
                    <a:pt x="466" y="0"/>
                  </a:cubicBezTo>
                  <a:cubicBezTo>
                    <a:pt x="16" y="0"/>
                    <a:pt x="16" y="0"/>
                    <a:pt x="16" y="0"/>
                  </a:cubicBezTo>
                  <a:cubicBezTo>
                    <a:pt x="7" y="0"/>
                    <a:pt x="0" y="7"/>
                    <a:pt x="0" y="16"/>
                  </a:cubicBezTo>
                  <a:cubicBezTo>
                    <a:pt x="0" y="147"/>
                    <a:pt x="0" y="147"/>
                    <a:pt x="0" y="147"/>
                  </a:cubicBezTo>
                  <a:cubicBezTo>
                    <a:pt x="0" y="156"/>
                    <a:pt x="7" y="163"/>
                    <a:pt x="16" y="163"/>
                  </a:cubicBezTo>
                  <a:cubicBezTo>
                    <a:pt x="42" y="163"/>
                    <a:pt x="42" y="163"/>
                    <a:pt x="42" y="163"/>
                  </a:cubicBezTo>
                  <a:cubicBezTo>
                    <a:pt x="42" y="174"/>
                    <a:pt x="42" y="174"/>
                    <a:pt x="42" y="174"/>
                  </a:cubicBezTo>
                  <a:cubicBezTo>
                    <a:pt x="42" y="179"/>
                    <a:pt x="46" y="184"/>
                    <a:pt x="52" y="184"/>
                  </a:cubicBezTo>
                  <a:cubicBezTo>
                    <a:pt x="90" y="184"/>
                    <a:pt x="90" y="184"/>
                    <a:pt x="90" y="184"/>
                  </a:cubicBezTo>
                  <a:cubicBezTo>
                    <a:pt x="96" y="184"/>
                    <a:pt x="100" y="179"/>
                    <a:pt x="100" y="174"/>
                  </a:cubicBezTo>
                  <a:cubicBezTo>
                    <a:pt x="100" y="163"/>
                    <a:pt x="100" y="163"/>
                    <a:pt x="100" y="163"/>
                  </a:cubicBezTo>
                  <a:cubicBezTo>
                    <a:pt x="382" y="163"/>
                    <a:pt x="382" y="163"/>
                    <a:pt x="382" y="163"/>
                  </a:cubicBezTo>
                  <a:cubicBezTo>
                    <a:pt x="382" y="174"/>
                    <a:pt x="382" y="174"/>
                    <a:pt x="382" y="174"/>
                  </a:cubicBezTo>
                  <a:cubicBezTo>
                    <a:pt x="382" y="179"/>
                    <a:pt x="386" y="184"/>
                    <a:pt x="392" y="184"/>
                  </a:cubicBezTo>
                  <a:cubicBezTo>
                    <a:pt x="430" y="184"/>
                    <a:pt x="430" y="184"/>
                    <a:pt x="430" y="184"/>
                  </a:cubicBezTo>
                  <a:cubicBezTo>
                    <a:pt x="436" y="184"/>
                    <a:pt x="440" y="179"/>
                    <a:pt x="440" y="174"/>
                  </a:cubicBezTo>
                  <a:cubicBezTo>
                    <a:pt x="440" y="163"/>
                    <a:pt x="440" y="163"/>
                    <a:pt x="440" y="163"/>
                  </a:cubicBezTo>
                  <a:cubicBezTo>
                    <a:pt x="466" y="163"/>
                    <a:pt x="466" y="163"/>
                    <a:pt x="466" y="163"/>
                  </a:cubicBezTo>
                  <a:cubicBezTo>
                    <a:pt x="475" y="163"/>
                    <a:pt x="482" y="156"/>
                    <a:pt x="482" y="147"/>
                  </a:cubicBezTo>
                  <a:cubicBezTo>
                    <a:pt x="482" y="72"/>
                    <a:pt x="482" y="72"/>
                    <a:pt x="482" y="72"/>
                  </a:cubicBezTo>
                  <a:cubicBezTo>
                    <a:pt x="482" y="67"/>
                    <a:pt x="479" y="64"/>
                    <a:pt x="474" y="64"/>
                  </a:cubicBezTo>
                  <a:cubicBezTo>
                    <a:pt x="470" y="64"/>
                    <a:pt x="466" y="67"/>
                    <a:pt x="466" y="72"/>
                  </a:cubicBezTo>
                  <a:cubicBezTo>
                    <a:pt x="466" y="72"/>
                    <a:pt x="466" y="72"/>
                    <a:pt x="466" y="72"/>
                  </a:cubicBezTo>
                  <a:cubicBezTo>
                    <a:pt x="466" y="147"/>
                    <a:pt x="466" y="147"/>
                    <a:pt x="466" y="147"/>
                  </a:cubicBezTo>
                  <a:cubicBezTo>
                    <a:pt x="16" y="147"/>
                    <a:pt x="16" y="147"/>
                    <a:pt x="16" y="147"/>
                  </a:cubicBezTo>
                  <a:cubicBezTo>
                    <a:pt x="16" y="16"/>
                    <a:pt x="16" y="16"/>
                    <a:pt x="16" y="16"/>
                  </a:cubicBezTo>
                  <a:cubicBezTo>
                    <a:pt x="466" y="16"/>
                    <a:pt x="466" y="16"/>
                    <a:pt x="466" y="16"/>
                  </a:cubicBezTo>
                  <a:cubicBezTo>
                    <a:pt x="466" y="40"/>
                    <a:pt x="466" y="40"/>
                    <a:pt x="466" y="40"/>
                  </a:cubicBezTo>
                  <a:cubicBezTo>
                    <a:pt x="466" y="45"/>
                    <a:pt x="470" y="48"/>
                    <a:pt x="474" y="48"/>
                  </a:cubicBezTo>
                  <a:close/>
                  <a:moveTo>
                    <a:pt x="49" y="88"/>
                  </a:moveTo>
                  <a:cubicBezTo>
                    <a:pt x="78" y="88"/>
                    <a:pt x="78" y="88"/>
                    <a:pt x="78" y="88"/>
                  </a:cubicBezTo>
                  <a:cubicBezTo>
                    <a:pt x="82" y="88"/>
                    <a:pt x="86" y="84"/>
                    <a:pt x="86" y="80"/>
                  </a:cubicBezTo>
                  <a:cubicBezTo>
                    <a:pt x="86" y="36"/>
                    <a:pt x="86" y="36"/>
                    <a:pt x="86" y="36"/>
                  </a:cubicBezTo>
                  <a:cubicBezTo>
                    <a:pt x="86" y="32"/>
                    <a:pt x="82" y="28"/>
                    <a:pt x="78" y="28"/>
                  </a:cubicBezTo>
                  <a:cubicBezTo>
                    <a:pt x="49" y="28"/>
                    <a:pt x="49" y="28"/>
                    <a:pt x="49" y="28"/>
                  </a:cubicBezTo>
                  <a:cubicBezTo>
                    <a:pt x="44" y="28"/>
                    <a:pt x="41" y="32"/>
                    <a:pt x="41" y="36"/>
                  </a:cubicBezTo>
                  <a:cubicBezTo>
                    <a:pt x="41" y="80"/>
                    <a:pt x="41" y="80"/>
                    <a:pt x="41" y="80"/>
                  </a:cubicBezTo>
                  <a:cubicBezTo>
                    <a:pt x="41" y="84"/>
                    <a:pt x="44" y="88"/>
                    <a:pt x="49" y="88"/>
                  </a:cubicBezTo>
                  <a:close/>
                  <a:moveTo>
                    <a:pt x="310" y="46"/>
                  </a:moveTo>
                  <a:cubicBezTo>
                    <a:pt x="310" y="36"/>
                    <a:pt x="302" y="28"/>
                    <a:pt x="292" y="28"/>
                  </a:cubicBezTo>
                  <a:cubicBezTo>
                    <a:pt x="281" y="28"/>
                    <a:pt x="273" y="36"/>
                    <a:pt x="273" y="46"/>
                  </a:cubicBezTo>
                  <a:cubicBezTo>
                    <a:pt x="273" y="56"/>
                    <a:pt x="281" y="65"/>
                    <a:pt x="292" y="65"/>
                  </a:cubicBezTo>
                  <a:cubicBezTo>
                    <a:pt x="302" y="65"/>
                    <a:pt x="310" y="56"/>
                    <a:pt x="310" y="46"/>
                  </a:cubicBezTo>
                  <a:close/>
                  <a:moveTo>
                    <a:pt x="254" y="46"/>
                  </a:moveTo>
                  <a:cubicBezTo>
                    <a:pt x="254" y="36"/>
                    <a:pt x="246" y="28"/>
                    <a:pt x="236" y="28"/>
                  </a:cubicBezTo>
                  <a:cubicBezTo>
                    <a:pt x="225" y="28"/>
                    <a:pt x="217" y="36"/>
                    <a:pt x="217" y="46"/>
                  </a:cubicBezTo>
                  <a:cubicBezTo>
                    <a:pt x="217" y="56"/>
                    <a:pt x="225" y="65"/>
                    <a:pt x="236" y="65"/>
                  </a:cubicBezTo>
                  <a:cubicBezTo>
                    <a:pt x="246" y="65"/>
                    <a:pt x="254" y="56"/>
                    <a:pt x="254" y="46"/>
                  </a:cubicBezTo>
                  <a:close/>
                  <a:moveTo>
                    <a:pt x="198" y="46"/>
                  </a:moveTo>
                  <a:cubicBezTo>
                    <a:pt x="198" y="36"/>
                    <a:pt x="190" y="28"/>
                    <a:pt x="180" y="28"/>
                  </a:cubicBezTo>
                  <a:cubicBezTo>
                    <a:pt x="169" y="28"/>
                    <a:pt x="161" y="36"/>
                    <a:pt x="161" y="46"/>
                  </a:cubicBezTo>
                  <a:cubicBezTo>
                    <a:pt x="161" y="56"/>
                    <a:pt x="169" y="65"/>
                    <a:pt x="180" y="65"/>
                  </a:cubicBezTo>
                  <a:cubicBezTo>
                    <a:pt x="190" y="65"/>
                    <a:pt x="198" y="56"/>
                    <a:pt x="198" y="46"/>
                  </a:cubicBezTo>
                  <a:close/>
                </a:path>
              </a:pathLst>
            </a:custGeom>
            <a:blipFill dpi="0" rotWithShape="1">
              <a:blip r:embed="rId15"/>
              <a:srcRect/>
              <a:stretch>
                <a:fillRect/>
              </a:stretch>
            </a:blipFill>
            <a:ln w="9525">
              <a:noFill/>
              <a:round/>
              <a:headEnd/>
              <a:tailEnd/>
            </a:ln>
          </p:spPr>
          <p:txBody>
            <a:bodyPr/>
            <a:lstStyle/>
            <a:p>
              <a:endParaRPr lang="en-GB"/>
            </a:p>
          </p:txBody>
        </p:sp>
        <p:sp>
          <p:nvSpPr>
            <p:cNvPr id="31832" name="Freeform 3"/>
            <p:cNvSpPr>
              <a:spLocks noChangeAspect="1" noEditPoints="1"/>
            </p:cNvSpPr>
            <p:nvPr/>
          </p:nvSpPr>
          <p:spPr bwMode="auto">
            <a:xfrm>
              <a:off x="3271789" y="3906919"/>
              <a:ext cx="143207" cy="144381"/>
            </a:xfrm>
            <a:custGeom>
              <a:avLst/>
              <a:gdLst>
                <a:gd name="T0" fmla="*/ 2147483647 w 479"/>
                <a:gd name="T1" fmla="*/ 2147483647 h 465"/>
                <a:gd name="T2" fmla="*/ 2147483647 w 479"/>
                <a:gd name="T3" fmla="*/ 0 h 465"/>
                <a:gd name="T4" fmla="*/ 2147483647 w 479"/>
                <a:gd name="T5" fmla="*/ 2147483647 h 465"/>
                <a:gd name="T6" fmla="*/ 2147483647 w 479"/>
                <a:gd name="T7" fmla="*/ 2147483647 h 465"/>
                <a:gd name="T8" fmla="*/ 2147483647 w 479"/>
                <a:gd name="T9" fmla="*/ 2147483647 h 465"/>
                <a:gd name="T10" fmla="*/ 2147483647 w 479"/>
                <a:gd name="T11" fmla="*/ 2147483647 h 465"/>
                <a:gd name="T12" fmla="*/ 2147483647 w 479"/>
                <a:gd name="T13" fmla="*/ 2147483647 h 465"/>
                <a:gd name="T14" fmla="*/ 2147483647 w 479"/>
                <a:gd name="T15" fmla="*/ 2147483647 h 465"/>
                <a:gd name="T16" fmla="*/ 2147483647 w 479"/>
                <a:gd name="T17" fmla="*/ 2147483647 h 465"/>
                <a:gd name="T18" fmla="*/ 2147483647 w 479"/>
                <a:gd name="T19" fmla="*/ 2147483647 h 465"/>
                <a:gd name="T20" fmla="*/ 2147483647 w 479"/>
                <a:gd name="T21" fmla="*/ 2147483647 h 465"/>
                <a:gd name="T22" fmla="*/ 2147483647 w 479"/>
                <a:gd name="T23" fmla="*/ 2147483647 h 465"/>
                <a:gd name="T24" fmla="*/ 2147483647 w 479"/>
                <a:gd name="T25" fmla="*/ 2147483647 h 465"/>
                <a:gd name="T26" fmla="*/ 2147483647 w 479"/>
                <a:gd name="T27" fmla="*/ 2147483647 h 465"/>
                <a:gd name="T28" fmla="*/ 2147483647 w 479"/>
                <a:gd name="T29" fmla="*/ 2147483647 h 465"/>
                <a:gd name="T30" fmla="*/ 2147483647 w 479"/>
                <a:gd name="T31" fmla="*/ 2147483647 h 465"/>
                <a:gd name="T32" fmla="*/ 2147483647 w 479"/>
                <a:gd name="T33" fmla="*/ 2147483647 h 465"/>
                <a:gd name="T34" fmla="*/ 2147483647 w 479"/>
                <a:gd name="T35" fmla="*/ 2147483647 h 465"/>
                <a:gd name="T36" fmla="*/ 2147483647 w 479"/>
                <a:gd name="T37" fmla="*/ 2147483647 h 465"/>
                <a:gd name="T38" fmla="*/ 2147483647 w 479"/>
                <a:gd name="T39" fmla="*/ 2147483647 h 465"/>
                <a:gd name="T40" fmla="*/ 2147483647 w 479"/>
                <a:gd name="T41" fmla="*/ 2147483647 h 465"/>
                <a:gd name="T42" fmla="*/ 2147483647 w 479"/>
                <a:gd name="T43" fmla="*/ 2147483647 h 465"/>
                <a:gd name="T44" fmla="*/ 2147483647 w 479"/>
                <a:gd name="T45" fmla="*/ 2147483647 h 465"/>
                <a:gd name="T46" fmla="*/ 2147483647 w 479"/>
                <a:gd name="T47" fmla="*/ 2147483647 h 465"/>
                <a:gd name="T48" fmla="*/ 2147483647 w 479"/>
                <a:gd name="T49" fmla="*/ 2147483647 h 465"/>
                <a:gd name="T50" fmla="*/ 2147483647 w 479"/>
                <a:gd name="T51" fmla="*/ 2147483647 h 465"/>
                <a:gd name="T52" fmla="*/ 2147483647 w 479"/>
                <a:gd name="T53" fmla="*/ 2147483647 h 465"/>
                <a:gd name="T54" fmla="*/ 2147483647 w 479"/>
                <a:gd name="T55" fmla="*/ 2147483647 h 465"/>
                <a:gd name="T56" fmla="*/ 2147483647 w 479"/>
                <a:gd name="T57" fmla="*/ 2147483647 h 465"/>
                <a:gd name="T58" fmla="*/ 2147483647 w 479"/>
                <a:gd name="T59" fmla="*/ 2147483647 h 465"/>
                <a:gd name="T60" fmla="*/ 2147483647 w 479"/>
                <a:gd name="T61" fmla="*/ 2147483647 h 465"/>
                <a:gd name="T62" fmla="*/ 2147483647 w 479"/>
                <a:gd name="T63" fmla="*/ 2147483647 h 465"/>
                <a:gd name="T64" fmla="*/ 2147483647 w 479"/>
                <a:gd name="T65" fmla="*/ 2147483647 h 465"/>
                <a:gd name="T66" fmla="*/ 2147483647 w 479"/>
                <a:gd name="T67" fmla="*/ 2147483647 h 465"/>
                <a:gd name="T68" fmla="*/ 2147483647 w 479"/>
                <a:gd name="T69" fmla="*/ 2147483647 h 465"/>
                <a:gd name="T70" fmla="*/ 2147483647 w 479"/>
                <a:gd name="T71" fmla="*/ 2147483647 h 465"/>
                <a:gd name="T72" fmla="*/ 2147483647 w 479"/>
                <a:gd name="T73" fmla="*/ 2147483647 h 465"/>
                <a:gd name="T74" fmla="*/ 2147483647 w 479"/>
                <a:gd name="T75" fmla="*/ 2147483647 h 465"/>
                <a:gd name="T76" fmla="*/ 2147483647 w 479"/>
                <a:gd name="T77" fmla="*/ 2147483647 h 465"/>
                <a:gd name="T78" fmla="*/ 2147483647 w 479"/>
                <a:gd name="T79" fmla="*/ 2147483647 h 465"/>
                <a:gd name="T80" fmla="*/ 2147483647 w 479"/>
                <a:gd name="T81" fmla="*/ 2147483647 h 465"/>
                <a:gd name="T82" fmla="*/ 2147483647 w 479"/>
                <a:gd name="T83" fmla="*/ 2147483647 h 465"/>
                <a:gd name="T84" fmla="*/ 2147483647 w 479"/>
                <a:gd name="T85" fmla="*/ 2147483647 h 465"/>
                <a:gd name="T86" fmla="*/ 2147483647 w 479"/>
                <a:gd name="T87" fmla="*/ 2147483647 h 465"/>
                <a:gd name="T88" fmla="*/ 2147483647 w 479"/>
                <a:gd name="T89" fmla="*/ 2147483647 h 465"/>
                <a:gd name="T90" fmla="*/ 2147483647 w 479"/>
                <a:gd name="T91" fmla="*/ 2147483647 h 465"/>
                <a:gd name="T92" fmla="*/ 2147483647 w 479"/>
                <a:gd name="T93" fmla="*/ 2147483647 h 465"/>
                <a:gd name="T94" fmla="*/ 2147483647 w 479"/>
                <a:gd name="T95" fmla="*/ 2147483647 h 465"/>
                <a:gd name="T96" fmla="*/ 2147483647 w 479"/>
                <a:gd name="T97" fmla="*/ 2147483647 h 465"/>
                <a:gd name="T98" fmla="*/ 2147483647 w 479"/>
                <a:gd name="T99" fmla="*/ 2147483647 h 465"/>
                <a:gd name="T100" fmla="*/ 2147483647 w 479"/>
                <a:gd name="T101" fmla="*/ 2147483647 h 465"/>
                <a:gd name="T102" fmla="*/ 2147483647 w 479"/>
                <a:gd name="T103" fmla="*/ 2147483647 h 465"/>
                <a:gd name="T104" fmla="*/ 2147483647 w 479"/>
                <a:gd name="T105" fmla="*/ 2147483647 h 465"/>
                <a:gd name="T106" fmla="*/ 2147483647 w 479"/>
                <a:gd name="T107" fmla="*/ 2147483647 h 465"/>
                <a:gd name="T108" fmla="*/ 2147483647 w 479"/>
                <a:gd name="T109" fmla="*/ 2147483647 h 465"/>
                <a:gd name="T110" fmla="*/ 2147483647 w 479"/>
                <a:gd name="T111" fmla="*/ 2147483647 h 465"/>
                <a:gd name="T112" fmla="*/ 2147483647 w 479"/>
                <a:gd name="T113" fmla="*/ 2147483647 h 465"/>
                <a:gd name="T114" fmla="*/ 2147483647 w 479"/>
                <a:gd name="T115" fmla="*/ 2147483647 h 465"/>
                <a:gd name="T116" fmla="*/ 2147483647 w 479"/>
                <a:gd name="T117" fmla="*/ 2147483647 h 465"/>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79"/>
                <a:gd name="T178" fmla="*/ 0 h 465"/>
                <a:gd name="T179" fmla="*/ 479 w 479"/>
                <a:gd name="T180" fmla="*/ 465 h 465"/>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79" h="465">
                  <a:moveTo>
                    <a:pt x="316" y="16"/>
                  </a:moveTo>
                  <a:cubicBezTo>
                    <a:pt x="316" y="16"/>
                    <a:pt x="316" y="16"/>
                    <a:pt x="316" y="16"/>
                  </a:cubicBezTo>
                  <a:cubicBezTo>
                    <a:pt x="382" y="17"/>
                    <a:pt x="436" y="70"/>
                    <a:pt x="436" y="137"/>
                  </a:cubicBezTo>
                  <a:cubicBezTo>
                    <a:pt x="436" y="141"/>
                    <a:pt x="440" y="145"/>
                    <a:pt x="444" y="145"/>
                  </a:cubicBezTo>
                  <a:cubicBezTo>
                    <a:pt x="448" y="145"/>
                    <a:pt x="452" y="141"/>
                    <a:pt x="452" y="137"/>
                  </a:cubicBezTo>
                  <a:cubicBezTo>
                    <a:pt x="452" y="62"/>
                    <a:pt x="391" y="0"/>
                    <a:pt x="316" y="0"/>
                  </a:cubicBezTo>
                  <a:cubicBezTo>
                    <a:pt x="311" y="0"/>
                    <a:pt x="308" y="4"/>
                    <a:pt x="308" y="8"/>
                  </a:cubicBezTo>
                  <a:cubicBezTo>
                    <a:pt x="308" y="13"/>
                    <a:pt x="311" y="16"/>
                    <a:pt x="316" y="16"/>
                  </a:cubicBezTo>
                  <a:close/>
                  <a:moveTo>
                    <a:pt x="316" y="93"/>
                  </a:moveTo>
                  <a:cubicBezTo>
                    <a:pt x="316" y="93"/>
                    <a:pt x="316" y="93"/>
                    <a:pt x="316" y="93"/>
                  </a:cubicBezTo>
                  <a:cubicBezTo>
                    <a:pt x="340" y="93"/>
                    <a:pt x="359" y="113"/>
                    <a:pt x="359" y="137"/>
                  </a:cubicBezTo>
                  <a:cubicBezTo>
                    <a:pt x="359" y="141"/>
                    <a:pt x="363" y="145"/>
                    <a:pt x="367" y="145"/>
                  </a:cubicBezTo>
                  <a:cubicBezTo>
                    <a:pt x="371" y="145"/>
                    <a:pt x="375" y="141"/>
                    <a:pt x="375" y="137"/>
                  </a:cubicBezTo>
                  <a:cubicBezTo>
                    <a:pt x="375" y="104"/>
                    <a:pt x="348" y="77"/>
                    <a:pt x="316" y="77"/>
                  </a:cubicBezTo>
                  <a:cubicBezTo>
                    <a:pt x="311" y="77"/>
                    <a:pt x="308" y="81"/>
                    <a:pt x="308" y="85"/>
                  </a:cubicBezTo>
                  <a:cubicBezTo>
                    <a:pt x="308" y="90"/>
                    <a:pt x="311" y="93"/>
                    <a:pt x="316" y="93"/>
                  </a:cubicBezTo>
                  <a:close/>
                  <a:moveTo>
                    <a:pt x="316" y="55"/>
                  </a:moveTo>
                  <a:cubicBezTo>
                    <a:pt x="316" y="55"/>
                    <a:pt x="316" y="55"/>
                    <a:pt x="316" y="55"/>
                  </a:cubicBezTo>
                  <a:cubicBezTo>
                    <a:pt x="361" y="55"/>
                    <a:pt x="397" y="92"/>
                    <a:pt x="398" y="137"/>
                  </a:cubicBezTo>
                  <a:cubicBezTo>
                    <a:pt x="398" y="141"/>
                    <a:pt x="401" y="145"/>
                    <a:pt x="406" y="145"/>
                  </a:cubicBezTo>
                  <a:cubicBezTo>
                    <a:pt x="410" y="145"/>
                    <a:pt x="414" y="141"/>
                    <a:pt x="414" y="137"/>
                  </a:cubicBezTo>
                  <a:cubicBezTo>
                    <a:pt x="414" y="83"/>
                    <a:pt x="370" y="39"/>
                    <a:pt x="316" y="39"/>
                  </a:cubicBezTo>
                  <a:cubicBezTo>
                    <a:pt x="311" y="39"/>
                    <a:pt x="308" y="43"/>
                    <a:pt x="308" y="47"/>
                  </a:cubicBezTo>
                  <a:cubicBezTo>
                    <a:pt x="308" y="51"/>
                    <a:pt x="311" y="55"/>
                    <a:pt x="316" y="55"/>
                  </a:cubicBezTo>
                  <a:close/>
                  <a:moveTo>
                    <a:pt x="119" y="222"/>
                  </a:moveTo>
                  <a:cubicBezTo>
                    <a:pt x="119" y="258"/>
                    <a:pt x="148" y="287"/>
                    <a:pt x="184" y="287"/>
                  </a:cubicBezTo>
                  <a:cubicBezTo>
                    <a:pt x="221" y="287"/>
                    <a:pt x="250" y="258"/>
                    <a:pt x="250" y="222"/>
                  </a:cubicBezTo>
                  <a:cubicBezTo>
                    <a:pt x="250" y="185"/>
                    <a:pt x="221" y="156"/>
                    <a:pt x="184" y="156"/>
                  </a:cubicBezTo>
                  <a:cubicBezTo>
                    <a:pt x="148" y="156"/>
                    <a:pt x="119" y="185"/>
                    <a:pt x="119" y="222"/>
                  </a:cubicBezTo>
                  <a:close/>
                  <a:moveTo>
                    <a:pt x="201" y="186"/>
                  </a:moveTo>
                  <a:cubicBezTo>
                    <a:pt x="201" y="205"/>
                    <a:pt x="201" y="205"/>
                    <a:pt x="201" y="205"/>
                  </a:cubicBezTo>
                  <a:cubicBezTo>
                    <a:pt x="220" y="205"/>
                    <a:pt x="220" y="205"/>
                    <a:pt x="220" y="205"/>
                  </a:cubicBezTo>
                  <a:cubicBezTo>
                    <a:pt x="225" y="205"/>
                    <a:pt x="230" y="210"/>
                    <a:pt x="230" y="215"/>
                  </a:cubicBezTo>
                  <a:cubicBezTo>
                    <a:pt x="230" y="228"/>
                    <a:pt x="230" y="228"/>
                    <a:pt x="230" y="228"/>
                  </a:cubicBezTo>
                  <a:cubicBezTo>
                    <a:pt x="230" y="234"/>
                    <a:pt x="225" y="238"/>
                    <a:pt x="220" y="238"/>
                  </a:cubicBezTo>
                  <a:cubicBezTo>
                    <a:pt x="201" y="238"/>
                    <a:pt x="201" y="238"/>
                    <a:pt x="201" y="238"/>
                  </a:cubicBezTo>
                  <a:cubicBezTo>
                    <a:pt x="201" y="257"/>
                    <a:pt x="201" y="257"/>
                    <a:pt x="201" y="257"/>
                  </a:cubicBezTo>
                  <a:cubicBezTo>
                    <a:pt x="201" y="263"/>
                    <a:pt x="196" y="267"/>
                    <a:pt x="191" y="267"/>
                  </a:cubicBezTo>
                  <a:cubicBezTo>
                    <a:pt x="178" y="267"/>
                    <a:pt x="178" y="267"/>
                    <a:pt x="178" y="267"/>
                  </a:cubicBezTo>
                  <a:cubicBezTo>
                    <a:pt x="172" y="267"/>
                    <a:pt x="168" y="263"/>
                    <a:pt x="168" y="257"/>
                  </a:cubicBezTo>
                  <a:cubicBezTo>
                    <a:pt x="168" y="238"/>
                    <a:pt x="168" y="238"/>
                    <a:pt x="168" y="238"/>
                  </a:cubicBezTo>
                  <a:cubicBezTo>
                    <a:pt x="149" y="238"/>
                    <a:pt x="149" y="238"/>
                    <a:pt x="149" y="238"/>
                  </a:cubicBezTo>
                  <a:cubicBezTo>
                    <a:pt x="143" y="238"/>
                    <a:pt x="139" y="234"/>
                    <a:pt x="139" y="228"/>
                  </a:cubicBezTo>
                  <a:cubicBezTo>
                    <a:pt x="139" y="215"/>
                    <a:pt x="139" y="215"/>
                    <a:pt x="139" y="215"/>
                  </a:cubicBezTo>
                  <a:cubicBezTo>
                    <a:pt x="139" y="210"/>
                    <a:pt x="143" y="205"/>
                    <a:pt x="149" y="205"/>
                  </a:cubicBezTo>
                  <a:cubicBezTo>
                    <a:pt x="168" y="205"/>
                    <a:pt x="168" y="205"/>
                    <a:pt x="168" y="205"/>
                  </a:cubicBezTo>
                  <a:cubicBezTo>
                    <a:pt x="168" y="186"/>
                    <a:pt x="168" y="186"/>
                    <a:pt x="168" y="186"/>
                  </a:cubicBezTo>
                  <a:cubicBezTo>
                    <a:pt x="168" y="181"/>
                    <a:pt x="172" y="176"/>
                    <a:pt x="178" y="176"/>
                  </a:cubicBezTo>
                  <a:cubicBezTo>
                    <a:pt x="191" y="176"/>
                    <a:pt x="191" y="176"/>
                    <a:pt x="191" y="176"/>
                  </a:cubicBezTo>
                  <a:cubicBezTo>
                    <a:pt x="196" y="176"/>
                    <a:pt x="201" y="181"/>
                    <a:pt x="201" y="186"/>
                  </a:cubicBezTo>
                  <a:close/>
                  <a:moveTo>
                    <a:pt x="468" y="372"/>
                  </a:moveTo>
                  <a:cubicBezTo>
                    <a:pt x="462" y="364"/>
                    <a:pt x="451" y="359"/>
                    <a:pt x="440" y="359"/>
                  </a:cubicBezTo>
                  <a:cubicBezTo>
                    <a:pt x="433" y="359"/>
                    <a:pt x="427" y="361"/>
                    <a:pt x="420" y="364"/>
                  </a:cubicBezTo>
                  <a:cubicBezTo>
                    <a:pt x="414" y="366"/>
                    <a:pt x="409" y="368"/>
                    <a:pt x="404" y="370"/>
                  </a:cubicBezTo>
                  <a:cubicBezTo>
                    <a:pt x="450" y="322"/>
                    <a:pt x="450" y="322"/>
                    <a:pt x="450" y="322"/>
                  </a:cubicBezTo>
                  <a:cubicBezTo>
                    <a:pt x="452" y="319"/>
                    <a:pt x="452" y="314"/>
                    <a:pt x="450" y="311"/>
                  </a:cubicBezTo>
                  <a:cubicBezTo>
                    <a:pt x="448" y="308"/>
                    <a:pt x="443" y="307"/>
                    <a:pt x="440" y="309"/>
                  </a:cubicBezTo>
                  <a:cubicBezTo>
                    <a:pt x="400" y="330"/>
                    <a:pt x="400" y="330"/>
                    <a:pt x="400" y="330"/>
                  </a:cubicBezTo>
                  <a:cubicBezTo>
                    <a:pt x="413" y="311"/>
                    <a:pt x="413" y="311"/>
                    <a:pt x="413" y="311"/>
                  </a:cubicBezTo>
                  <a:cubicBezTo>
                    <a:pt x="415" y="308"/>
                    <a:pt x="415" y="304"/>
                    <a:pt x="412" y="301"/>
                  </a:cubicBezTo>
                  <a:cubicBezTo>
                    <a:pt x="410" y="298"/>
                    <a:pt x="406" y="297"/>
                    <a:pt x="403" y="299"/>
                  </a:cubicBezTo>
                  <a:cubicBezTo>
                    <a:pt x="355" y="320"/>
                    <a:pt x="355" y="320"/>
                    <a:pt x="355" y="320"/>
                  </a:cubicBezTo>
                  <a:cubicBezTo>
                    <a:pt x="400" y="276"/>
                    <a:pt x="400" y="276"/>
                    <a:pt x="400" y="276"/>
                  </a:cubicBezTo>
                  <a:cubicBezTo>
                    <a:pt x="403" y="273"/>
                    <a:pt x="403" y="269"/>
                    <a:pt x="401" y="265"/>
                  </a:cubicBezTo>
                  <a:cubicBezTo>
                    <a:pt x="399" y="262"/>
                    <a:pt x="394" y="261"/>
                    <a:pt x="391" y="263"/>
                  </a:cubicBezTo>
                  <a:cubicBezTo>
                    <a:pt x="345" y="285"/>
                    <a:pt x="345" y="285"/>
                    <a:pt x="345" y="285"/>
                  </a:cubicBezTo>
                  <a:cubicBezTo>
                    <a:pt x="332" y="273"/>
                    <a:pt x="323" y="268"/>
                    <a:pt x="317" y="266"/>
                  </a:cubicBezTo>
                  <a:cubicBezTo>
                    <a:pt x="317" y="197"/>
                    <a:pt x="317" y="197"/>
                    <a:pt x="317" y="197"/>
                  </a:cubicBezTo>
                  <a:cubicBezTo>
                    <a:pt x="317" y="193"/>
                    <a:pt x="313" y="189"/>
                    <a:pt x="309" y="189"/>
                  </a:cubicBezTo>
                  <a:cubicBezTo>
                    <a:pt x="305" y="189"/>
                    <a:pt x="301" y="193"/>
                    <a:pt x="301" y="197"/>
                  </a:cubicBezTo>
                  <a:cubicBezTo>
                    <a:pt x="301" y="197"/>
                    <a:pt x="301" y="197"/>
                    <a:pt x="301" y="197"/>
                  </a:cubicBezTo>
                  <a:cubicBezTo>
                    <a:pt x="301" y="298"/>
                    <a:pt x="301" y="298"/>
                    <a:pt x="301" y="298"/>
                  </a:cubicBezTo>
                  <a:cubicBezTo>
                    <a:pt x="301" y="300"/>
                    <a:pt x="300" y="301"/>
                    <a:pt x="298" y="301"/>
                  </a:cubicBezTo>
                  <a:cubicBezTo>
                    <a:pt x="70" y="301"/>
                    <a:pt x="70" y="301"/>
                    <a:pt x="70" y="301"/>
                  </a:cubicBezTo>
                  <a:cubicBezTo>
                    <a:pt x="69" y="301"/>
                    <a:pt x="68" y="300"/>
                    <a:pt x="68" y="298"/>
                  </a:cubicBezTo>
                  <a:cubicBezTo>
                    <a:pt x="68" y="145"/>
                    <a:pt x="68" y="145"/>
                    <a:pt x="68" y="145"/>
                  </a:cubicBezTo>
                  <a:cubicBezTo>
                    <a:pt x="68" y="144"/>
                    <a:pt x="69" y="142"/>
                    <a:pt x="70" y="142"/>
                  </a:cubicBezTo>
                  <a:cubicBezTo>
                    <a:pt x="298" y="142"/>
                    <a:pt x="298" y="142"/>
                    <a:pt x="298" y="142"/>
                  </a:cubicBezTo>
                  <a:cubicBezTo>
                    <a:pt x="300" y="142"/>
                    <a:pt x="301" y="144"/>
                    <a:pt x="301" y="145"/>
                  </a:cubicBezTo>
                  <a:cubicBezTo>
                    <a:pt x="301" y="165"/>
                    <a:pt x="301" y="165"/>
                    <a:pt x="301" y="165"/>
                  </a:cubicBezTo>
                  <a:cubicBezTo>
                    <a:pt x="301" y="169"/>
                    <a:pt x="305" y="173"/>
                    <a:pt x="309" y="173"/>
                  </a:cubicBezTo>
                  <a:cubicBezTo>
                    <a:pt x="313" y="173"/>
                    <a:pt x="317" y="169"/>
                    <a:pt x="317" y="165"/>
                  </a:cubicBezTo>
                  <a:cubicBezTo>
                    <a:pt x="317" y="145"/>
                    <a:pt x="317" y="145"/>
                    <a:pt x="317" y="145"/>
                  </a:cubicBezTo>
                  <a:cubicBezTo>
                    <a:pt x="317" y="135"/>
                    <a:pt x="309" y="126"/>
                    <a:pt x="298" y="126"/>
                  </a:cubicBezTo>
                  <a:cubicBezTo>
                    <a:pt x="235" y="126"/>
                    <a:pt x="235" y="126"/>
                    <a:pt x="235" y="126"/>
                  </a:cubicBezTo>
                  <a:cubicBezTo>
                    <a:pt x="235" y="120"/>
                    <a:pt x="235" y="120"/>
                    <a:pt x="235" y="120"/>
                  </a:cubicBezTo>
                  <a:cubicBezTo>
                    <a:pt x="235" y="110"/>
                    <a:pt x="227" y="102"/>
                    <a:pt x="217" y="102"/>
                  </a:cubicBezTo>
                  <a:cubicBezTo>
                    <a:pt x="151" y="102"/>
                    <a:pt x="151" y="102"/>
                    <a:pt x="151" y="102"/>
                  </a:cubicBezTo>
                  <a:cubicBezTo>
                    <a:pt x="142" y="102"/>
                    <a:pt x="133" y="110"/>
                    <a:pt x="133" y="120"/>
                  </a:cubicBezTo>
                  <a:cubicBezTo>
                    <a:pt x="133" y="126"/>
                    <a:pt x="133" y="126"/>
                    <a:pt x="133" y="126"/>
                  </a:cubicBezTo>
                  <a:cubicBezTo>
                    <a:pt x="70" y="126"/>
                    <a:pt x="70" y="126"/>
                    <a:pt x="70" y="126"/>
                  </a:cubicBezTo>
                  <a:cubicBezTo>
                    <a:pt x="60" y="126"/>
                    <a:pt x="52" y="135"/>
                    <a:pt x="52" y="145"/>
                  </a:cubicBezTo>
                  <a:cubicBezTo>
                    <a:pt x="52" y="298"/>
                    <a:pt x="52" y="298"/>
                    <a:pt x="52" y="298"/>
                  </a:cubicBezTo>
                  <a:cubicBezTo>
                    <a:pt x="52" y="309"/>
                    <a:pt x="60" y="317"/>
                    <a:pt x="70" y="317"/>
                  </a:cubicBezTo>
                  <a:cubicBezTo>
                    <a:pt x="298" y="317"/>
                    <a:pt x="298" y="317"/>
                    <a:pt x="298" y="317"/>
                  </a:cubicBezTo>
                  <a:cubicBezTo>
                    <a:pt x="309" y="317"/>
                    <a:pt x="317" y="309"/>
                    <a:pt x="317" y="298"/>
                  </a:cubicBezTo>
                  <a:cubicBezTo>
                    <a:pt x="317" y="283"/>
                    <a:pt x="317" y="283"/>
                    <a:pt x="317" y="283"/>
                  </a:cubicBezTo>
                  <a:cubicBezTo>
                    <a:pt x="322" y="286"/>
                    <a:pt x="328" y="291"/>
                    <a:pt x="337" y="300"/>
                  </a:cubicBezTo>
                  <a:cubicBezTo>
                    <a:pt x="340" y="302"/>
                    <a:pt x="343" y="303"/>
                    <a:pt x="346" y="301"/>
                  </a:cubicBezTo>
                  <a:cubicBezTo>
                    <a:pt x="356" y="297"/>
                    <a:pt x="356" y="297"/>
                    <a:pt x="356" y="297"/>
                  </a:cubicBezTo>
                  <a:cubicBezTo>
                    <a:pt x="313" y="340"/>
                    <a:pt x="313" y="340"/>
                    <a:pt x="313" y="340"/>
                  </a:cubicBezTo>
                  <a:cubicBezTo>
                    <a:pt x="311" y="342"/>
                    <a:pt x="310" y="347"/>
                    <a:pt x="312" y="350"/>
                  </a:cubicBezTo>
                  <a:cubicBezTo>
                    <a:pt x="315" y="353"/>
                    <a:pt x="319" y="354"/>
                    <a:pt x="322" y="353"/>
                  </a:cubicBezTo>
                  <a:cubicBezTo>
                    <a:pt x="383" y="325"/>
                    <a:pt x="383" y="325"/>
                    <a:pt x="383" y="325"/>
                  </a:cubicBezTo>
                  <a:cubicBezTo>
                    <a:pt x="368" y="347"/>
                    <a:pt x="368" y="347"/>
                    <a:pt x="368" y="347"/>
                  </a:cubicBezTo>
                  <a:cubicBezTo>
                    <a:pt x="366" y="350"/>
                    <a:pt x="366" y="354"/>
                    <a:pt x="369" y="357"/>
                  </a:cubicBezTo>
                  <a:cubicBezTo>
                    <a:pt x="371" y="360"/>
                    <a:pt x="375" y="360"/>
                    <a:pt x="378" y="359"/>
                  </a:cubicBezTo>
                  <a:cubicBezTo>
                    <a:pt x="407" y="344"/>
                    <a:pt x="407" y="344"/>
                    <a:pt x="407" y="344"/>
                  </a:cubicBezTo>
                  <a:cubicBezTo>
                    <a:pt x="369" y="385"/>
                    <a:pt x="369" y="385"/>
                    <a:pt x="369" y="385"/>
                  </a:cubicBezTo>
                  <a:cubicBezTo>
                    <a:pt x="367" y="387"/>
                    <a:pt x="366" y="390"/>
                    <a:pt x="367" y="393"/>
                  </a:cubicBezTo>
                  <a:cubicBezTo>
                    <a:pt x="369" y="396"/>
                    <a:pt x="372" y="398"/>
                    <a:pt x="375" y="398"/>
                  </a:cubicBezTo>
                  <a:cubicBezTo>
                    <a:pt x="375" y="398"/>
                    <a:pt x="375" y="398"/>
                    <a:pt x="375" y="398"/>
                  </a:cubicBezTo>
                  <a:cubicBezTo>
                    <a:pt x="377" y="398"/>
                    <a:pt x="377" y="398"/>
                    <a:pt x="379" y="397"/>
                  </a:cubicBezTo>
                  <a:cubicBezTo>
                    <a:pt x="382" y="396"/>
                    <a:pt x="392" y="393"/>
                    <a:pt x="426" y="379"/>
                  </a:cubicBezTo>
                  <a:cubicBezTo>
                    <a:pt x="431" y="376"/>
                    <a:pt x="436" y="375"/>
                    <a:pt x="440" y="375"/>
                  </a:cubicBezTo>
                  <a:cubicBezTo>
                    <a:pt x="454" y="375"/>
                    <a:pt x="462" y="387"/>
                    <a:pt x="462" y="399"/>
                  </a:cubicBezTo>
                  <a:cubicBezTo>
                    <a:pt x="462" y="409"/>
                    <a:pt x="458" y="419"/>
                    <a:pt x="445" y="424"/>
                  </a:cubicBezTo>
                  <a:cubicBezTo>
                    <a:pt x="412" y="438"/>
                    <a:pt x="389" y="448"/>
                    <a:pt x="358" y="448"/>
                  </a:cubicBezTo>
                  <a:cubicBezTo>
                    <a:pt x="350" y="448"/>
                    <a:pt x="341" y="447"/>
                    <a:pt x="332" y="446"/>
                  </a:cubicBezTo>
                  <a:cubicBezTo>
                    <a:pt x="309" y="442"/>
                    <a:pt x="293" y="430"/>
                    <a:pt x="276" y="418"/>
                  </a:cubicBezTo>
                  <a:cubicBezTo>
                    <a:pt x="260" y="407"/>
                    <a:pt x="244" y="396"/>
                    <a:pt x="222" y="394"/>
                  </a:cubicBezTo>
                  <a:cubicBezTo>
                    <a:pt x="222" y="367"/>
                    <a:pt x="222" y="367"/>
                    <a:pt x="222" y="367"/>
                  </a:cubicBezTo>
                  <a:cubicBezTo>
                    <a:pt x="222" y="354"/>
                    <a:pt x="211" y="343"/>
                    <a:pt x="198" y="343"/>
                  </a:cubicBezTo>
                  <a:cubicBezTo>
                    <a:pt x="76" y="343"/>
                    <a:pt x="76" y="343"/>
                    <a:pt x="76" y="343"/>
                  </a:cubicBezTo>
                  <a:cubicBezTo>
                    <a:pt x="65" y="343"/>
                    <a:pt x="56" y="350"/>
                    <a:pt x="53" y="359"/>
                  </a:cubicBezTo>
                  <a:cubicBezTo>
                    <a:pt x="16" y="359"/>
                    <a:pt x="16" y="359"/>
                    <a:pt x="16" y="359"/>
                  </a:cubicBezTo>
                  <a:cubicBezTo>
                    <a:pt x="7" y="359"/>
                    <a:pt x="0" y="366"/>
                    <a:pt x="0" y="375"/>
                  </a:cubicBezTo>
                  <a:cubicBezTo>
                    <a:pt x="0" y="433"/>
                    <a:pt x="0" y="433"/>
                    <a:pt x="0" y="433"/>
                  </a:cubicBezTo>
                  <a:cubicBezTo>
                    <a:pt x="0" y="442"/>
                    <a:pt x="7" y="449"/>
                    <a:pt x="16" y="449"/>
                  </a:cubicBezTo>
                  <a:cubicBezTo>
                    <a:pt x="53" y="449"/>
                    <a:pt x="53" y="449"/>
                    <a:pt x="53" y="449"/>
                  </a:cubicBezTo>
                  <a:cubicBezTo>
                    <a:pt x="56" y="458"/>
                    <a:pt x="65" y="465"/>
                    <a:pt x="76" y="465"/>
                  </a:cubicBezTo>
                  <a:cubicBezTo>
                    <a:pt x="198" y="465"/>
                    <a:pt x="198" y="465"/>
                    <a:pt x="198" y="465"/>
                  </a:cubicBezTo>
                  <a:cubicBezTo>
                    <a:pt x="211" y="465"/>
                    <a:pt x="222" y="454"/>
                    <a:pt x="222" y="441"/>
                  </a:cubicBezTo>
                  <a:cubicBezTo>
                    <a:pt x="222" y="410"/>
                    <a:pt x="222" y="410"/>
                    <a:pt x="222" y="410"/>
                  </a:cubicBezTo>
                  <a:cubicBezTo>
                    <a:pt x="238" y="412"/>
                    <a:pt x="252" y="421"/>
                    <a:pt x="267" y="431"/>
                  </a:cubicBezTo>
                  <a:cubicBezTo>
                    <a:pt x="284" y="443"/>
                    <a:pt x="302" y="457"/>
                    <a:pt x="329" y="462"/>
                  </a:cubicBezTo>
                  <a:cubicBezTo>
                    <a:pt x="340" y="463"/>
                    <a:pt x="349" y="464"/>
                    <a:pt x="358" y="464"/>
                  </a:cubicBezTo>
                  <a:cubicBezTo>
                    <a:pt x="358" y="464"/>
                    <a:pt x="358" y="464"/>
                    <a:pt x="358" y="464"/>
                  </a:cubicBezTo>
                  <a:cubicBezTo>
                    <a:pt x="393" y="464"/>
                    <a:pt x="419" y="453"/>
                    <a:pt x="451" y="439"/>
                  </a:cubicBezTo>
                  <a:cubicBezTo>
                    <a:pt x="470" y="431"/>
                    <a:pt x="479" y="415"/>
                    <a:pt x="478" y="399"/>
                  </a:cubicBezTo>
                  <a:cubicBezTo>
                    <a:pt x="478" y="389"/>
                    <a:pt x="475" y="380"/>
                    <a:pt x="468" y="372"/>
                  </a:cubicBezTo>
                  <a:close/>
                  <a:moveTo>
                    <a:pt x="149" y="120"/>
                  </a:moveTo>
                  <a:cubicBezTo>
                    <a:pt x="149" y="119"/>
                    <a:pt x="150" y="118"/>
                    <a:pt x="151" y="118"/>
                  </a:cubicBezTo>
                  <a:cubicBezTo>
                    <a:pt x="217" y="118"/>
                    <a:pt x="217" y="118"/>
                    <a:pt x="217" y="118"/>
                  </a:cubicBezTo>
                  <a:cubicBezTo>
                    <a:pt x="218" y="118"/>
                    <a:pt x="219" y="119"/>
                    <a:pt x="219" y="120"/>
                  </a:cubicBezTo>
                  <a:cubicBezTo>
                    <a:pt x="219" y="126"/>
                    <a:pt x="219" y="126"/>
                    <a:pt x="219" y="126"/>
                  </a:cubicBezTo>
                  <a:cubicBezTo>
                    <a:pt x="149" y="126"/>
                    <a:pt x="149" y="126"/>
                    <a:pt x="149" y="126"/>
                  </a:cubicBezTo>
                  <a:lnTo>
                    <a:pt x="149" y="120"/>
                  </a:lnTo>
                  <a:close/>
                  <a:moveTo>
                    <a:pt x="50" y="432"/>
                  </a:moveTo>
                  <a:cubicBezTo>
                    <a:pt x="50" y="435"/>
                    <a:pt x="48" y="437"/>
                    <a:pt x="45" y="437"/>
                  </a:cubicBezTo>
                  <a:cubicBezTo>
                    <a:pt x="32" y="437"/>
                    <a:pt x="32" y="437"/>
                    <a:pt x="32" y="437"/>
                  </a:cubicBezTo>
                  <a:cubicBezTo>
                    <a:pt x="29" y="437"/>
                    <a:pt x="27" y="435"/>
                    <a:pt x="27" y="432"/>
                  </a:cubicBezTo>
                  <a:cubicBezTo>
                    <a:pt x="27" y="417"/>
                    <a:pt x="27" y="417"/>
                    <a:pt x="27" y="417"/>
                  </a:cubicBezTo>
                  <a:cubicBezTo>
                    <a:pt x="27" y="415"/>
                    <a:pt x="29" y="412"/>
                    <a:pt x="32" y="412"/>
                  </a:cubicBezTo>
                  <a:cubicBezTo>
                    <a:pt x="45" y="412"/>
                    <a:pt x="45" y="412"/>
                    <a:pt x="45" y="412"/>
                  </a:cubicBezTo>
                  <a:cubicBezTo>
                    <a:pt x="48" y="412"/>
                    <a:pt x="50" y="415"/>
                    <a:pt x="50" y="417"/>
                  </a:cubicBezTo>
                  <a:lnTo>
                    <a:pt x="50" y="432"/>
                  </a:lnTo>
                  <a:close/>
                  <a:moveTo>
                    <a:pt x="50" y="391"/>
                  </a:moveTo>
                  <a:cubicBezTo>
                    <a:pt x="50" y="394"/>
                    <a:pt x="48" y="396"/>
                    <a:pt x="45" y="396"/>
                  </a:cubicBezTo>
                  <a:cubicBezTo>
                    <a:pt x="32" y="396"/>
                    <a:pt x="32" y="396"/>
                    <a:pt x="32" y="396"/>
                  </a:cubicBezTo>
                  <a:cubicBezTo>
                    <a:pt x="29" y="396"/>
                    <a:pt x="27" y="394"/>
                    <a:pt x="27" y="391"/>
                  </a:cubicBezTo>
                  <a:cubicBezTo>
                    <a:pt x="27" y="376"/>
                    <a:pt x="27" y="376"/>
                    <a:pt x="27" y="376"/>
                  </a:cubicBezTo>
                  <a:cubicBezTo>
                    <a:pt x="27" y="374"/>
                    <a:pt x="29" y="372"/>
                    <a:pt x="32" y="372"/>
                  </a:cubicBezTo>
                  <a:cubicBezTo>
                    <a:pt x="45" y="372"/>
                    <a:pt x="45" y="372"/>
                    <a:pt x="45" y="372"/>
                  </a:cubicBezTo>
                  <a:cubicBezTo>
                    <a:pt x="48" y="372"/>
                    <a:pt x="50" y="374"/>
                    <a:pt x="50" y="376"/>
                  </a:cubicBezTo>
                  <a:lnTo>
                    <a:pt x="50" y="391"/>
                  </a:lnTo>
                  <a:close/>
                  <a:moveTo>
                    <a:pt x="206" y="401"/>
                  </a:moveTo>
                  <a:cubicBezTo>
                    <a:pt x="206" y="401"/>
                    <a:pt x="206" y="401"/>
                    <a:pt x="206" y="401"/>
                  </a:cubicBezTo>
                  <a:cubicBezTo>
                    <a:pt x="206" y="401"/>
                    <a:pt x="206" y="401"/>
                    <a:pt x="206" y="401"/>
                  </a:cubicBezTo>
                  <a:cubicBezTo>
                    <a:pt x="206" y="441"/>
                    <a:pt x="206" y="441"/>
                    <a:pt x="206" y="441"/>
                  </a:cubicBezTo>
                  <a:cubicBezTo>
                    <a:pt x="206" y="446"/>
                    <a:pt x="202" y="449"/>
                    <a:pt x="198" y="449"/>
                  </a:cubicBezTo>
                  <a:cubicBezTo>
                    <a:pt x="76" y="449"/>
                    <a:pt x="76" y="449"/>
                    <a:pt x="76" y="449"/>
                  </a:cubicBezTo>
                  <a:cubicBezTo>
                    <a:pt x="71" y="449"/>
                    <a:pt x="68" y="446"/>
                    <a:pt x="68" y="441"/>
                  </a:cubicBezTo>
                  <a:cubicBezTo>
                    <a:pt x="68" y="367"/>
                    <a:pt x="68" y="367"/>
                    <a:pt x="68" y="367"/>
                  </a:cubicBezTo>
                  <a:cubicBezTo>
                    <a:pt x="68" y="363"/>
                    <a:pt x="71" y="359"/>
                    <a:pt x="76" y="359"/>
                  </a:cubicBezTo>
                  <a:cubicBezTo>
                    <a:pt x="198" y="359"/>
                    <a:pt x="198" y="359"/>
                    <a:pt x="198" y="359"/>
                  </a:cubicBezTo>
                  <a:cubicBezTo>
                    <a:pt x="202" y="359"/>
                    <a:pt x="206" y="363"/>
                    <a:pt x="206" y="367"/>
                  </a:cubicBezTo>
                  <a:lnTo>
                    <a:pt x="206" y="401"/>
                  </a:lnTo>
                  <a:close/>
                </a:path>
              </a:pathLst>
            </a:custGeom>
            <a:blipFill dpi="0" rotWithShape="1">
              <a:blip r:embed="rId16"/>
              <a:srcRect/>
              <a:stretch>
                <a:fillRect/>
              </a:stretch>
            </a:blipFill>
            <a:ln w="9525">
              <a:noFill/>
              <a:round/>
              <a:headEnd/>
              <a:tailEnd/>
            </a:ln>
          </p:spPr>
          <p:txBody>
            <a:bodyPr/>
            <a:lstStyle/>
            <a:p>
              <a:endParaRPr lang="en-GB"/>
            </a:p>
          </p:txBody>
        </p:sp>
        <p:sp>
          <p:nvSpPr>
            <p:cNvPr id="31833" name="Freeform 3"/>
            <p:cNvSpPr>
              <a:spLocks noChangeAspect="1" noEditPoints="1"/>
            </p:cNvSpPr>
            <p:nvPr/>
          </p:nvSpPr>
          <p:spPr bwMode="auto">
            <a:xfrm>
              <a:off x="3277445" y="3578059"/>
              <a:ext cx="56422" cy="144644"/>
            </a:xfrm>
            <a:custGeom>
              <a:avLst/>
              <a:gdLst>
                <a:gd name="T0" fmla="*/ 2147483647 w 189"/>
                <a:gd name="T1" fmla="*/ 2147483647 h 466"/>
                <a:gd name="T2" fmla="*/ 2147483647 w 189"/>
                <a:gd name="T3" fmla="*/ 2147483647 h 466"/>
                <a:gd name="T4" fmla="*/ 2147483647 w 189"/>
                <a:gd name="T5" fmla="*/ 2147483647 h 466"/>
                <a:gd name="T6" fmla="*/ 2147483647 w 189"/>
                <a:gd name="T7" fmla="*/ 2147483647 h 466"/>
                <a:gd name="T8" fmla="*/ 2147483647 w 189"/>
                <a:gd name="T9" fmla="*/ 2147483647 h 466"/>
                <a:gd name="T10" fmla="*/ 2147483647 w 189"/>
                <a:gd name="T11" fmla="*/ 2147483647 h 466"/>
                <a:gd name="T12" fmla="*/ 2147483647 w 189"/>
                <a:gd name="T13" fmla="*/ 2147483647 h 466"/>
                <a:gd name="T14" fmla="*/ 2147483647 w 189"/>
                <a:gd name="T15" fmla="*/ 2147483647 h 466"/>
                <a:gd name="T16" fmla="*/ 2147483647 w 189"/>
                <a:gd name="T17" fmla="*/ 2147483647 h 466"/>
                <a:gd name="T18" fmla="*/ 2147483647 w 189"/>
                <a:gd name="T19" fmla="*/ 2147483647 h 466"/>
                <a:gd name="T20" fmla="*/ 2147483647 w 189"/>
                <a:gd name="T21" fmla="*/ 2147483647 h 466"/>
                <a:gd name="T22" fmla="*/ 2147483647 w 189"/>
                <a:gd name="T23" fmla="*/ 2147483647 h 466"/>
                <a:gd name="T24" fmla="*/ 2147483647 w 189"/>
                <a:gd name="T25" fmla="*/ 2147483647 h 466"/>
                <a:gd name="T26" fmla="*/ 2147483647 w 189"/>
                <a:gd name="T27" fmla="*/ 2147483647 h 466"/>
                <a:gd name="T28" fmla="*/ 2147483647 w 189"/>
                <a:gd name="T29" fmla="*/ 2147483647 h 466"/>
                <a:gd name="T30" fmla="*/ 2147483647 w 189"/>
                <a:gd name="T31" fmla="*/ 2147483647 h 466"/>
                <a:gd name="T32" fmla="*/ 2147483647 w 189"/>
                <a:gd name="T33" fmla="*/ 2147483647 h 466"/>
                <a:gd name="T34" fmla="*/ 2147483647 w 189"/>
                <a:gd name="T35" fmla="*/ 2147483647 h 466"/>
                <a:gd name="T36" fmla="*/ 2147483647 w 189"/>
                <a:gd name="T37" fmla="*/ 2147483647 h 466"/>
                <a:gd name="T38" fmla="*/ 2147483647 w 189"/>
                <a:gd name="T39" fmla="*/ 2147483647 h 466"/>
                <a:gd name="T40" fmla="*/ 2147483647 w 189"/>
                <a:gd name="T41" fmla="*/ 2147483647 h 466"/>
                <a:gd name="T42" fmla="*/ 2147483647 w 189"/>
                <a:gd name="T43" fmla="*/ 2147483647 h 466"/>
                <a:gd name="T44" fmla="*/ 2147483647 w 189"/>
                <a:gd name="T45" fmla="*/ 2147483647 h 466"/>
                <a:gd name="T46" fmla="*/ 2147483647 w 189"/>
                <a:gd name="T47" fmla="*/ 2147483647 h 466"/>
                <a:gd name="T48" fmla="*/ 2147483647 w 189"/>
                <a:gd name="T49" fmla="*/ 2147483647 h 466"/>
                <a:gd name="T50" fmla="*/ 2147483647 w 189"/>
                <a:gd name="T51" fmla="*/ 2147483647 h 466"/>
                <a:gd name="T52" fmla="*/ 2147483647 w 189"/>
                <a:gd name="T53" fmla="*/ 2147483647 h 466"/>
                <a:gd name="T54" fmla="*/ 2147483647 w 189"/>
                <a:gd name="T55" fmla="*/ 2147483647 h 466"/>
                <a:gd name="T56" fmla="*/ 2147483647 w 189"/>
                <a:gd name="T57" fmla="*/ 2147483647 h 466"/>
                <a:gd name="T58" fmla="*/ 2147483647 w 189"/>
                <a:gd name="T59" fmla="*/ 2147483647 h 466"/>
                <a:gd name="T60" fmla="*/ 2147483647 w 189"/>
                <a:gd name="T61" fmla="*/ 2147483647 h 466"/>
                <a:gd name="T62" fmla="*/ 2147483647 w 189"/>
                <a:gd name="T63" fmla="*/ 2147483647 h 466"/>
                <a:gd name="T64" fmla="*/ 2147483647 w 189"/>
                <a:gd name="T65" fmla="*/ 2147483647 h 466"/>
                <a:gd name="T66" fmla="*/ 2147483647 w 189"/>
                <a:gd name="T67" fmla="*/ 2147483647 h 466"/>
                <a:gd name="T68" fmla="*/ 2147483647 w 189"/>
                <a:gd name="T69" fmla="*/ 2147483647 h 466"/>
                <a:gd name="T70" fmla="*/ 2147483647 w 189"/>
                <a:gd name="T71" fmla="*/ 2147483647 h 466"/>
                <a:gd name="T72" fmla="*/ 2147483647 w 189"/>
                <a:gd name="T73" fmla="*/ 2147483647 h 466"/>
                <a:gd name="T74" fmla="*/ 2147483647 w 189"/>
                <a:gd name="T75" fmla="*/ 2147483647 h 466"/>
                <a:gd name="T76" fmla="*/ 2147483647 w 189"/>
                <a:gd name="T77" fmla="*/ 2147483647 h 466"/>
                <a:gd name="T78" fmla="*/ 2147483647 w 189"/>
                <a:gd name="T79" fmla="*/ 2147483647 h 466"/>
                <a:gd name="T80" fmla="*/ 2147483647 w 189"/>
                <a:gd name="T81" fmla="*/ 0 h 466"/>
                <a:gd name="T82" fmla="*/ 2147483647 w 189"/>
                <a:gd name="T83" fmla="*/ 0 h 466"/>
                <a:gd name="T84" fmla="*/ 2147483647 w 189"/>
                <a:gd name="T85" fmla="*/ 2147483647 h 466"/>
                <a:gd name="T86" fmla="*/ 2147483647 w 189"/>
                <a:gd name="T87" fmla="*/ 2147483647 h 466"/>
                <a:gd name="T88" fmla="*/ 0 w 189"/>
                <a:gd name="T89" fmla="*/ 2147483647 h 466"/>
                <a:gd name="T90" fmla="*/ 2147483647 w 189"/>
                <a:gd name="T91" fmla="*/ 2147483647 h 466"/>
                <a:gd name="T92" fmla="*/ 2147483647 w 189"/>
                <a:gd name="T93" fmla="*/ 2147483647 h 466"/>
                <a:gd name="T94" fmla="*/ 2147483647 w 189"/>
                <a:gd name="T95" fmla="*/ 2147483647 h 466"/>
                <a:gd name="T96" fmla="*/ 2147483647 w 189"/>
                <a:gd name="T97" fmla="*/ 2147483647 h 466"/>
                <a:gd name="T98" fmla="*/ 2147483647 w 189"/>
                <a:gd name="T99" fmla="*/ 2147483647 h 466"/>
                <a:gd name="T100" fmla="*/ 2147483647 w 189"/>
                <a:gd name="T101" fmla="*/ 2147483647 h 466"/>
                <a:gd name="T102" fmla="*/ 2147483647 w 189"/>
                <a:gd name="T103" fmla="*/ 2147483647 h 466"/>
                <a:gd name="T104" fmla="*/ 2147483647 w 189"/>
                <a:gd name="T105" fmla="*/ 2147483647 h 466"/>
                <a:gd name="T106" fmla="*/ 2147483647 w 189"/>
                <a:gd name="T107" fmla="*/ 2147483647 h 466"/>
                <a:gd name="T108" fmla="*/ 2147483647 w 189"/>
                <a:gd name="T109" fmla="*/ 2147483647 h 46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89"/>
                <a:gd name="T166" fmla="*/ 0 h 466"/>
                <a:gd name="T167" fmla="*/ 189 w 189"/>
                <a:gd name="T168" fmla="*/ 466 h 46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89" h="466">
                  <a:moveTo>
                    <a:pt x="144" y="292"/>
                  </a:moveTo>
                  <a:cubicBezTo>
                    <a:pt x="144" y="83"/>
                    <a:pt x="144" y="83"/>
                    <a:pt x="144" y="83"/>
                  </a:cubicBezTo>
                  <a:cubicBezTo>
                    <a:pt x="144" y="79"/>
                    <a:pt x="141" y="75"/>
                    <a:pt x="136" y="75"/>
                  </a:cubicBezTo>
                  <a:cubicBezTo>
                    <a:pt x="132" y="75"/>
                    <a:pt x="128" y="79"/>
                    <a:pt x="128" y="83"/>
                  </a:cubicBezTo>
                  <a:cubicBezTo>
                    <a:pt x="128" y="107"/>
                    <a:pt x="128" y="107"/>
                    <a:pt x="128" y="107"/>
                  </a:cubicBezTo>
                  <a:cubicBezTo>
                    <a:pt x="94" y="107"/>
                    <a:pt x="94" y="107"/>
                    <a:pt x="94" y="107"/>
                  </a:cubicBezTo>
                  <a:cubicBezTo>
                    <a:pt x="90" y="107"/>
                    <a:pt x="86" y="110"/>
                    <a:pt x="86" y="115"/>
                  </a:cubicBezTo>
                  <a:cubicBezTo>
                    <a:pt x="86" y="119"/>
                    <a:pt x="90" y="123"/>
                    <a:pt x="94" y="123"/>
                  </a:cubicBezTo>
                  <a:cubicBezTo>
                    <a:pt x="128" y="123"/>
                    <a:pt x="128" y="123"/>
                    <a:pt x="128" y="123"/>
                  </a:cubicBezTo>
                  <a:cubicBezTo>
                    <a:pt x="128" y="146"/>
                    <a:pt x="128" y="146"/>
                    <a:pt x="128" y="146"/>
                  </a:cubicBezTo>
                  <a:cubicBezTo>
                    <a:pt x="94" y="146"/>
                    <a:pt x="94" y="146"/>
                    <a:pt x="94" y="146"/>
                  </a:cubicBezTo>
                  <a:cubicBezTo>
                    <a:pt x="90" y="146"/>
                    <a:pt x="86" y="150"/>
                    <a:pt x="86" y="154"/>
                  </a:cubicBezTo>
                  <a:cubicBezTo>
                    <a:pt x="86" y="159"/>
                    <a:pt x="90" y="162"/>
                    <a:pt x="94" y="162"/>
                  </a:cubicBezTo>
                  <a:cubicBezTo>
                    <a:pt x="128" y="162"/>
                    <a:pt x="128" y="162"/>
                    <a:pt x="128" y="162"/>
                  </a:cubicBezTo>
                  <a:cubicBezTo>
                    <a:pt x="128" y="186"/>
                    <a:pt x="128" y="186"/>
                    <a:pt x="128" y="186"/>
                  </a:cubicBezTo>
                  <a:cubicBezTo>
                    <a:pt x="94" y="186"/>
                    <a:pt x="94" y="186"/>
                    <a:pt x="94" y="186"/>
                  </a:cubicBezTo>
                  <a:cubicBezTo>
                    <a:pt x="90" y="186"/>
                    <a:pt x="86" y="190"/>
                    <a:pt x="86" y="194"/>
                  </a:cubicBezTo>
                  <a:cubicBezTo>
                    <a:pt x="86" y="199"/>
                    <a:pt x="90" y="202"/>
                    <a:pt x="94" y="202"/>
                  </a:cubicBezTo>
                  <a:cubicBezTo>
                    <a:pt x="128" y="202"/>
                    <a:pt x="128" y="202"/>
                    <a:pt x="128" y="202"/>
                  </a:cubicBezTo>
                  <a:cubicBezTo>
                    <a:pt x="128" y="226"/>
                    <a:pt x="128" y="226"/>
                    <a:pt x="128" y="226"/>
                  </a:cubicBezTo>
                  <a:cubicBezTo>
                    <a:pt x="94" y="226"/>
                    <a:pt x="94" y="226"/>
                    <a:pt x="94" y="226"/>
                  </a:cubicBezTo>
                  <a:cubicBezTo>
                    <a:pt x="90" y="226"/>
                    <a:pt x="86" y="230"/>
                    <a:pt x="86" y="234"/>
                  </a:cubicBezTo>
                  <a:cubicBezTo>
                    <a:pt x="86" y="239"/>
                    <a:pt x="90" y="242"/>
                    <a:pt x="94" y="242"/>
                  </a:cubicBezTo>
                  <a:cubicBezTo>
                    <a:pt x="128" y="242"/>
                    <a:pt x="128" y="242"/>
                    <a:pt x="128" y="242"/>
                  </a:cubicBezTo>
                  <a:cubicBezTo>
                    <a:pt x="128" y="266"/>
                    <a:pt x="128" y="266"/>
                    <a:pt x="128" y="266"/>
                  </a:cubicBezTo>
                  <a:cubicBezTo>
                    <a:pt x="94" y="266"/>
                    <a:pt x="94" y="266"/>
                    <a:pt x="94" y="266"/>
                  </a:cubicBezTo>
                  <a:cubicBezTo>
                    <a:pt x="90" y="266"/>
                    <a:pt x="86" y="270"/>
                    <a:pt x="86" y="274"/>
                  </a:cubicBezTo>
                  <a:cubicBezTo>
                    <a:pt x="86" y="278"/>
                    <a:pt x="90" y="282"/>
                    <a:pt x="94" y="282"/>
                  </a:cubicBezTo>
                  <a:cubicBezTo>
                    <a:pt x="128" y="282"/>
                    <a:pt x="128" y="282"/>
                    <a:pt x="128" y="282"/>
                  </a:cubicBezTo>
                  <a:cubicBezTo>
                    <a:pt x="128" y="306"/>
                    <a:pt x="128" y="306"/>
                    <a:pt x="128" y="306"/>
                  </a:cubicBezTo>
                  <a:cubicBezTo>
                    <a:pt x="128" y="312"/>
                    <a:pt x="110" y="319"/>
                    <a:pt x="94" y="319"/>
                  </a:cubicBezTo>
                  <a:cubicBezTo>
                    <a:pt x="78" y="319"/>
                    <a:pt x="60" y="313"/>
                    <a:pt x="60" y="306"/>
                  </a:cubicBezTo>
                  <a:cubicBezTo>
                    <a:pt x="60" y="42"/>
                    <a:pt x="60" y="42"/>
                    <a:pt x="60" y="42"/>
                  </a:cubicBezTo>
                  <a:cubicBezTo>
                    <a:pt x="60" y="27"/>
                    <a:pt x="72" y="16"/>
                    <a:pt x="86" y="16"/>
                  </a:cubicBezTo>
                  <a:cubicBezTo>
                    <a:pt x="102" y="16"/>
                    <a:pt x="102" y="16"/>
                    <a:pt x="102" y="16"/>
                  </a:cubicBezTo>
                  <a:cubicBezTo>
                    <a:pt x="117" y="16"/>
                    <a:pt x="128" y="27"/>
                    <a:pt x="128" y="42"/>
                  </a:cubicBezTo>
                  <a:cubicBezTo>
                    <a:pt x="128" y="51"/>
                    <a:pt x="128" y="51"/>
                    <a:pt x="128" y="51"/>
                  </a:cubicBezTo>
                  <a:cubicBezTo>
                    <a:pt x="128" y="56"/>
                    <a:pt x="132" y="59"/>
                    <a:pt x="136" y="59"/>
                  </a:cubicBezTo>
                  <a:cubicBezTo>
                    <a:pt x="141" y="59"/>
                    <a:pt x="144" y="56"/>
                    <a:pt x="144" y="51"/>
                  </a:cubicBezTo>
                  <a:cubicBezTo>
                    <a:pt x="144" y="42"/>
                    <a:pt x="144" y="42"/>
                    <a:pt x="144" y="42"/>
                  </a:cubicBezTo>
                  <a:cubicBezTo>
                    <a:pt x="144" y="18"/>
                    <a:pt x="126" y="0"/>
                    <a:pt x="102" y="0"/>
                  </a:cubicBezTo>
                  <a:cubicBezTo>
                    <a:pt x="86" y="0"/>
                    <a:pt x="86" y="0"/>
                    <a:pt x="86" y="0"/>
                  </a:cubicBezTo>
                  <a:cubicBezTo>
                    <a:pt x="63" y="0"/>
                    <a:pt x="44" y="18"/>
                    <a:pt x="44" y="42"/>
                  </a:cubicBezTo>
                  <a:cubicBezTo>
                    <a:pt x="44" y="292"/>
                    <a:pt x="44" y="292"/>
                    <a:pt x="44" y="292"/>
                  </a:cubicBezTo>
                  <a:cubicBezTo>
                    <a:pt x="18" y="308"/>
                    <a:pt x="1" y="337"/>
                    <a:pt x="0" y="370"/>
                  </a:cubicBezTo>
                  <a:cubicBezTo>
                    <a:pt x="0" y="422"/>
                    <a:pt x="41" y="465"/>
                    <a:pt x="93" y="466"/>
                  </a:cubicBezTo>
                  <a:cubicBezTo>
                    <a:pt x="145" y="466"/>
                    <a:pt x="188" y="425"/>
                    <a:pt x="188" y="373"/>
                  </a:cubicBezTo>
                  <a:cubicBezTo>
                    <a:pt x="189" y="339"/>
                    <a:pt x="171" y="309"/>
                    <a:pt x="144" y="292"/>
                  </a:cubicBezTo>
                  <a:close/>
                  <a:moveTo>
                    <a:pt x="94" y="446"/>
                  </a:moveTo>
                  <a:cubicBezTo>
                    <a:pt x="90" y="446"/>
                    <a:pt x="86" y="442"/>
                    <a:pt x="86" y="438"/>
                  </a:cubicBezTo>
                  <a:cubicBezTo>
                    <a:pt x="86" y="434"/>
                    <a:pt x="90" y="430"/>
                    <a:pt x="94" y="430"/>
                  </a:cubicBezTo>
                  <a:cubicBezTo>
                    <a:pt x="126" y="430"/>
                    <a:pt x="153" y="404"/>
                    <a:pt x="153" y="372"/>
                  </a:cubicBezTo>
                  <a:cubicBezTo>
                    <a:pt x="153" y="367"/>
                    <a:pt x="156" y="364"/>
                    <a:pt x="161" y="364"/>
                  </a:cubicBezTo>
                  <a:cubicBezTo>
                    <a:pt x="165" y="364"/>
                    <a:pt x="169" y="367"/>
                    <a:pt x="169" y="372"/>
                  </a:cubicBezTo>
                  <a:cubicBezTo>
                    <a:pt x="169" y="413"/>
                    <a:pt x="135" y="446"/>
                    <a:pt x="94" y="446"/>
                  </a:cubicBezTo>
                  <a:close/>
                </a:path>
              </a:pathLst>
            </a:custGeom>
            <a:blipFill dpi="0" rotWithShape="1">
              <a:blip r:embed="rId17"/>
              <a:srcRect/>
              <a:stretch>
                <a:fillRect/>
              </a:stretch>
            </a:blipFill>
            <a:ln w="9525">
              <a:noFill/>
              <a:round/>
              <a:headEnd/>
              <a:tailEnd/>
            </a:ln>
          </p:spPr>
          <p:txBody>
            <a:bodyPr/>
            <a:lstStyle/>
            <a:p>
              <a:endParaRPr lang="en-GB"/>
            </a:p>
          </p:txBody>
        </p:sp>
        <p:sp>
          <p:nvSpPr>
            <p:cNvPr id="31834" name="Freeform 3"/>
            <p:cNvSpPr>
              <a:spLocks noChangeAspect="1" noEditPoints="1"/>
            </p:cNvSpPr>
            <p:nvPr/>
          </p:nvSpPr>
          <p:spPr bwMode="auto">
            <a:xfrm>
              <a:off x="3077923" y="3520237"/>
              <a:ext cx="69326" cy="125840"/>
            </a:xfrm>
            <a:custGeom>
              <a:avLst/>
              <a:gdLst>
                <a:gd name="T0" fmla="*/ 2147483647 w 232"/>
                <a:gd name="T1" fmla="*/ 2147483647 h 405"/>
                <a:gd name="T2" fmla="*/ 2147483647 w 232"/>
                <a:gd name="T3" fmla="*/ 2147483647 h 405"/>
                <a:gd name="T4" fmla="*/ 2147483647 w 232"/>
                <a:gd name="T5" fmla="*/ 2147483647 h 405"/>
                <a:gd name="T6" fmla="*/ 2147483647 w 232"/>
                <a:gd name="T7" fmla="*/ 2147483647 h 405"/>
                <a:gd name="T8" fmla="*/ 2147483647 w 232"/>
                <a:gd name="T9" fmla="*/ 2147483647 h 405"/>
                <a:gd name="T10" fmla="*/ 2147483647 w 232"/>
                <a:gd name="T11" fmla="*/ 2147483647 h 405"/>
                <a:gd name="T12" fmla="*/ 2147483647 w 232"/>
                <a:gd name="T13" fmla="*/ 2147483647 h 405"/>
                <a:gd name="T14" fmla="*/ 2147483647 w 232"/>
                <a:gd name="T15" fmla="*/ 2147483647 h 405"/>
                <a:gd name="T16" fmla="*/ 2147483647 w 232"/>
                <a:gd name="T17" fmla="*/ 2147483647 h 405"/>
                <a:gd name="T18" fmla="*/ 2147483647 w 232"/>
                <a:gd name="T19" fmla="*/ 2147483647 h 405"/>
                <a:gd name="T20" fmla="*/ 2147483647 w 232"/>
                <a:gd name="T21" fmla="*/ 2147483647 h 405"/>
                <a:gd name="T22" fmla="*/ 2147483647 w 232"/>
                <a:gd name="T23" fmla="*/ 2147483647 h 405"/>
                <a:gd name="T24" fmla="*/ 2147483647 w 232"/>
                <a:gd name="T25" fmla="*/ 2147483647 h 405"/>
                <a:gd name="T26" fmla="*/ 2147483647 w 232"/>
                <a:gd name="T27" fmla="*/ 2147483647 h 405"/>
                <a:gd name="T28" fmla="*/ 2147483647 w 232"/>
                <a:gd name="T29" fmla="*/ 2147483647 h 405"/>
                <a:gd name="T30" fmla="*/ 2147483647 w 232"/>
                <a:gd name="T31" fmla="*/ 2147483647 h 405"/>
                <a:gd name="T32" fmla="*/ 2147483647 w 232"/>
                <a:gd name="T33" fmla="*/ 2147483647 h 405"/>
                <a:gd name="T34" fmla="*/ 2147483647 w 232"/>
                <a:gd name="T35" fmla="*/ 2147483647 h 405"/>
                <a:gd name="T36" fmla="*/ 2147483647 w 232"/>
                <a:gd name="T37" fmla="*/ 2147483647 h 405"/>
                <a:gd name="T38" fmla="*/ 2147483647 w 232"/>
                <a:gd name="T39" fmla="*/ 2147483647 h 405"/>
                <a:gd name="T40" fmla="*/ 2147483647 w 232"/>
                <a:gd name="T41" fmla="*/ 2147483647 h 405"/>
                <a:gd name="T42" fmla="*/ 2147483647 w 232"/>
                <a:gd name="T43" fmla="*/ 2147483647 h 405"/>
                <a:gd name="T44" fmla="*/ 2147483647 w 232"/>
                <a:gd name="T45" fmla="*/ 2147483647 h 405"/>
                <a:gd name="T46" fmla="*/ 2147483647 w 232"/>
                <a:gd name="T47" fmla="*/ 2147483647 h 405"/>
                <a:gd name="T48" fmla="*/ 2147483647 w 232"/>
                <a:gd name="T49" fmla="*/ 2147483647 h 405"/>
                <a:gd name="T50" fmla="*/ 2147483647 w 232"/>
                <a:gd name="T51" fmla="*/ 2147483647 h 405"/>
                <a:gd name="T52" fmla="*/ 2147483647 w 232"/>
                <a:gd name="T53" fmla="*/ 2147483647 h 405"/>
                <a:gd name="T54" fmla="*/ 2147483647 w 232"/>
                <a:gd name="T55" fmla="*/ 2147483647 h 405"/>
                <a:gd name="T56" fmla="*/ 2147483647 w 232"/>
                <a:gd name="T57" fmla="*/ 2147483647 h 405"/>
                <a:gd name="T58" fmla="*/ 2147483647 w 232"/>
                <a:gd name="T59" fmla="*/ 2147483647 h 405"/>
                <a:gd name="T60" fmla="*/ 2147483647 w 232"/>
                <a:gd name="T61" fmla="*/ 2147483647 h 405"/>
                <a:gd name="T62" fmla="*/ 2147483647 w 232"/>
                <a:gd name="T63" fmla="*/ 2147483647 h 405"/>
                <a:gd name="T64" fmla="*/ 2147483647 w 232"/>
                <a:gd name="T65" fmla="*/ 2147483647 h 405"/>
                <a:gd name="T66" fmla="*/ 2147483647 w 232"/>
                <a:gd name="T67" fmla="*/ 2147483647 h 405"/>
                <a:gd name="T68" fmla="*/ 2147483647 w 232"/>
                <a:gd name="T69" fmla="*/ 2147483647 h 405"/>
                <a:gd name="T70" fmla="*/ 2147483647 w 232"/>
                <a:gd name="T71" fmla="*/ 2147483647 h 405"/>
                <a:gd name="T72" fmla="*/ 2147483647 w 232"/>
                <a:gd name="T73" fmla="*/ 2147483647 h 405"/>
                <a:gd name="T74" fmla="*/ 2147483647 w 232"/>
                <a:gd name="T75" fmla="*/ 2147483647 h 405"/>
                <a:gd name="T76" fmla="*/ 2147483647 w 232"/>
                <a:gd name="T77" fmla="*/ 2147483647 h 405"/>
                <a:gd name="T78" fmla="*/ 2147483647 w 232"/>
                <a:gd name="T79" fmla="*/ 2147483647 h 405"/>
                <a:gd name="T80" fmla="*/ 2147483647 w 232"/>
                <a:gd name="T81" fmla="*/ 2147483647 h 405"/>
                <a:gd name="T82" fmla="*/ 2147483647 w 232"/>
                <a:gd name="T83" fmla="*/ 2147483647 h 405"/>
                <a:gd name="T84" fmla="*/ 2147483647 w 232"/>
                <a:gd name="T85" fmla="*/ 2147483647 h 405"/>
                <a:gd name="T86" fmla="*/ 2147483647 w 232"/>
                <a:gd name="T87" fmla="*/ 2147483647 h 405"/>
                <a:gd name="T88" fmla="*/ 2147483647 w 232"/>
                <a:gd name="T89" fmla="*/ 2147483647 h 405"/>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32"/>
                <a:gd name="T136" fmla="*/ 0 h 405"/>
                <a:gd name="T137" fmla="*/ 232 w 232"/>
                <a:gd name="T138" fmla="*/ 405 h 405"/>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32" h="405">
                  <a:moveTo>
                    <a:pt x="218" y="87"/>
                  </a:moveTo>
                  <a:cubicBezTo>
                    <a:pt x="210" y="94"/>
                    <a:pt x="201" y="103"/>
                    <a:pt x="196" y="108"/>
                  </a:cubicBezTo>
                  <a:cubicBezTo>
                    <a:pt x="164" y="75"/>
                    <a:pt x="164" y="75"/>
                    <a:pt x="164" y="75"/>
                  </a:cubicBezTo>
                  <a:cubicBezTo>
                    <a:pt x="187" y="51"/>
                    <a:pt x="228" y="15"/>
                    <a:pt x="228" y="15"/>
                  </a:cubicBezTo>
                  <a:cubicBezTo>
                    <a:pt x="232" y="12"/>
                    <a:pt x="232" y="7"/>
                    <a:pt x="229" y="3"/>
                  </a:cubicBezTo>
                  <a:cubicBezTo>
                    <a:pt x="226" y="0"/>
                    <a:pt x="221" y="0"/>
                    <a:pt x="218" y="3"/>
                  </a:cubicBezTo>
                  <a:cubicBezTo>
                    <a:pt x="216" y="4"/>
                    <a:pt x="173" y="42"/>
                    <a:pt x="149" y="67"/>
                  </a:cubicBezTo>
                  <a:cubicBezTo>
                    <a:pt x="147" y="66"/>
                    <a:pt x="144" y="66"/>
                    <a:pt x="141" y="66"/>
                  </a:cubicBezTo>
                  <a:cubicBezTo>
                    <a:pt x="133" y="66"/>
                    <a:pt x="126" y="69"/>
                    <a:pt x="120" y="75"/>
                  </a:cubicBezTo>
                  <a:cubicBezTo>
                    <a:pt x="82" y="112"/>
                    <a:pt x="82" y="112"/>
                    <a:pt x="82" y="112"/>
                  </a:cubicBezTo>
                  <a:cubicBezTo>
                    <a:pt x="70" y="124"/>
                    <a:pt x="70" y="142"/>
                    <a:pt x="80" y="154"/>
                  </a:cubicBezTo>
                  <a:cubicBezTo>
                    <a:pt x="76" y="160"/>
                    <a:pt x="69" y="172"/>
                    <a:pt x="63" y="182"/>
                  </a:cubicBezTo>
                  <a:cubicBezTo>
                    <a:pt x="56" y="183"/>
                    <a:pt x="51" y="181"/>
                    <a:pt x="47" y="178"/>
                  </a:cubicBezTo>
                  <a:cubicBezTo>
                    <a:pt x="32" y="166"/>
                    <a:pt x="39" y="125"/>
                    <a:pt x="45" y="105"/>
                  </a:cubicBezTo>
                  <a:cubicBezTo>
                    <a:pt x="46" y="106"/>
                    <a:pt x="48" y="106"/>
                    <a:pt x="50" y="106"/>
                  </a:cubicBezTo>
                  <a:cubicBezTo>
                    <a:pt x="50" y="106"/>
                    <a:pt x="50" y="106"/>
                    <a:pt x="50" y="106"/>
                  </a:cubicBezTo>
                  <a:cubicBezTo>
                    <a:pt x="64" y="106"/>
                    <a:pt x="79" y="96"/>
                    <a:pt x="89" y="81"/>
                  </a:cubicBezTo>
                  <a:cubicBezTo>
                    <a:pt x="105" y="60"/>
                    <a:pt x="105" y="34"/>
                    <a:pt x="89" y="23"/>
                  </a:cubicBezTo>
                  <a:cubicBezTo>
                    <a:pt x="85" y="20"/>
                    <a:pt x="79" y="18"/>
                    <a:pt x="73" y="18"/>
                  </a:cubicBezTo>
                  <a:cubicBezTo>
                    <a:pt x="59" y="18"/>
                    <a:pt x="44" y="28"/>
                    <a:pt x="34" y="43"/>
                  </a:cubicBezTo>
                  <a:cubicBezTo>
                    <a:pt x="27" y="52"/>
                    <a:pt x="23" y="64"/>
                    <a:pt x="22" y="74"/>
                  </a:cubicBezTo>
                  <a:cubicBezTo>
                    <a:pt x="22" y="84"/>
                    <a:pt x="25" y="92"/>
                    <a:pt x="30" y="97"/>
                  </a:cubicBezTo>
                  <a:cubicBezTo>
                    <a:pt x="26" y="111"/>
                    <a:pt x="11" y="169"/>
                    <a:pt x="37" y="191"/>
                  </a:cubicBezTo>
                  <a:cubicBezTo>
                    <a:pt x="42" y="195"/>
                    <a:pt x="48" y="197"/>
                    <a:pt x="56" y="198"/>
                  </a:cubicBezTo>
                  <a:cubicBezTo>
                    <a:pt x="51" y="211"/>
                    <a:pt x="45" y="240"/>
                    <a:pt x="40" y="265"/>
                  </a:cubicBezTo>
                  <a:cubicBezTo>
                    <a:pt x="37" y="280"/>
                    <a:pt x="33" y="297"/>
                    <a:pt x="32" y="300"/>
                  </a:cubicBezTo>
                  <a:cubicBezTo>
                    <a:pt x="32" y="300"/>
                    <a:pt x="31" y="302"/>
                    <a:pt x="30" y="304"/>
                  </a:cubicBezTo>
                  <a:cubicBezTo>
                    <a:pt x="22" y="316"/>
                    <a:pt x="0" y="350"/>
                    <a:pt x="13" y="386"/>
                  </a:cubicBezTo>
                  <a:cubicBezTo>
                    <a:pt x="13" y="387"/>
                    <a:pt x="13" y="387"/>
                    <a:pt x="13" y="387"/>
                  </a:cubicBezTo>
                  <a:cubicBezTo>
                    <a:pt x="19" y="401"/>
                    <a:pt x="24" y="405"/>
                    <a:pt x="34" y="405"/>
                  </a:cubicBezTo>
                  <a:cubicBezTo>
                    <a:pt x="43" y="405"/>
                    <a:pt x="53" y="401"/>
                    <a:pt x="56" y="393"/>
                  </a:cubicBezTo>
                  <a:cubicBezTo>
                    <a:pt x="56" y="391"/>
                    <a:pt x="57" y="388"/>
                    <a:pt x="58" y="384"/>
                  </a:cubicBezTo>
                  <a:cubicBezTo>
                    <a:pt x="74" y="385"/>
                    <a:pt x="81" y="380"/>
                    <a:pt x="87" y="355"/>
                  </a:cubicBezTo>
                  <a:cubicBezTo>
                    <a:pt x="89" y="344"/>
                    <a:pt x="83" y="334"/>
                    <a:pt x="79" y="327"/>
                  </a:cubicBezTo>
                  <a:cubicBezTo>
                    <a:pt x="78" y="325"/>
                    <a:pt x="76" y="322"/>
                    <a:pt x="75" y="320"/>
                  </a:cubicBezTo>
                  <a:cubicBezTo>
                    <a:pt x="132" y="201"/>
                    <a:pt x="132" y="201"/>
                    <a:pt x="132" y="201"/>
                  </a:cubicBezTo>
                  <a:cubicBezTo>
                    <a:pt x="135" y="202"/>
                    <a:pt x="138" y="203"/>
                    <a:pt x="141" y="203"/>
                  </a:cubicBezTo>
                  <a:cubicBezTo>
                    <a:pt x="149" y="203"/>
                    <a:pt x="157" y="200"/>
                    <a:pt x="163" y="194"/>
                  </a:cubicBezTo>
                  <a:cubicBezTo>
                    <a:pt x="178" y="179"/>
                    <a:pt x="178" y="179"/>
                    <a:pt x="178" y="179"/>
                  </a:cubicBezTo>
                  <a:cubicBezTo>
                    <a:pt x="181" y="176"/>
                    <a:pt x="181" y="171"/>
                    <a:pt x="178" y="168"/>
                  </a:cubicBezTo>
                  <a:cubicBezTo>
                    <a:pt x="175" y="165"/>
                    <a:pt x="170" y="165"/>
                    <a:pt x="167" y="168"/>
                  </a:cubicBezTo>
                  <a:cubicBezTo>
                    <a:pt x="152" y="182"/>
                    <a:pt x="152" y="182"/>
                    <a:pt x="152" y="182"/>
                  </a:cubicBezTo>
                  <a:cubicBezTo>
                    <a:pt x="146" y="188"/>
                    <a:pt x="137" y="188"/>
                    <a:pt x="131" y="182"/>
                  </a:cubicBezTo>
                  <a:cubicBezTo>
                    <a:pt x="93" y="145"/>
                    <a:pt x="93" y="145"/>
                    <a:pt x="93" y="145"/>
                  </a:cubicBezTo>
                  <a:cubicBezTo>
                    <a:pt x="87" y="139"/>
                    <a:pt x="87" y="130"/>
                    <a:pt x="93" y="124"/>
                  </a:cubicBezTo>
                  <a:cubicBezTo>
                    <a:pt x="131" y="86"/>
                    <a:pt x="131" y="86"/>
                    <a:pt x="131" y="86"/>
                  </a:cubicBezTo>
                  <a:cubicBezTo>
                    <a:pt x="137" y="80"/>
                    <a:pt x="146" y="80"/>
                    <a:pt x="152" y="86"/>
                  </a:cubicBezTo>
                  <a:cubicBezTo>
                    <a:pt x="190" y="124"/>
                    <a:pt x="190" y="124"/>
                    <a:pt x="190" y="124"/>
                  </a:cubicBezTo>
                  <a:cubicBezTo>
                    <a:pt x="195" y="130"/>
                    <a:pt x="195" y="139"/>
                    <a:pt x="190" y="145"/>
                  </a:cubicBezTo>
                  <a:cubicBezTo>
                    <a:pt x="189" y="145"/>
                    <a:pt x="189" y="145"/>
                    <a:pt x="189" y="145"/>
                  </a:cubicBezTo>
                  <a:cubicBezTo>
                    <a:pt x="186" y="148"/>
                    <a:pt x="186" y="153"/>
                    <a:pt x="189" y="157"/>
                  </a:cubicBezTo>
                  <a:cubicBezTo>
                    <a:pt x="192" y="160"/>
                    <a:pt x="197" y="160"/>
                    <a:pt x="200" y="157"/>
                  </a:cubicBezTo>
                  <a:cubicBezTo>
                    <a:pt x="201" y="156"/>
                    <a:pt x="201" y="156"/>
                    <a:pt x="201" y="156"/>
                  </a:cubicBezTo>
                  <a:cubicBezTo>
                    <a:pt x="211" y="146"/>
                    <a:pt x="213" y="131"/>
                    <a:pt x="207" y="120"/>
                  </a:cubicBezTo>
                  <a:cubicBezTo>
                    <a:pt x="210" y="116"/>
                    <a:pt x="219" y="107"/>
                    <a:pt x="228" y="100"/>
                  </a:cubicBezTo>
                  <a:cubicBezTo>
                    <a:pt x="231" y="97"/>
                    <a:pt x="232" y="92"/>
                    <a:pt x="229" y="89"/>
                  </a:cubicBezTo>
                  <a:cubicBezTo>
                    <a:pt x="227" y="85"/>
                    <a:pt x="221" y="85"/>
                    <a:pt x="218" y="87"/>
                  </a:cubicBezTo>
                  <a:close/>
                  <a:moveTo>
                    <a:pt x="38" y="75"/>
                  </a:moveTo>
                  <a:cubicBezTo>
                    <a:pt x="39" y="67"/>
                    <a:pt x="42" y="59"/>
                    <a:pt x="47" y="52"/>
                  </a:cubicBezTo>
                  <a:cubicBezTo>
                    <a:pt x="55" y="40"/>
                    <a:pt x="66" y="34"/>
                    <a:pt x="73" y="34"/>
                  </a:cubicBezTo>
                  <a:cubicBezTo>
                    <a:pt x="76" y="34"/>
                    <a:pt x="78" y="35"/>
                    <a:pt x="80" y="36"/>
                  </a:cubicBezTo>
                  <a:cubicBezTo>
                    <a:pt x="87" y="41"/>
                    <a:pt x="87" y="57"/>
                    <a:pt x="76" y="72"/>
                  </a:cubicBezTo>
                  <a:cubicBezTo>
                    <a:pt x="68" y="84"/>
                    <a:pt x="57" y="90"/>
                    <a:pt x="50" y="90"/>
                  </a:cubicBezTo>
                  <a:cubicBezTo>
                    <a:pt x="47" y="90"/>
                    <a:pt x="45" y="89"/>
                    <a:pt x="43" y="88"/>
                  </a:cubicBezTo>
                  <a:cubicBezTo>
                    <a:pt x="39" y="85"/>
                    <a:pt x="38" y="78"/>
                    <a:pt x="38" y="75"/>
                  </a:cubicBezTo>
                  <a:close/>
                  <a:moveTo>
                    <a:pt x="119" y="193"/>
                  </a:moveTo>
                  <a:cubicBezTo>
                    <a:pt x="60" y="315"/>
                    <a:pt x="60" y="315"/>
                    <a:pt x="60" y="315"/>
                  </a:cubicBezTo>
                  <a:cubicBezTo>
                    <a:pt x="57" y="321"/>
                    <a:pt x="61" y="328"/>
                    <a:pt x="65" y="335"/>
                  </a:cubicBezTo>
                  <a:cubicBezTo>
                    <a:pt x="68" y="340"/>
                    <a:pt x="72" y="347"/>
                    <a:pt x="71" y="352"/>
                  </a:cubicBezTo>
                  <a:cubicBezTo>
                    <a:pt x="68" y="367"/>
                    <a:pt x="67" y="368"/>
                    <a:pt x="60" y="368"/>
                  </a:cubicBezTo>
                  <a:cubicBezTo>
                    <a:pt x="61" y="365"/>
                    <a:pt x="61" y="362"/>
                    <a:pt x="62" y="359"/>
                  </a:cubicBezTo>
                  <a:cubicBezTo>
                    <a:pt x="62" y="354"/>
                    <a:pt x="59" y="350"/>
                    <a:pt x="55" y="350"/>
                  </a:cubicBezTo>
                  <a:cubicBezTo>
                    <a:pt x="50" y="349"/>
                    <a:pt x="46" y="352"/>
                    <a:pt x="46" y="357"/>
                  </a:cubicBezTo>
                  <a:cubicBezTo>
                    <a:pt x="43" y="375"/>
                    <a:pt x="43" y="375"/>
                    <a:pt x="43" y="375"/>
                  </a:cubicBezTo>
                  <a:cubicBezTo>
                    <a:pt x="43" y="375"/>
                    <a:pt x="43" y="375"/>
                    <a:pt x="43" y="376"/>
                  </a:cubicBezTo>
                  <a:cubicBezTo>
                    <a:pt x="42" y="381"/>
                    <a:pt x="42" y="385"/>
                    <a:pt x="41" y="386"/>
                  </a:cubicBezTo>
                  <a:cubicBezTo>
                    <a:pt x="41" y="387"/>
                    <a:pt x="37" y="389"/>
                    <a:pt x="34" y="389"/>
                  </a:cubicBezTo>
                  <a:cubicBezTo>
                    <a:pt x="33" y="389"/>
                    <a:pt x="33" y="389"/>
                    <a:pt x="33" y="389"/>
                  </a:cubicBezTo>
                  <a:cubicBezTo>
                    <a:pt x="33" y="389"/>
                    <a:pt x="31" y="388"/>
                    <a:pt x="28" y="381"/>
                  </a:cubicBezTo>
                  <a:cubicBezTo>
                    <a:pt x="18" y="352"/>
                    <a:pt x="36" y="324"/>
                    <a:pt x="43" y="312"/>
                  </a:cubicBezTo>
                  <a:cubicBezTo>
                    <a:pt x="45" y="310"/>
                    <a:pt x="46" y="308"/>
                    <a:pt x="47" y="307"/>
                  </a:cubicBezTo>
                  <a:cubicBezTo>
                    <a:pt x="48" y="303"/>
                    <a:pt x="50" y="294"/>
                    <a:pt x="56" y="269"/>
                  </a:cubicBezTo>
                  <a:cubicBezTo>
                    <a:pt x="61" y="244"/>
                    <a:pt x="68" y="210"/>
                    <a:pt x="72" y="200"/>
                  </a:cubicBezTo>
                  <a:cubicBezTo>
                    <a:pt x="72" y="199"/>
                    <a:pt x="73" y="198"/>
                    <a:pt x="73" y="197"/>
                  </a:cubicBezTo>
                  <a:cubicBezTo>
                    <a:pt x="84" y="195"/>
                    <a:pt x="96" y="190"/>
                    <a:pt x="109" y="183"/>
                  </a:cubicBezTo>
                  <a:lnTo>
                    <a:pt x="119" y="193"/>
                  </a:lnTo>
                  <a:close/>
                  <a:moveTo>
                    <a:pt x="92" y="166"/>
                  </a:moveTo>
                  <a:cubicBezTo>
                    <a:pt x="97" y="171"/>
                    <a:pt x="97" y="171"/>
                    <a:pt x="97" y="171"/>
                  </a:cubicBezTo>
                  <a:cubicBezTo>
                    <a:pt x="93" y="173"/>
                    <a:pt x="89" y="175"/>
                    <a:pt x="85" y="177"/>
                  </a:cubicBezTo>
                  <a:cubicBezTo>
                    <a:pt x="87" y="173"/>
                    <a:pt x="90" y="169"/>
                    <a:pt x="92" y="166"/>
                  </a:cubicBezTo>
                  <a:close/>
                </a:path>
              </a:pathLst>
            </a:custGeom>
            <a:blipFill dpi="0" rotWithShape="1">
              <a:blip r:embed="rId39"/>
              <a:srcRect/>
              <a:stretch>
                <a:fillRect/>
              </a:stretch>
            </a:blipFill>
            <a:ln w="9525">
              <a:noFill/>
              <a:round/>
              <a:headEnd/>
              <a:tailEnd/>
            </a:ln>
          </p:spPr>
          <p:txBody>
            <a:bodyPr/>
            <a:lstStyle/>
            <a:p>
              <a:endParaRPr lang="en-GB"/>
            </a:p>
          </p:txBody>
        </p:sp>
        <p:sp>
          <p:nvSpPr>
            <p:cNvPr id="31835" name="Freeform 3"/>
            <p:cNvSpPr>
              <a:spLocks noChangeAspect="1" noEditPoints="1"/>
            </p:cNvSpPr>
            <p:nvPr/>
          </p:nvSpPr>
          <p:spPr bwMode="auto">
            <a:xfrm>
              <a:off x="3371722" y="3518767"/>
              <a:ext cx="115248" cy="119923"/>
            </a:xfrm>
            <a:custGeom>
              <a:avLst/>
              <a:gdLst>
                <a:gd name="T0" fmla="*/ 2147483647 w 386"/>
                <a:gd name="T1" fmla="*/ 2147483647 h 386"/>
                <a:gd name="T2" fmla="*/ 2147483647 w 386"/>
                <a:gd name="T3" fmla="*/ 2147483647 h 386"/>
                <a:gd name="T4" fmla="*/ 2147483647 w 386"/>
                <a:gd name="T5" fmla="*/ 2147483647 h 386"/>
                <a:gd name="T6" fmla="*/ 2147483647 w 386"/>
                <a:gd name="T7" fmla="*/ 2147483647 h 386"/>
                <a:gd name="T8" fmla="*/ 2147483647 w 386"/>
                <a:gd name="T9" fmla="*/ 2147483647 h 386"/>
                <a:gd name="T10" fmla="*/ 2147483647 w 386"/>
                <a:gd name="T11" fmla="*/ 2147483647 h 386"/>
                <a:gd name="T12" fmla="*/ 2147483647 w 386"/>
                <a:gd name="T13" fmla="*/ 2147483647 h 386"/>
                <a:gd name="T14" fmla="*/ 2147483647 w 386"/>
                <a:gd name="T15" fmla="*/ 2147483647 h 386"/>
                <a:gd name="T16" fmla="*/ 2147483647 w 386"/>
                <a:gd name="T17" fmla="*/ 2147483647 h 386"/>
                <a:gd name="T18" fmla="*/ 2147483647 w 386"/>
                <a:gd name="T19" fmla="*/ 2147483647 h 386"/>
                <a:gd name="T20" fmla="*/ 2147483647 w 386"/>
                <a:gd name="T21" fmla="*/ 2147483647 h 386"/>
                <a:gd name="T22" fmla="*/ 2147483647 w 386"/>
                <a:gd name="T23" fmla="*/ 2147483647 h 386"/>
                <a:gd name="T24" fmla="*/ 2147483647 w 386"/>
                <a:gd name="T25" fmla="*/ 2147483647 h 386"/>
                <a:gd name="T26" fmla="*/ 2147483647 w 386"/>
                <a:gd name="T27" fmla="*/ 2147483647 h 386"/>
                <a:gd name="T28" fmla="*/ 2147483647 w 386"/>
                <a:gd name="T29" fmla="*/ 2147483647 h 386"/>
                <a:gd name="T30" fmla="*/ 2147483647 w 386"/>
                <a:gd name="T31" fmla="*/ 2147483647 h 386"/>
                <a:gd name="T32" fmla="*/ 2147483647 w 386"/>
                <a:gd name="T33" fmla="*/ 2147483647 h 386"/>
                <a:gd name="T34" fmla="*/ 2147483647 w 386"/>
                <a:gd name="T35" fmla="*/ 2147483647 h 386"/>
                <a:gd name="T36" fmla="*/ 2147483647 w 386"/>
                <a:gd name="T37" fmla="*/ 2147483647 h 386"/>
                <a:gd name="T38" fmla="*/ 2147483647 w 386"/>
                <a:gd name="T39" fmla="*/ 2147483647 h 386"/>
                <a:gd name="T40" fmla="*/ 2147483647 w 386"/>
                <a:gd name="T41" fmla="*/ 0 h 386"/>
                <a:gd name="T42" fmla="*/ 0 w 386"/>
                <a:gd name="T43" fmla="*/ 2147483647 h 386"/>
                <a:gd name="T44" fmla="*/ 2147483647 w 386"/>
                <a:gd name="T45" fmla="*/ 2147483647 h 386"/>
                <a:gd name="T46" fmla="*/ 2147483647 w 386"/>
                <a:gd name="T47" fmla="*/ 2147483647 h 386"/>
                <a:gd name="T48" fmla="*/ 2147483647 w 386"/>
                <a:gd name="T49" fmla="*/ 2147483647 h 386"/>
                <a:gd name="T50" fmla="*/ 2147483647 w 386"/>
                <a:gd name="T51" fmla="*/ 2147483647 h 386"/>
                <a:gd name="T52" fmla="*/ 2147483647 w 386"/>
                <a:gd name="T53" fmla="*/ 2147483647 h 386"/>
                <a:gd name="T54" fmla="*/ 2147483647 w 386"/>
                <a:gd name="T55" fmla="*/ 2147483647 h 386"/>
                <a:gd name="T56" fmla="*/ 2147483647 w 386"/>
                <a:gd name="T57" fmla="*/ 2147483647 h 386"/>
                <a:gd name="T58" fmla="*/ 2147483647 w 386"/>
                <a:gd name="T59" fmla="*/ 2147483647 h 386"/>
                <a:gd name="T60" fmla="*/ 2147483647 w 386"/>
                <a:gd name="T61" fmla="*/ 2147483647 h 386"/>
                <a:gd name="T62" fmla="*/ 2147483647 w 386"/>
                <a:gd name="T63" fmla="*/ 2147483647 h 386"/>
                <a:gd name="T64" fmla="*/ 2147483647 w 386"/>
                <a:gd name="T65" fmla="*/ 2147483647 h 386"/>
                <a:gd name="T66" fmla="*/ 2147483647 w 386"/>
                <a:gd name="T67" fmla="*/ 2147483647 h 386"/>
                <a:gd name="T68" fmla="*/ 2147483647 w 386"/>
                <a:gd name="T69" fmla="*/ 2147483647 h 386"/>
                <a:gd name="T70" fmla="*/ 2147483647 w 386"/>
                <a:gd name="T71" fmla="*/ 2147483647 h 386"/>
                <a:gd name="T72" fmla="*/ 2147483647 w 386"/>
                <a:gd name="T73" fmla="*/ 2147483647 h 386"/>
                <a:gd name="T74" fmla="*/ 2147483647 w 386"/>
                <a:gd name="T75" fmla="*/ 2147483647 h 386"/>
                <a:gd name="T76" fmla="*/ 2147483647 w 386"/>
                <a:gd name="T77" fmla="*/ 2147483647 h 386"/>
                <a:gd name="T78" fmla="*/ 2147483647 w 386"/>
                <a:gd name="T79" fmla="*/ 2147483647 h 386"/>
                <a:gd name="T80" fmla="*/ 2147483647 w 386"/>
                <a:gd name="T81" fmla="*/ 2147483647 h 386"/>
                <a:gd name="T82" fmla="*/ 2147483647 w 386"/>
                <a:gd name="T83" fmla="*/ 2147483647 h 38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86"/>
                <a:gd name="T127" fmla="*/ 0 h 386"/>
                <a:gd name="T128" fmla="*/ 386 w 386"/>
                <a:gd name="T129" fmla="*/ 386 h 38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86" h="386">
                  <a:moveTo>
                    <a:pt x="248" y="193"/>
                  </a:moveTo>
                  <a:cubicBezTo>
                    <a:pt x="248" y="162"/>
                    <a:pt x="224" y="137"/>
                    <a:pt x="193" y="137"/>
                  </a:cubicBezTo>
                  <a:cubicBezTo>
                    <a:pt x="163" y="137"/>
                    <a:pt x="138" y="162"/>
                    <a:pt x="138" y="193"/>
                  </a:cubicBezTo>
                  <a:cubicBezTo>
                    <a:pt x="138" y="223"/>
                    <a:pt x="163" y="248"/>
                    <a:pt x="193" y="248"/>
                  </a:cubicBezTo>
                  <a:cubicBezTo>
                    <a:pt x="224" y="248"/>
                    <a:pt x="248" y="223"/>
                    <a:pt x="248" y="193"/>
                  </a:cubicBezTo>
                  <a:moveTo>
                    <a:pt x="154" y="193"/>
                  </a:moveTo>
                  <a:cubicBezTo>
                    <a:pt x="154" y="171"/>
                    <a:pt x="171" y="153"/>
                    <a:pt x="193" y="153"/>
                  </a:cubicBezTo>
                  <a:cubicBezTo>
                    <a:pt x="215" y="153"/>
                    <a:pt x="232" y="171"/>
                    <a:pt x="232" y="193"/>
                  </a:cubicBezTo>
                  <a:cubicBezTo>
                    <a:pt x="232" y="214"/>
                    <a:pt x="215" y="232"/>
                    <a:pt x="193" y="232"/>
                  </a:cubicBezTo>
                  <a:cubicBezTo>
                    <a:pt x="171" y="232"/>
                    <a:pt x="154" y="214"/>
                    <a:pt x="154" y="193"/>
                  </a:cubicBezTo>
                  <a:moveTo>
                    <a:pt x="340" y="69"/>
                  </a:moveTo>
                  <a:cubicBezTo>
                    <a:pt x="338" y="65"/>
                    <a:pt x="333" y="65"/>
                    <a:pt x="329" y="68"/>
                  </a:cubicBezTo>
                  <a:cubicBezTo>
                    <a:pt x="326" y="71"/>
                    <a:pt x="325" y="76"/>
                    <a:pt x="328" y="79"/>
                  </a:cubicBezTo>
                  <a:cubicBezTo>
                    <a:pt x="355" y="111"/>
                    <a:pt x="370" y="151"/>
                    <a:pt x="370" y="193"/>
                  </a:cubicBezTo>
                  <a:cubicBezTo>
                    <a:pt x="370" y="290"/>
                    <a:pt x="290" y="370"/>
                    <a:pt x="193" y="370"/>
                  </a:cubicBezTo>
                  <a:cubicBezTo>
                    <a:pt x="96" y="370"/>
                    <a:pt x="16" y="290"/>
                    <a:pt x="16" y="193"/>
                  </a:cubicBezTo>
                  <a:cubicBezTo>
                    <a:pt x="16" y="95"/>
                    <a:pt x="96" y="16"/>
                    <a:pt x="193" y="16"/>
                  </a:cubicBezTo>
                  <a:cubicBezTo>
                    <a:pt x="235" y="16"/>
                    <a:pt x="275" y="30"/>
                    <a:pt x="307" y="58"/>
                  </a:cubicBezTo>
                  <a:cubicBezTo>
                    <a:pt x="310" y="60"/>
                    <a:pt x="315" y="60"/>
                    <a:pt x="318" y="57"/>
                  </a:cubicBezTo>
                  <a:cubicBezTo>
                    <a:pt x="321" y="53"/>
                    <a:pt x="320" y="48"/>
                    <a:pt x="317" y="45"/>
                  </a:cubicBezTo>
                  <a:cubicBezTo>
                    <a:pt x="282" y="16"/>
                    <a:pt x="239" y="0"/>
                    <a:pt x="193" y="0"/>
                  </a:cubicBezTo>
                  <a:cubicBezTo>
                    <a:pt x="87" y="0"/>
                    <a:pt x="0" y="87"/>
                    <a:pt x="0" y="193"/>
                  </a:cubicBezTo>
                  <a:cubicBezTo>
                    <a:pt x="0" y="299"/>
                    <a:pt x="87" y="386"/>
                    <a:pt x="193" y="386"/>
                  </a:cubicBezTo>
                  <a:cubicBezTo>
                    <a:pt x="299" y="386"/>
                    <a:pt x="386" y="299"/>
                    <a:pt x="386" y="193"/>
                  </a:cubicBezTo>
                  <a:cubicBezTo>
                    <a:pt x="386" y="147"/>
                    <a:pt x="370" y="104"/>
                    <a:pt x="340" y="69"/>
                  </a:cubicBezTo>
                  <a:moveTo>
                    <a:pt x="193" y="355"/>
                  </a:moveTo>
                  <a:cubicBezTo>
                    <a:pt x="283" y="355"/>
                    <a:pt x="355" y="282"/>
                    <a:pt x="355" y="193"/>
                  </a:cubicBezTo>
                  <a:cubicBezTo>
                    <a:pt x="355" y="188"/>
                    <a:pt x="352" y="185"/>
                    <a:pt x="347" y="185"/>
                  </a:cubicBezTo>
                  <a:cubicBezTo>
                    <a:pt x="343" y="185"/>
                    <a:pt x="339" y="188"/>
                    <a:pt x="339" y="193"/>
                  </a:cubicBezTo>
                  <a:cubicBezTo>
                    <a:pt x="339" y="274"/>
                    <a:pt x="274" y="339"/>
                    <a:pt x="193" y="339"/>
                  </a:cubicBezTo>
                  <a:cubicBezTo>
                    <a:pt x="189" y="339"/>
                    <a:pt x="185" y="343"/>
                    <a:pt x="185" y="347"/>
                  </a:cubicBezTo>
                  <a:cubicBezTo>
                    <a:pt x="185" y="352"/>
                    <a:pt x="189" y="355"/>
                    <a:pt x="193" y="355"/>
                  </a:cubicBezTo>
                  <a:moveTo>
                    <a:pt x="222" y="193"/>
                  </a:moveTo>
                  <a:cubicBezTo>
                    <a:pt x="222" y="177"/>
                    <a:pt x="209" y="164"/>
                    <a:pt x="193" y="164"/>
                  </a:cubicBezTo>
                  <a:cubicBezTo>
                    <a:pt x="177" y="164"/>
                    <a:pt x="164" y="177"/>
                    <a:pt x="164" y="193"/>
                  </a:cubicBezTo>
                  <a:cubicBezTo>
                    <a:pt x="164" y="209"/>
                    <a:pt x="177" y="222"/>
                    <a:pt x="193" y="222"/>
                  </a:cubicBezTo>
                  <a:cubicBezTo>
                    <a:pt x="209" y="222"/>
                    <a:pt x="222" y="209"/>
                    <a:pt x="222" y="193"/>
                  </a:cubicBezTo>
                  <a:moveTo>
                    <a:pt x="180" y="193"/>
                  </a:moveTo>
                  <a:cubicBezTo>
                    <a:pt x="180" y="186"/>
                    <a:pt x="186" y="180"/>
                    <a:pt x="193" y="180"/>
                  </a:cubicBezTo>
                  <a:cubicBezTo>
                    <a:pt x="200" y="180"/>
                    <a:pt x="206" y="186"/>
                    <a:pt x="206" y="193"/>
                  </a:cubicBezTo>
                  <a:cubicBezTo>
                    <a:pt x="206" y="200"/>
                    <a:pt x="200" y="206"/>
                    <a:pt x="193" y="206"/>
                  </a:cubicBezTo>
                  <a:cubicBezTo>
                    <a:pt x="186" y="206"/>
                    <a:pt x="180" y="200"/>
                    <a:pt x="180" y="193"/>
                  </a:cubicBezTo>
                </a:path>
              </a:pathLst>
            </a:custGeom>
            <a:blipFill dpi="0" rotWithShape="1">
              <a:blip r:embed="rId11"/>
              <a:srcRect/>
              <a:stretch>
                <a:fillRect/>
              </a:stretch>
            </a:blipFill>
            <a:ln w="9525">
              <a:noFill/>
              <a:round/>
              <a:headEnd/>
              <a:tailEnd/>
            </a:ln>
          </p:spPr>
          <p:txBody>
            <a:bodyPr/>
            <a:lstStyle/>
            <a:p>
              <a:endParaRPr lang="en-GB"/>
            </a:p>
          </p:txBody>
        </p:sp>
        <p:sp>
          <p:nvSpPr>
            <p:cNvPr id="31836" name="Freeform 3"/>
            <p:cNvSpPr>
              <a:spLocks noChangeAspect="1" noEditPoints="1"/>
            </p:cNvSpPr>
            <p:nvPr/>
          </p:nvSpPr>
          <p:spPr bwMode="auto">
            <a:xfrm>
              <a:off x="3159272" y="3496136"/>
              <a:ext cx="135742" cy="122685"/>
            </a:xfrm>
            <a:custGeom>
              <a:avLst/>
              <a:gdLst>
                <a:gd name="T0" fmla="*/ 2147483647 w 454"/>
                <a:gd name="T1" fmla="*/ 2147483647 h 395"/>
                <a:gd name="T2" fmla="*/ 2147483647 w 454"/>
                <a:gd name="T3" fmla="*/ 2147483647 h 395"/>
                <a:gd name="T4" fmla="*/ 2147483647 w 454"/>
                <a:gd name="T5" fmla="*/ 2147483647 h 395"/>
                <a:gd name="T6" fmla="*/ 2147483647 w 454"/>
                <a:gd name="T7" fmla="*/ 2147483647 h 395"/>
                <a:gd name="T8" fmla="*/ 2147483647 w 454"/>
                <a:gd name="T9" fmla="*/ 2147483647 h 395"/>
                <a:gd name="T10" fmla="*/ 2147483647 w 454"/>
                <a:gd name="T11" fmla="*/ 2147483647 h 395"/>
                <a:gd name="T12" fmla="*/ 2147483647 w 454"/>
                <a:gd name="T13" fmla="*/ 2147483647 h 395"/>
                <a:gd name="T14" fmla="*/ 2147483647 w 454"/>
                <a:gd name="T15" fmla="*/ 2147483647 h 395"/>
                <a:gd name="T16" fmla="*/ 0 w 454"/>
                <a:gd name="T17" fmla="*/ 2147483647 h 395"/>
                <a:gd name="T18" fmla="*/ 2147483647 w 454"/>
                <a:gd name="T19" fmla="*/ 2147483647 h 395"/>
                <a:gd name="T20" fmla="*/ 2147483647 w 454"/>
                <a:gd name="T21" fmla="*/ 2147483647 h 395"/>
                <a:gd name="T22" fmla="*/ 2147483647 w 454"/>
                <a:gd name="T23" fmla="*/ 2147483647 h 395"/>
                <a:gd name="T24" fmla="*/ 2147483647 w 454"/>
                <a:gd name="T25" fmla="*/ 2147483647 h 395"/>
                <a:gd name="T26" fmla="*/ 2147483647 w 454"/>
                <a:gd name="T27" fmla="*/ 2147483647 h 395"/>
                <a:gd name="T28" fmla="*/ 2147483647 w 454"/>
                <a:gd name="T29" fmla="*/ 2147483647 h 395"/>
                <a:gd name="T30" fmla="*/ 2147483647 w 454"/>
                <a:gd name="T31" fmla="*/ 2147483647 h 395"/>
                <a:gd name="T32" fmla="*/ 2147483647 w 454"/>
                <a:gd name="T33" fmla="*/ 2147483647 h 395"/>
                <a:gd name="T34" fmla="*/ 2147483647 w 454"/>
                <a:gd name="T35" fmla="*/ 2147483647 h 395"/>
                <a:gd name="T36" fmla="*/ 2147483647 w 454"/>
                <a:gd name="T37" fmla="*/ 2147483647 h 395"/>
                <a:gd name="T38" fmla="*/ 2147483647 w 454"/>
                <a:gd name="T39" fmla="*/ 2147483647 h 395"/>
                <a:gd name="T40" fmla="*/ 2147483647 w 454"/>
                <a:gd name="T41" fmla="*/ 2147483647 h 395"/>
                <a:gd name="T42" fmla="*/ 2147483647 w 454"/>
                <a:gd name="T43" fmla="*/ 2147483647 h 395"/>
                <a:gd name="T44" fmla="*/ 2147483647 w 454"/>
                <a:gd name="T45" fmla="*/ 2147483647 h 395"/>
                <a:gd name="T46" fmla="*/ 2147483647 w 454"/>
                <a:gd name="T47" fmla="*/ 2147483647 h 395"/>
                <a:gd name="T48" fmla="*/ 2147483647 w 454"/>
                <a:gd name="T49" fmla="*/ 2147483647 h 395"/>
                <a:gd name="T50" fmla="*/ 2147483647 w 454"/>
                <a:gd name="T51" fmla="*/ 2147483647 h 395"/>
                <a:gd name="T52" fmla="*/ 2147483647 w 454"/>
                <a:gd name="T53" fmla="*/ 2147483647 h 395"/>
                <a:gd name="T54" fmla="*/ 2147483647 w 454"/>
                <a:gd name="T55" fmla="*/ 2147483647 h 395"/>
                <a:gd name="T56" fmla="*/ 2147483647 w 454"/>
                <a:gd name="T57" fmla="*/ 2147483647 h 395"/>
                <a:gd name="T58" fmla="*/ 2147483647 w 454"/>
                <a:gd name="T59" fmla="*/ 2147483647 h 395"/>
                <a:gd name="T60" fmla="*/ 2147483647 w 454"/>
                <a:gd name="T61" fmla="*/ 2147483647 h 395"/>
                <a:gd name="T62" fmla="*/ 2147483647 w 454"/>
                <a:gd name="T63" fmla="*/ 2147483647 h 395"/>
                <a:gd name="T64" fmla="*/ 2147483647 w 454"/>
                <a:gd name="T65" fmla="*/ 2147483647 h 39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54"/>
                <a:gd name="T100" fmla="*/ 0 h 395"/>
                <a:gd name="T101" fmla="*/ 454 w 454"/>
                <a:gd name="T102" fmla="*/ 395 h 39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54" h="395">
                  <a:moveTo>
                    <a:pt x="446" y="82"/>
                  </a:moveTo>
                  <a:cubicBezTo>
                    <a:pt x="436" y="76"/>
                    <a:pt x="351" y="28"/>
                    <a:pt x="350" y="28"/>
                  </a:cubicBezTo>
                  <a:cubicBezTo>
                    <a:pt x="347" y="26"/>
                    <a:pt x="342" y="27"/>
                    <a:pt x="339" y="31"/>
                  </a:cubicBezTo>
                  <a:cubicBezTo>
                    <a:pt x="337" y="35"/>
                    <a:pt x="339" y="39"/>
                    <a:pt x="342" y="42"/>
                  </a:cubicBezTo>
                  <a:cubicBezTo>
                    <a:pt x="343" y="42"/>
                    <a:pt x="415" y="83"/>
                    <a:pt x="434" y="93"/>
                  </a:cubicBezTo>
                  <a:cubicBezTo>
                    <a:pt x="426" y="98"/>
                    <a:pt x="407" y="109"/>
                    <a:pt x="382" y="123"/>
                  </a:cubicBezTo>
                  <a:cubicBezTo>
                    <a:pt x="381" y="123"/>
                    <a:pt x="381" y="123"/>
                    <a:pt x="381" y="123"/>
                  </a:cubicBezTo>
                  <a:cubicBezTo>
                    <a:pt x="245" y="47"/>
                    <a:pt x="245" y="47"/>
                    <a:pt x="245" y="47"/>
                  </a:cubicBezTo>
                  <a:cubicBezTo>
                    <a:pt x="292" y="20"/>
                    <a:pt x="292" y="20"/>
                    <a:pt x="292" y="20"/>
                  </a:cubicBezTo>
                  <a:cubicBezTo>
                    <a:pt x="297" y="17"/>
                    <a:pt x="301" y="20"/>
                    <a:pt x="302" y="20"/>
                  </a:cubicBezTo>
                  <a:cubicBezTo>
                    <a:pt x="302" y="20"/>
                    <a:pt x="302" y="20"/>
                    <a:pt x="302" y="20"/>
                  </a:cubicBezTo>
                  <a:cubicBezTo>
                    <a:pt x="316" y="27"/>
                    <a:pt x="316" y="27"/>
                    <a:pt x="316" y="27"/>
                  </a:cubicBezTo>
                  <a:cubicBezTo>
                    <a:pt x="320" y="30"/>
                    <a:pt x="325" y="28"/>
                    <a:pt x="327" y="24"/>
                  </a:cubicBezTo>
                  <a:cubicBezTo>
                    <a:pt x="329" y="20"/>
                    <a:pt x="328" y="16"/>
                    <a:pt x="324" y="13"/>
                  </a:cubicBezTo>
                  <a:cubicBezTo>
                    <a:pt x="310" y="6"/>
                    <a:pt x="310" y="6"/>
                    <a:pt x="310" y="6"/>
                  </a:cubicBezTo>
                  <a:cubicBezTo>
                    <a:pt x="306" y="3"/>
                    <a:pt x="295" y="0"/>
                    <a:pt x="284" y="6"/>
                  </a:cubicBezTo>
                  <a:cubicBezTo>
                    <a:pt x="9" y="163"/>
                    <a:pt x="9" y="163"/>
                    <a:pt x="9" y="163"/>
                  </a:cubicBezTo>
                  <a:cubicBezTo>
                    <a:pt x="5" y="165"/>
                    <a:pt x="0" y="169"/>
                    <a:pt x="0" y="175"/>
                  </a:cubicBezTo>
                  <a:cubicBezTo>
                    <a:pt x="0" y="178"/>
                    <a:pt x="1" y="183"/>
                    <a:pt x="9" y="188"/>
                  </a:cubicBezTo>
                  <a:cubicBezTo>
                    <a:pt x="73" y="224"/>
                    <a:pt x="73" y="224"/>
                    <a:pt x="73" y="224"/>
                  </a:cubicBezTo>
                  <a:cubicBezTo>
                    <a:pt x="73" y="295"/>
                    <a:pt x="73" y="295"/>
                    <a:pt x="73" y="295"/>
                  </a:cubicBezTo>
                  <a:cubicBezTo>
                    <a:pt x="73" y="300"/>
                    <a:pt x="75" y="309"/>
                    <a:pt x="84" y="314"/>
                  </a:cubicBezTo>
                  <a:cubicBezTo>
                    <a:pt x="219" y="392"/>
                    <a:pt x="219" y="392"/>
                    <a:pt x="219" y="392"/>
                  </a:cubicBezTo>
                  <a:cubicBezTo>
                    <a:pt x="219" y="392"/>
                    <a:pt x="219" y="392"/>
                    <a:pt x="219" y="392"/>
                  </a:cubicBezTo>
                  <a:cubicBezTo>
                    <a:pt x="223" y="394"/>
                    <a:pt x="227" y="395"/>
                    <a:pt x="231" y="395"/>
                  </a:cubicBezTo>
                  <a:cubicBezTo>
                    <a:pt x="231" y="395"/>
                    <a:pt x="231" y="395"/>
                    <a:pt x="231" y="395"/>
                  </a:cubicBezTo>
                  <a:cubicBezTo>
                    <a:pt x="231" y="395"/>
                    <a:pt x="231" y="395"/>
                    <a:pt x="231" y="395"/>
                  </a:cubicBezTo>
                  <a:cubicBezTo>
                    <a:pt x="238" y="395"/>
                    <a:pt x="242" y="393"/>
                    <a:pt x="243" y="392"/>
                  </a:cubicBezTo>
                  <a:cubicBezTo>
                    <a:pt x="243" y="392"/>
                    <a:pt x="244" y="392"/>
                    <a:pt x="244" y="392"/>
                  </a:cubicBezTo>
                  <a:cubicBezTo>
                    <a:pt x="378" y="314"/>
                    <a:pt x="378" y="314"/>
                    <a:pt x="378" y="314"/>
                  </a:cubicBezTo>
                  <a:cubicBezTo>
                    <a:pt x="383" y="312"/>
                    <a:pt x="389" y="306"/>
                    <a:pt x="389" y="295"/>
                  </a:cubicBezTo>
                  <a:cubicBezTo>
                    <a:pt x="389" y="137"/>
                    <a:pt x="389" y="137"/>
                    <a:pt x="389" y="137"/>
                  </a:cubicBezTo>
                  <a:cubicBezTo>
                    <a:pt x="420" y="120"/>
                    <a:pt x="442" y="107"/>
                    <a:pt x="445" y="105"/>
                  </a:cubicBezTo>
                  <a:cubicBezTo>
                    <a:pt x="449" y="103"/>
                    <a:pt x="454" y="99"/>
                    <a:pt x="454" y="94"/>
                  </a:cubicBezTo>
                  <a:cubicBezTo>
                    <a:pt x="454" y="91"/>
                    <a:pt x="453" y="86"/>
                    <a:pt x="446" y="82"/>
                  </a:cubicBezTo>
                  <a:close/>
                  <a:moveTo>
                    <a:pt x="20" y="175"/>
                  </a:moveTo>
                  <a:cubicBezTo>
                    <a:pt x="81" y="140"/>
                    <a:pt x="81" y="140"/>
                    <a:pt x="81" y="140"/>
                  </a:cubicBezTo>
                  <a:cubicBezTo>
                    <a:pt x="215" y="218"/>
                    <a:pt x="215" y="218"/>
                    <a:pt x="215" y="218"/>
                  </a:cubicBezTo>
                  <a:cubicBezTo>
                    <a:pt x="185" y="235"/>
                    <a:pt x="163" y="248"/>
                    <a:pt x="161" y="249"/>
                  </a:cubicBezTo>
                  <a:cubicBezTo>
                    <a:pt x="157" y="251"/>
                    <a:pt x="151" y="249"/>
                    <a:pt x="151" y="249"/>
                  </a:cubicBezTo>
                  <a:cubicBezTo>
                    <a:pt x="151" y="249"/>
                    <a:pt x="151" y="249"/>
                    <a:pt x="151" y="249"/>
                  </a:cubicBezTo>
                  <a:lnTo>
                    <a:pt x="20" y="175"/>
                  </a:lnTo>
                  <a:close/>
                  <a:moveTo>
                    <a:pt x="223" y="376"/>
                  </a:moveTo>
                  <a:cubicBezTo>
                    <a:pt x="92" y="300"/>
                    <a:pt x="92" y="300"/>
                    <a:pt x="92" y="300"/>
                  </a:cubicBezTo>
                  <a:cubicBezTo>
                    <a:pt x="89" y="299"/>
                    <a:pt x="89" y="296"/>
                    <a:pt x="89" y="296"/>
                  </a:cubicBezTo>
                  <a:cubicBezTo>
                    <a:pt x="89" y="233"/>
                    <a:pt x="89" y="233"/>
                    <a:pt x="89" y="233"/>
                  </a:cubicBezTo>
                  <a:cubicBezTo>
                    <a:pt x="144" y="263"/>
                    <a:pt x="144" y="263"/>
                    <a:pt x="144" y="263"/>
                  </a:cubicBezTo>
                  <a:cubicBezTo>
                    <a:pt x="146" y="264"/>
                    <a:pt x="151" y="266"/>
                    <a:pt x="157" y="266"/>
                  </a:cubicBezTo>
                  <a:cubicBezTo>
                    <a:pt x="161" y="266"/>
                    <a:pt x="165" y="265"/>
                    <a:pt x="169" y="263"/>
                  </a:cubicBezTo>
                  <a:cubicBezTo>
                    <a:pt x="171" y="261"/>
                    <a:pt x="193" y="249"/>
                    <a:pt x="223" y="232"/>
                  </a:cubicBezTo>
                  <a:lnTo>
                    <a:pt x="223" y="376"/>
                  </a:lnTo>
                  <a:close/>
                  <a:moveTo>
                    <a:pt x="223" y="204"/>
                  </a:moveTo>
                  <a:cubicBezTo>
                    <a:pt x="97" y="131"/>
                    <a:pt x="97" y="131"/>
                    <a:pt x="97" y="131"/>
                  </a:cubicBezTo>
                  <a:cubicBezTo>
                    <a:pt x="223" y="59"/>
                    <a:pt x="223" y="59"/>
                    <a:pt x="223" y="59"/>
                  </a:cubicBezTo>
                  <a:lnTo>
                    <a:pt x="223" y="204"/>
                  </a:lnTo>
                  <a:close/>
                  <a:moveTo>
                    <a:pt x="239" y="63"/>
                  </a:moveTo>
                  <a:cubicBezTo>
                    <a:pt x="364" y="132"/>
                    <a:pt x="364" y="132"/>
                    <a:pt x="364" y="132"/>
                  </a:cubicBezTo>
                  <a:cubicBezTo>
                    <a:pt x="239" y="204"/>
                    <a:pt x="239" y="204"/>
                    <a:pt x="239" y="204"/>
                  </a:cubicBezTo>
                  <a:lnTo>
                    <a:pt x="239" y="63"/>
                  </a:lnTo>
                  <a:close/>
                  <a:moveTo>
                    <a:pt x="373" y="295"/>
                  </a:moveTo>
                  <a:cubicBezTo>
                    <a:pt x="373" y="299"/>
                    <a:pt x="372" y="300"/>
                    <a:pt x="371" y="300"/>
                  </a:cubicBezTo>
                  <a:cubicBezTo>
                    <a:pt x="371" y="300"/>
                    <a:pt x="371" y="300"/>
                    <a:pt x="371" y="300"/>
                  </a:cubicBezTo>
                  <a:cubicBezTo>
                    <a:pt x="239" y="376"/>
                    <a:pt x="239" y="376"/>
                    <a:pt x="239" y="376"/>
                  </a:cubicBezTo>
                  <a:cubicBezTo>
                    <a:pt x="239" y="223"/>
                    <a:pt x="239" y="223"/>
                    <a:pt x="239" y="223"/>
                  </a:cubicBezTo>
                  <a:cubicBezTo>
                    <a:pt x="280" y="199"/>
                    <a:pt x="332" y="170"/>
                    <a:pt x="373" y="146"/>
                  </a:cubicBezTo>
                  <a:lnTo>
                    <a:pt x="373" y="295"/>
                  </a:lnTo>
                  <a:close/>
                </a:path>
              </a:pathLst>
            </a:custGeom>
            <a:blipFill dpi="0" rotWithShape="1">
              <a:blip r:embed="rId19"/>
              <a:srcRect/>
              <a:stretch>
                <a:fillRect/>
              </a:stretch>
            </a:blipFill>
            <a:ln w="9525">
              <a:noFill/>
              <a:round/>
              <a:headEnd/>
              <a:tailEnd/>
            </a:ln>
          </p:spPr>
          <p:txBody>
            <a:bodyPr/>
            <a:lstStyle/>
            <a:p>
              <a:endParaRPr lang="en-GB"/>
            </a:p>
          </p:txBody>
        </p:sp>
        <p:sp>
          <p:nvSpPr>
            <p:cNvPr id="31837" name="Freeform 3"/>
            <p:cNvSpPr>
              <a:spLocks noChangeAspect="1" noEditPoints="1"/>
            </p:cNvSpPr>
            <p:nvPr/>
          </p:nvSpPr>
          <p:spPr bwMode="auto">
            <a:xfrm>
              <a:off x="3917754" y="3928693"/>
              <a:ext cx="113225" cy="117425"/>
            </a:xfrm>
            <a:custGeom>
              <a:avLst/>
              <a:gdLst>
                <a:gd name="T0" fmla="*/ 2147483647 w 379"/>
                <a:gd name="T1" fmla="*/ 2147483647 h 378"/>
                <a:gd name="T2" fmla="*/ 2147483647 w 379"/>
                <a:gd name="T3" fmla="*/ 0 h 378"/>
                <a:gd name="T4" fmla="*/ 0 w 379"/>
                <a:gd name="T5" fmla="*/ 2147483647 h 378"/>
                <a:gd name="T6" fmla="*/ 2147483647 w 379"/>
                <a:gd name="T7" fmla="*/ 2147483647 h 378"/>
                <a:gd name="T8" fmla="*/ 2147483647 w 379"/>
                <a:gd name="T9" fmla="*/ 2147483647 h 378"/>
                <a:gd name="T10" fmla="*/ 2147483647 w 379"/>
                <a:gd name="T11" fmla="*/ 2147483647 h 378"/>
                <a:gd name="T12" fmla="*/ 2147483647 w 379"/>
                <a:gd name="T13" fmla="*/ 2147483647 h 378"/>
                <a:gd name="T14" fmla="*/ 2147483647 w 379"/>
                <a:gd name="T15" fmla="*/ 2147483647 h 378"/>
                <a:gd name="T16" fmla="*/ 2147483647 w 379"/>
                <a:gd name="T17" fmla="*/ 2147483647 h 378"/>
                <a:gd name="T18" fmla="*/ 2147483647 w 379"/>
                <a:gd name="T19" fmla="*/ 2147483647 h 378"/>
                <a:gd name="T20" fmla="*/ 2147483647 w 379"/>
                <a:gd name="T21" fmla="*/ 2147483647 h 378"/>
                <a:gd name="T22" fmla="*/ 2147483647 w 379"/>
                <a:gd name="T23" fmla="*/ 2147483647 h 378"/>
                <a:gd name="T24" fmla="*/ 2147483647 w 379"/>
                <a:gd name="T25" fmla="*/ 2147483647 h 378"/>
                <a:gd name="T26" fmla="*/ 2147483647 w 379"/>
                <a:gd name="T27" fmla="*/ 2147483647 h 378"/>
                <a:gd name="T28" fmla="*/ 2147483647 w 379"/>
                <a:gd name="T29" fmla="*/ 2147483647 h 378"/>
                <a:gd name="T30" fmla="*/ 2147483647 w 379"/>
                <a:gd name="T31" fmla="*/ 2147483647 h 378"/>
                <a:gd name="T32" fmla="*/ 2147483647 w 379"/>
                <a:gd name="T33" fmla="*/ 2147483647 h 378"/>
                <a:gd name="T34" fmla="*/ 2147483647 w 379"/>
                <a:gd name="T35" fmla="*/ 2147483647 h 378"/>
                <a:gd name="T36" fmla="*/ 2147483647 w 379"/>
                <a:gd name="T37" fmla="*/ 2147483647 h 378"/>
                <a:gd name="T38" fmla="*/ 2147483647 w 379"/>
                <a:gd name="T39" fmla="*/ 2147483647 h 378"/>
                <a:gd name="T40" fmla="*/ 2147483647 w 379"/>
                <a:gd name="T41" fmla="*/ 2147483647 h 378"/>
                <a:gd name="T42" fmla="*/ 2147483647 w 379"/>
                <a:gd name="T43" fmla="*/ 2147483647 h 378"/>
                <a:gd name="T44" fmla="*/ 2147483647 w 379"/>
                <a:gd name="T45" fmla="*/ 2147483647 h 378"/>
                <a:gd name="T46" fmla="*/ 2147483647 w 379"/>
                <a:gd name="T47" fmla="*/ 2147483647 h 378"/>
                <a:gd name="T48" fmla="*/ 2147483647 w 379"/>
                <a:gd name="T49" fmla="*/ 2147483647 h 378"/>
                <a:gd name="T50" fmla="*/ 2147483647 w 379"/>
                <a:gd name="T51" fmla="*/ 2147483647 h 378"/>
                <a:gd name="T52" fmla="*/ 2147483647 w 379"/>
                <a:gd name="T53" fmla="*/ 2147483647 h 378"/>
                <a:gd name="T54" fmla="*/ 2147483647 w 379"/>
                <a:gd name="T55" fmla="*/ 2147483647 h 378"/>
                <a:gd name="T56" fmla="*/ 2147483647 w 379"/>
                <a:gd name="T57" fmla="*/ 2147483647 h 378"/>
                <a:gd name="T58" fmla="*/ 2147483647 w 379"/>
                <a:gd name="T59" fmla="*/ 2147483647 h 378"/>
                <a:gd name="T60" fmla="*/ 2147483647 w 379"/>
                <a:gd name="T61" fmla="*/ 2147483647 h 378"/>
                <a:gd name="T62" fmla="*/ 2147483647 w 379"/>
                <a:gd name="T63" fmla="*/ 2147483647 h 378"/>
                <a:gd name="T64" fmla="*/ 2147483647 w 379"/>
                <a:gd name="T65" fmla="*/ 2147483647 h 378"/>
                <a:gd name="T66" fmla="*/ 2147483647 w 379"/>
                <a:gd name="T67" fmla="*/ 2147483647 h 378"/>
                <a:gd name="T68" fmla="*/ 2147483647 w 379"/>
                <a:gd name="T69" fmla="*/ 2147483647 h 378"/>
                <a:gd name="T70" fmla="*/ 2147483647 w 379"/>
                <a:gd name="T71" fmla="*/ 2147483647 h 378"/>
                <a:gd name="T72" fmla="*/ 2147483647 w 379"/>
                <a:gd name="T73" fmla="*/ 2147483647 h 378"/>
                <a:gd name="T74" fmla="*/ 2147483647 w 379"/>
                <a:gd name="T75" fmla="*/ 2147483647 h 378"/>
                <a:gd name="T76" fmla="*/ 2147483647 w 379"/>
                <a:gd name="T77" fmla="*/ 2147483647 h 378"/>
                <a:gd name="T78" fmla="*/ 2147483647 w 379"/>
                <a:gd name="T79" fmla="*/ 2147483647 h 37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79"/>
                <a:gd name="T121" fmla="*/ 0 h 378"/>
                <a:gd name="T122" fmla="*/ 379 w 379"/>
                <a:gd name="T123" fmla="*/ 378 h 37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79" h="378">
                  <a:moveTo>
                    <a:pt x="371" y="41"/>
                  </a:moveTo>
                  <a:cubicBezTo>
                    <a:pt x="375" y="41"/>
                    <a:pt x="379" y="37"/>
                    <a:pt x="379" y="32"/>
                  </a:cubicBezTo>
                  <a:cubicBezTo>
                    <a:pt x="379" y="25"/>
                    <a:pt x="379" y="25"/>
                    <a:pt x="379" y="25"/>
                  </a:cubicBezTo>
                  <a:cubicBezTo>
                    <a:pt x="379" y="11"/>
                    <a:pt x="368" y="0"/>
                    <a:pt x="354" y="0"/>
                  </a:cubicBezTo>
                  <a:cubicBezTo>
                    <a:pt x="24" y="0"/>
                    <a:pt x="24" y="0"/>
                    <a:pt x="24" y="0"/>
                  </a:cubicBezTo>
                  <a:cubicBezTo>
                    <a:pt x="11" y="0"/>
                    <a:pt x="0" y="11"/>
                    <a:pt x="0" y="25"/>
                  </a:cubicBezTo>
                  <a:cubicBezTo>
                    <a:pt x="0" y="236"/>
                    <a:pt x="0" y="236"/>
                    <a:pt x="0" y="236"/>
                  </a:cubicBezTo>
                  <a:cubicBezTo>
                    <a:pt x="0" y="250"/>
                    <a:pt x="11" y="261"/>
                    <a:pt x="24" y="261"/>
                  </a:cubicBezTo>
                  <a:cubicBezTo>
                    <a:pt x="94" y="261"/>
                    <a:pt x="94" y="261"/>
                    <a:pt x="94" y="261"/>
                  </a:cubicBezTo>
                  <a:cubicBezTo>
                    <a:pt x="92" y="268"/>
                    <a:pt x="90" y="276"/>
                    <a:pt x="90" y="285"/>
                  </a:cubicBezTo>
                  <a:cubicBezTo>
                    <a:pt x="90" y="358"/>
                    <a:pt x="90" y="358"/>
                    <a:pt x="90" y="358"/>
                  </a:cubicBezTo>
                  <a:cubicBezTo>
                    <a:pt x="90" y="366"/>
                    <a:pt x="96" y="378"/>
                    <a:pt x="111" y="378"/>
                  </a:cubicBezTo>
                  <a:cubicBezTo>
                    <a:pt x="268" y="378"/>
                    <a:pt x="268" y="378"/>
                    <a:pt x="268" y="378"/>
                  </a:cubicBezTo>
                  <a:cubicBezTo>
                    <a:pt x="276" y="378"/>
                    <a:pt x="288" y="372"/>
                    <a:pt x="288" y="358"/>
                  </a:cubicBezTo>
                  <a:cubicBezTo>
                    <a:pt x="288" y="285"/>
                    <a:pt x="288" y="285"/>
                    <a:pt x="288" y="285"/>
                  </a:cubicBezTo>
                  <a:cubicBezTo>
                    <a:pt x="288" y="276"/>
                    <a:pt x="287" y="268"/>
                    <a:pt x="284" y="261"/>
                  </a:cubicBezTo>
                  <a:cubicBezTo>
                    <a:pt x="354" y="261"/>
                    <a:pt x="354" y="261"/>
                    <a:pt x="354" y="261"/>
                  </a:cubicBezTo>
                  <a:cubicBezTo>
                    <a:pt x="368" y="261"/>
                    <a:pt x="379" y="250"/>
                    <a:pt x="379" y="236"/>
                  </a:cubicBezTo>
                  <a:cubicBezTo>
                    <a:pt x="379" y="65"/>
                    <a:pt x="379" y="65"/>
                    <a:pt x="379" y="65"/>
                  </a:cubicBezTo>
                  <a:cubicBezTo>
                    <a:pt x="379" y="60"/>
                    <a:pt x="375" y="56"/>
                    <a:pt x="371" y="56"/>
                  </a:cubicBezTo>
                  <a:cubicBezTo>
                    <a:pt x="366" y="56"/>
                    <a:pt x="362" y="60"/>
                    <a:pt x="362" y="65"/>
                  </a:cubicBezTo>
                  <a:cubicBezTo>
                    <a:pt x="362" y="236"/>
                    <a:pt x="362" y="236"/>
                    <a:pt x="362" y="236"/>
                  </a:cubicBezTo>
                  <a:cubicBezTo>
                    <a:pt x="362" y="241"/>
                    <a:pt x="359" y="244"/>
                    <a:pt x="354" y="244"/>
                  </a:cubicBezTo>
                  <a:cubicBezTo>
                    <a:pt x="276" y="244"/>
                    <a:pt x="276" y="244"/>
                    <a:pt x="276" y="244"/>
                  </a:cubicBezTo>
                  <a:cubicBezTo>
                    <a:pt x="268" y="231"/>
                    <a:pt x="256" y="222"/>
                    <a:pt x="245" y="215"/>
                  </a:cubicBezTo>
                  <a:cubicBezTo>
                    <a:pt x="260" y="200"/>
                    <a:pt x="270" y="180"/>
                    <a:pt x="270" y="157"/>
                  </a:cubicBezTo>
                  <a:cubicBezTo>
                    <a:pt x="270" y="112"/>
                    <a:pt x="234" y="76"/>
                    <a:pt x="189" y="76"/>
                  </a:cubicBezTo>
                  <a:cubicBezTo>
                    <a:pt x="145" y="76"/>
                    <a:pt x="108" y="112"/>
                    <a:pt x="108" y="157"/>
                  </a:cubicBezTo>
                  <a:cubicBezTo>
                    <a:pt x="108" y="180"/>
                    <a:pt x="118" y="200"/>
                    <a:pt x="133" y="215"/>
                  </a:cubicBezTo>
                  <a:cubicBezTo>
                    <a:pt x="123" y="222"/>
                    <a:pt x="111" y="231"/>
                    <a:pt x="102" y="244"/>
                  </a:cubicBezTo>
                  <a:cubicBezTo>
                    <a:pt x="24" y="244"/>
                    <a:pt x="24" y="244"/>
                    <a:pt x="24" y="244"/>
                  </a:cubicBezTo>
                  <a:cubicBezTo>
                    <a:pt x="20" y="244"/>
                    <a:pt x="16" y="241"/>
                    <a:pt x="16" y="236"/>
                  </a:cubicBezTo>
                  <a:cubicBezTo>
                    <a:pt x="16" y="25"/>
                    <a:pt x="16" y="25"/>
                    <a:pt x="16" y="25"/>
                  </a:cubicBezTo>
                  <a:cubicBezTo>
                    <a:pt x="16" y="20"/>
                    <a:pt x="20" y="16"/>
                    <a:pt x="24" y="16"/>
                  </a:cubicBezTo>
                  <a:cubicBezTo>
                    <a:pt x="354" y="16"/>
                    <a:pt x="354" y="16"/>
                    <a:pt x="354" y="16"/>
                  </a:cubicBezTo>
                  <a:cubicBezTo>
                    <a:pt x="359" y="16"/>
                    <a:pt x="362" y="20"/>
                    <a:pt x="362" y="25"/>
                  </a:cubicBezTo>
                  <a:cubicBezTo>
                    <a:pt x="362" y="32"/>
                    <a:pt x="362" y="32"/>
                    <a:pt x="362" y="32"/>
                  </a:cubicBezTo>
                  <a:cubicBezTo>
                    <a:pt x="362" y="37"/>
                    <a:pt x="366" y="41"/>
                    <a:pt x="371" y="41"/>
                  </a:cubicBezTo>
                  <a:close/>
                  <a:moveTo>
                    <a:pt x="124" y="157"/>
                  </a:moveTo>
                  <a:cubicBezTo>
                    <a:pt x="124" y="121"/>
                    <a:pt x="153" y="92"/>
                    <a:pt x="189" y="92"/>
                  </a:cubicBezTo>
                  <a:cubicBezTo>
                    <a:pt x="225" y="92"/>
                    <a:pt x="254" y="121"/>
                    <a:pt x="254" y="157"/>
                  </a:cubicBezTo>
                  <a:cubicBezTo>
                    <a:pt x="254" y="192"/>
                    <a:pt x="225" y="222"/>
                    <a:pt x="189" y="222"/>
                  </a:cubicBezTo>
                  <a:cubicBezTo>
                    <a:pt x="153" y="222"/>
                    <a:pt x="124" y="192"/>
                    <a:pt x="124" y="157"/>
                  </a:cubicBezTo>
                  <a:close/>
                  <a:moveTo>
                    <a:pt x="106" y="285"/>
                  </a:moveTo>
                  <a:cubicBezTo>
                    <a:pt x="106" y="253"/>
                    <a:pt x="130" y="234"/>
                    <a:pt x="147" y="226"/>
                  </a:cubicBezTo>
                  <a:cubicBezTo>
                    <a:pt x="160" y="233"/>
                    <a:pt x="174" y="238"/>
                    <a:pt x="189" y="238"/>
                  </a:cubicBezTo>
                  <a:cubicBezTo>
                    <a:pt x="205" y="238"/>
                    <a:pt x="219" y="233"/>
                    <a:pt x="231" y="226"/>
                  </a:cubicBezTo>
                  <a:cubicBezTo>
                    <a:pt x="248" y="234"/>
                    <a:pt x="272" y="252"/>
                    <a:pt x="272" y="285"/>
                  </a:cubicBezTo>
                  <a:cubicBezTo>
                    <a:pt x="272" y="358"/>
                    <a:pt x="272" y="358"/>
                    <a:pt x="272" y="358"/>
                  </a:cubicBezTo>
                  <a:cubicBezTo>
                    <a:pt x="272" y="359"/>
                    <a:pt x="272" y="362"/>
                    <a:pt x="268" y="362"/>
                  </a:cubicBezTo>
                  <a:cubicBezTo>
                    <a:pt x="255" y="362"/>
                    <a:pt x="255" y="362"/>
                    <a:pt x="255" y="362"/>
                  </a:cubicBezTo>
                  <a:cubicBezTo>
                    <a:pt x="255" y="277"/>
                    <a:pt x="255" y="277"/>
                    <a:pt x="255" y="277"/>
                  </a:cubicBezTo>
                  <a:cubicBezTo>
                    <a:pt x="255" y="273"/>
                    <a:pt x="252" y="269"/>
                    <a:pt x="247" y="269"/>
                  </a:cubicBezTo>
                  <a:cubicBezTo>
                    <a:pt x="243" y="269"/>
                    <a:pt x="239" y="273"/>
                    <a:pt x="239" y="277"/>
                  </a:cubicBezTo>
                  <a:cubicBezTo>
                    <a:pt x="239" y="362"/>
                    <a:pt x="239" y="362"/>
                    <a:pt x="239" y="362"/>
                  </a:cubicBezTo>
                  <a:cubicBezTo>
                    <a:pt x="139" y="362"/>
                    <a:pt x="139" y="362"/>
                    <a:pt x="139" y="362"/>
                  </a:cubicBezTo>
                  <a:cubicBezTo>
                    <a:pt x="139" y="277"/>
                    <a:pt x="139" y="277"/>
                    <a:pt x="139" y="277"/>
                  </a:cubicBezTo>
                  <a:cubicBezTo>
                    <a:pt x="139" y="273"/>
                    <a:pt x="136" y="269"/>
                    <a:pt x="131" y="269"/>
                  </a:cubicBezTo>
                  <a:cubicBezTo>
                    <a:pt x="127" y="269"/>
                    <a:pt x="123" y="273"/>
                    <a:pt x="123" y="277"/>
                  </a:cubicBezTo>
                  <a:cubicBezTo>
                    <a:pt x="123" y="362"/>
                    <a:pt x="123" y="362"/>
                    <a:pt x="123" y="362"/>
                  </a:cubicBezTo>
                  <a:cubicBezTo>
                    <a:pt x="111" y="362"/>
                    <a:pt x="111" y="362"/>
                    <a:pt x="111" y="362"/>
                  </a:cubicBezTo>
                  <a:cubicBezTo>
                    <a:pt x="109" y="362"/>
                    <a:pt x="107" y="362"/>
                    <a:pt x="106" y="358"/>
                  </a:cubicBezTo>
                  <a:lnTo>
                    <a:pt x="106" y="285"/>
                  </a:lnTo>
                  <a:close/>
                  <a:moveTo>
                    <a:pt x="287" y="176"/>
                  </a:moveTo>
                  <a:cubicBezTo>
                    <a:pt x="289" y="178"/>
                    <a:pt x="291" y="179"/>
                    <a:pt x="293" y="179"/>
                  </a:cubicBezTo>
                  <a:cubicBezTo>
                    <a:pt x="294" y="179"/>
                    <a:pt x="294" y="179"/>
                    <a:pt x="295" y="179"/>
                  </a:cubicBezTo>
                  <a:cubicBezTo>
                    <a:pt x="308" y="176"/>
                    <a:pt x="331" y="163"/>
                    <a:pt x="328" y="136"/>
                  </a:cubicBezTo>
                  <a:cubicBezTo>
                    <a:pt x="325" y="112"/>
                    <a:pt x="304" y="105"/>
                    <a:pt x="289" y="105"/>
                  </a:cubicBezTo>
                  <a:cubicBezTo>
                    <a:pt x="270" y="68"/>
                    <a:pt x="233" y="44"/>
                    <a:pt x="189" y="44"/>
                  </a:cubicBezTo>
                  <a:cubicBezTo>
                    <a:pt x="189" y="44"/>
                    <a:pt x="189" y="44"/>
                    <a:pt x="189" y="44"/>
                  </a:cubicBezTo>
                  <a:cubicBezTo>
                    <a:pt x="145" y="44"/>
                    <a:pt x="107" y="69"/>
                    <a:pt x="89" y="105"/>
                  </a:cubicBezTo>
                  <a:cubicBezTo>
                    <a:pt x="74" y="105"/>
                    <a:pt x="53" y="112"/>
                    <a:pt x="50" y="136"/>
                  </a:cubicBezTo>
                  <a:cubicBezTo>
                    <a:pt x="47" y="163"/>
                    <a:pt x="70" y="176"/>
                    <a:pt x="83" y="179"/>
                  </a:cubicBezTo>
                  <a:cubicBezTo>
                    <a:pt x="86" y="179"/>
                    <a:pt x="89" y="178"/>
                    <a:pt x="91" y="176"/>
                  </a:cubicBezTo>
                  <a:cubicBezTo>
                    <a:pt x="93" y="175"/>
                    <a:pt x="93" y="172"/>
                    <a:pt x="93" y="169"/>
                  </a:cubicBezTo>
                  <a:cubicBezTo>
                    <a:pt x="92" y="163"/>
                    <a:pt x="92" y="157"/>
                    <a:pt x="92" y="157"/>
                  </a:cubicBezTo>
                  <a:cubicBezTo>
                    <a:pt x="92" y="103"/>
                    <a:pt x="135" y="60"/>
                    <a:pt x="189" y="60"/>
                  </a:cubicBezTo>
                  <a:cubicBezTo>
                    <a:pt x="243" y="60"/>
                    <a:pt x="286" y="103"/>
                    <a:pt x="286" y="157"/>
                  </a:cubicBezTo>
                  <a:cubicBezTo>
                    <a:pt x="286" y="157"/>
                    <a:pt x="286" y="163"/>
                    <a:pt x="285" y="169"/>
                  </a:cubicBezTo>
                  <a:cubicBezTo>
                    <a:pt x="285" y="172"/>
                    <a:pt x="285" y="175"/>
                    <a:pt x="287" y="176"/>
                  </a:cubicBezTo>
                  <a:close/>
                </a:path>
              </a:pathLst>
            </a:custGeom>
            <a:blipFill dpi="0" rotWithShape="1">
              <a:blip r:embed="rId20"/>
              <a:srcRect/>
              <a:stretch>
                <a:fillRect/>
              </a:stretch>
            </a:blipFill>
            <a:ln w="9525">
              <a:noFill/>
              <a:round/>
              <a:headEnd/>
              <a:tailEnd/>
            </a:ln>
          </p:spPr>
          <p:txBody>
            <a:bodyPr/>
            <a:lstStyle/>
            <a:p>
              <a:endParaRPr lang="en-GB"/>
            </a:p>
          </p:txBody>
        </p:sp>
        <p:sp>
          <p:nvSpPr>
            <p:cNvPr id="31838" name="Freeform 3"/>
            <p:cNvSpPr>
              <a:spLocks noChangeAspect="1" noEditPoints="1"/>
            </p:cNvSpPr>
            <p:nvPr/>
          </p:nvSpPr>
          <p:spPr bwMode="auto">
            <a:xfrm>
              <a:off x="3501012" y="3196399"/>
              <a:ext cx="118285" cy="117162"/>
            </a:xfrm>
            <a:custGeom>
              <a:avLst/>
              <a:gdLst>
                <a:gd name="T0" fmla="*/ 2147483647 w 396"/>
                <a:gd name="T1" fmla="*/ 2147483647 h 377"/>
                <a:gd name="T2" fmla="*/ 2147483647 w 396"/>
                <a:gd name="T3" fmla="*/ 2147483647 h 377"/>
                <a:gd name="T4" fmla="*/ 2147483647 w 396"/>
                <a:gd name="T5" fmla="*/ 2147483647 h 377"/>
                <a:gd name="T6" fmla="*/ 2147483647 w 396"/>
                <a:gd name="T7" fmla="*/ 2147483647 h 377"/>
                <a:gd name="T8" fmla="*/ 2147483647 w 396"/>
                <a:gd name="T9" fmla="*/ 2147483647 h 377"/>
                <a:gd name="T10" fmla="*/ 2147483647 w 396"/>
                <a:gd name="T11" fmla="*/ 2147483647 h 377"/>
                <a:gd name="T12" fmla="*/ 2147483647 w 396"/>
                <a:gd name="T13" fmla="*/ 2147483647 h 377"/>
                <a:gd name="T14" fmla="*/ 2147483647 w 396"/>
                <a:gd name="T15" fmla="*/ 2147483647 h 377"/>
                <a:gd name="T16" fmla="*/ 2147483647 w 396"/>
                <a:gd name="T17" fmla="*/ 2147483647 h 377"/>
                <a:gd name="T18" fmla="*/ 2147483647 w 396"/>
                <a:gd name="T19" fmla="*/ 2147483647 h 377"/>
                <a:gd name="T20" fmla="*/ 2147483647 w 396"/>
                <a:gd name="T21" fmla="*/ 2147483647 h 377"/>
                <a:gd name="T22" fmla="*/ 2147483647 w 396"/>
                <a:gd name="T23" fmla="*/ 2147483647 h 377"/>
                <a:gd name="T24" fmla="*/ 2147483647 w 396"/>
                <a:gd name="T25" fmla="*/ 2147483647 h 377"/>
                <a:gd name="T26" fmla="*/ 2147483647 w 396"/>
                <a:gd name="T27" fmla="*/ 2147483647 h 377"/>
                <a:gd name="T28" fmla="*/ 2147483647 w 396"/>
                <a:gd name="T29" fmla="*/ 2147483647 h 377"/>
                <a:gd name="T30" fmla="*/ 2147483647 w 396"/>
                <a:gd name="T31" fmla="*/ 2147483647 h 377"/>
                <a:gd name="T32" fmla="*/ 2147483647 w 396"/>
                <a:gd name="T33" fmla="*/ 2147483647 h 377"/>
                <a:gd name="T34" fmla="*/ 2147483647 w 396"/>
                <a:gd name="T35" fmla="*/ 2147483647 h 377"/>
                <a:gd name="T36" fmla="*/ 2147483647 w 396"/>
                <a:gd name="T37" fmla="*/ 2147483647 h 377"/>
                <a:gd name="T38" fmla="*/ 2147483647 w 396"/>
                <a:gd name="T39" fmla="*/ 2147483647 h 377"/>
                <a:gd name="T40" fmla="*/ 2147483647 w 396"/>
                <a:gd name="T41" fmla="*/ 2147483647 h 377"/>
                <a:gd name="T42" fmla="*/ 2147483647 w 396"/>
                <a:gd name="T43" fmla="*/ 2147483647 h 377"/>
                <a:gd name="T44" fmla="*/ 2147483647 w 396"/>
                <a:gd name="T45" fmla="*/ 2147483647 h 377"/>
                <a:gd name="T46" fmla="*/ 2147483647 w 396"/>
                <a:gd name="T47" fmla="*/ 2147483647 h 377"/>
                <a:gd name="T48" fmla="*/ 2147483647 w 396"/>
                <a:gd name="T49" fmla="*/ 2147483647 h 377"/>
                <a:gd name="T50" fmla="*/ 2147483647 w 396"/>
                <a:gd name="T51" fmla="*/ 2147483647 h 377"/>
                <a:gd name="T52" fmla="*/ 2147483647 w 396"/>
                <a:gd name="T53" fmla="*/ 2147483647 h 377"/>
                <a:gd name="T54" fmla="*/ 2147483647 w 396"/>
                <a:gd name="T55" fmla="*/ 2147483647 h 377"/>
                <a:gd name="T56" fmla="*/ 2147483647 w 396"/>
                <a:gd name="T57" fmla="*/ 2147483647 h 377"/>
                <a:gd name="T58" fmla="*/ 2147483647 w 396"/>
                <a:gd name="T59" fmla="*/ 2147483647 h 377"/>
                <a:gd name="T60" fmla="*/ 2147483647 w 396"/>
                <a:gd name="T61" fmla="*/ 2147483647 h 377"/>
                <a:gd name="T62" fmla="*/ 2147483647 w 396"/>
                <a:gd name="T63" fmla="*/ 2147483647 h 377"/>
                <a:gd name="T64" fmla="*/ 2147483647 w 396"/>
                <a:gd name="T65" fmla="*/ 2147483647 h 377"/>
                <a:gd name="T66" fmla="*/ 2147483647 w 396"/>
                <a:gd name="T67" fmla="*/ 2147483647 h 377"/>
                <a:gd name="T68" fmla="*/ 2147483647 w 396"/>
                <a:gd name="T69" fmla="*/ 2147483647 h 377"/>
                <a:gd name="T70" fmla="*/ 2147483647 w 396"/>
                <a:gd name="T71" fmla="*/ 2147483647 h 377"/>
                <a:gd name="T72" fmla="*/ 2147483647 w 396"/>
                <a:gd name="T73" fmla="*/ 2147483647 h 377"/>
                <a:gd name="T74" fmla="*/ 2147483647 w 396"/>
                <a:gd name="T75" fmla="*/ 2147483647 h 377"/>
                <a:gd name="T76" fmla="*/ 2147483647 w 396"/>
                <a:gd name="T77" fmla="*/ 2147483647 h 377"/>
                <a:gd name="T78" fmla="*/ 2147483647 w 396"/>
                <a:gd name="T79" fmla="*/ 2147483647 h 377"/>
                <a:gd name="T80" fmla="*/ 2147483647 w 396"/>
                <a:gd name="T81" fmla="*/ 2147483647 h 377"/>
                <a:gd name="T82" fmla="*/ 2147483647 w 396"/>
                <a:gd name="T83" fmla="*/ 2147483647 h 377"/>
                <a:gd name="T84" fmla="*/ 2147483647 w 396"/>
                <a:gd name="T85" fmla="*/ 2147483647 h 377"/>
                <a:gd name="T86" fmla="*/ 2147483647 w 396"/>
                <a:gd name="T87" fmla="*/ 2147483647 h 377"/>
                <a:gd name="T88" fmla="*/ 2147483647 w 396"/>
                <a:gd name="T89" fmla="*/ 2147483647 h 377"/>
                <a:gd name="T90" fmla="*/ 2147483647 w 396"/>
                <a:gd name="T91" fmla="*/ 2147483647 h 377"/>
                <a:gd name="T92" fmla="*/ 2147483647 w 396"/>
                <a:gd name="T93" fmla="*/ 2147483647 h 377"/>
                <a:gd name="T94" fmla="*/ 2147483647 w 396"/>
                <a:gd name="T95" fmla="*/ 2147483647 h 377"/>
                <a:gd name="T96" fmla="*/ 2147483647 w 396"/>
                <a:gd name="T97" fmla="*/ 2147483647 h 377"/>
                <a:gd name="T98" fmla="*/ 2147483647 w 396"/>
                <a:gd name="T99" fmla="*/ 2147483647 h 377"/>
                <a:gd name="T100" fmla="*/ 2147483647 w 396"/>
                <a:gd name="T101" fmla="*/ 2147483647 h 377"/>
                <a:gd name="T102" fmla="*/ 2147483647 w 396"/>
                <a:gd name="T103" fmla="*/ 2147483647 h 377"/>
                <a:gd name="T104" fmla="*/ 2147483647 w 396"/>
                <a:gd name="T105" fmla="*/ 2147483647 h 377"/>
                <a:gd name="T106" fmla="*/ 2147483647 w 396"/>
                <a:gd name="T107" fmla="*/ 2147483647 h 377"/>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96"/>
                <a:gd name="T163" fmla="*/ 0 h 377"/>
                <a:gd name="T164" fmla="*/ 396 w 396"/>
                <a:gd name="T165" fmla="*/ 377 h 377"/>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96" h="377">
                  <a:moveTo>
                    <a:pt x="388" y="64"/>
                  </a:moveTo>
                  <a:cubicBezTo>
                    <a:pt x="392" y="64"/>
                    <a:pt x="396" y="60"/>
                    <a:pt x="396" y="56"/>
                  </a:cubicBezTo>
                  <a:cubicBezTo>
                    <a:pt x="396" y="39"/>
                    <a:pt x="396" y="39"/>
                    <a:pt x="396" y="39"/>
                  </a:cubicBezTo>
                  <a:cubicBezTo>
                    <a:pt x="396" y="28"/>
                    <a:pt x="389" y="19"/>
                    <a:pt x="377" y="17"/>
                  </a:cubicBezTo>
                  <a:cubicBezTo>
                    <a:pt x="279" y="0"/>
                    <a:pt x="211" y="31"/>
                    <a:pt x="204" y="35"/>
                  </a:cubicBezTo>
                  <a:cubicBezTo>
                    <a:pt x="201" y="36"/>
                    <a:pt x="200" y="37"/>
                    <a:pt x="198" y="37"/>
                  </a:cubicBezTo>
                  <a:cubicBezTo>
                    <a:pt x="197" y="37"/>
                    <a:pt x="195" y="36"/>
                    <a:pt x="193" y="35"/>
                  </a:cubicBezTo>
                  <a:cubicBezTo>
                    <a:pt x="185" y="31"/>
                    <a:pt x="118" y="0"/>
                    <a:pt x="19" y="17"/>
                  </a:cubicBezTo>
                  <a:cubicBezTo>
                    <a:pt x="7" y="19"/>
                    <a:pt x="1" y="28"/>
                    <a:pt x="1" y="39"/>
                  </a:cubicBezTo>
                  <a:cubicBezTo>
                    <a:pt x="1" y="254"/>
                    <a:pt x="1" y="254"/>
                    <a:pt x="1" y="254"/>
                  </a:cubicBezTo>
                  <a:cubicBezTo>
                    <a:pt x="1" y="261"/>
                    <a:pt x="3" y="267"/>
                    <a:pt x="7" y="270"/>
                  </a:cubicBezTo>
                  <a:cubicBezTo>
                    <a:pt x="9" y="273"/>
                    <a:pt x="14" y="275"/>
                    <a:pt x="21" y="275"/>
                  </a:cubicBezTo>
                  <a:cubicBezTo>
                    <a:pt x="109" y="270"/>
                    <a:pt x="178" y="292"/>
                    <a:pt x="190" y="296"/>
                  </a:cubicBezTo>
                  <a:cubicBezTo>
                    <a:pt x="193" y="297"/>
                    <a:pt x="196" y="297"/>
                    <a:pt x="198" y="297"/>
                  </a:cubicBezTo>
                  <a:cubicBezTo>
                    <a:pt x="201" y="297"/>
                    <a:pt x="203" y="297"/>
                    <a:pt x="206" y="296"/>
                  </a:cubicBezTo>
                  <a:cubicBezTo>
                    <a:pt x="219" y="292"/>
                    <a:pt x="287" y="270"/>
                    <a:pt x="375" y="275"/>
                  </a:cubicBezTo>
                  <a:cubicBezTo>
                    <a:pt x="382" y="275"/>
                    <a:pt x="387" y="273"/>
                    <a:pt x="390" y="270"/>
                  </a:cubicBezTo>
                  <a:cubicBezTo>
                    <a:pt x="394" y="267"/>
                    <a:pt x="396" y="261"/>
                    <a:pt x="396" y="254"/>
                  </a:cubicBezTo>
                  <a:cubicBezTo>
                    <a:pt x="396" y="88"/>
                    <a:pt x="396" y="88"/>
                    <a:pt x="396" y="88"/>
                  </a:cubicBezTo>
                  <a:cubicBezTo>
                    <a:pt x="396" y="83"/>
                    <a:pt x="392" y="80"/>
                    <a:pt x="388" y="80"/>
                  </a:cubicBezTo>
                  <a:cubicBezTo>
                    <a:pt x="383" y="80"/>
                    <a:pt x="380" y="83"/>
                    <a:pt x="380" y="88"/>
                  </a:cubicBezTo>
                  <a:cubicBezTo>
                    <a:pt x="380" y="254"/>
                    <a:pt x="380" y="254"/>
                    <a:pt x="380" y="254"/>
                  </a:cubicBezTo>
                  <a:cubicBezTo>
                    <a:pt x="380" y="257"/>
                    <a:pt x="379" y="258"/>
                    <a:pt x="379" y="258"/>
                  </a:cubicBezTo>
                  <a:cubicBezTo>
                    <a:pt x="379" y="258"/>
                    <a:pt x="378" y="259"/>
                    <a:pt x="376" y="259"/>
                  </a:cubicBezTo>
                  <a:cubicBezTo>
                    <a:pt x="285" y="254"/>
                    <a:pt x="214" y="276"/>
                    <a:pt x="201" y="281"/>
                  </a:cubicBezTo>
                  <a:cubicBezTo>
                    <a:pt x="199" y="282"/>
                    <a:pt x="197" y="282"/>
                    <a:pt x="196" y="281"/>
                  </a:cubicBezTo>
                  <a:cubicBezTo>
                    <a:pt x="182" y="276"/>
                    <a:pt x="111" y="254"/>
                    <a:pt x="20" y="259"/>
                  </a:cubicBezTo>
                  <a:cubicBezTo>
                    <a:pt x="18" y="259"/>
                    <a:pt x="17" y="258"/>
                    <a:pt x="17" y="258"/>
                  </a:cubicBezTo>
                  <a:cubicBezTo>
                    <a:pt x="17" y="258"/>
                    <a:pt x="17" y="257"/>
                    <a:pt x="17" y="254"/>
                  </a:cubicBezTo>
                  <a:cubicBezTo>
                    <a:pt x="17" y="39"/>
                    <a:pt x="17" y="39"/>
                    <a:pt x="17" y="39"/>
                  </a:cubicBezTo>
                  <a:cubicBezTo>
                    <a:pt x="17" y="35"/>
                    <a:pt x="18" y="34"/>
                    <a:pt x="22" y="33"/>
                  </a:cubicBezTo>
                  <a:cubicBezTo>
                    <a:pt x="115" y="16"/>
                    <a:pt x="179" y="46"/>
                    <a:pt x="186" y="49"/>
                  </a:cubicBezTo>
                  <a:cubicBezTo>
                    <a:pt x="192" y="52"/>
                    <a:pt x="195" y="53"/>
                    <a:pt x="195" y="53"/>
                  </a:cubicBezTo>
                  <a:cubicBezTo>
                    <a:pt x="197" y="54"/>
                    <a:pt x="199" y="54"/>
                    <a:pt x="201" y="53"/>
                  </a:cubicBezTo>
                  <a:cubicBezTo>
                    <a:pt x="201" y="53"/>
                    <a:pt x="205" y="52"/>
                    <a:pt x="211" y="49"/>
                  </a:cubicBezTo>
                  <a:cubicBezTo>
                    <a:pt x="217" y="46"/>
                    <a:pt x="281" y="16"/>
                    <a:pt x="375" y="33"/>
                  </a:cubicBezTo>
                  <a:cubicBezTo>
                    <a:pt x="378" y="34"/>
                    <a:pt x="380" y="35"/>
                    <a:pt x="380" y="39"/>
                  </a:cubicBezTo>
                  <a:cubicBezTo>
                    <a:pt x="380" y="56"/>
                    <a:pt x="380" y="56"/>
                    <a:pt x="380" y="56"/>
                  </a:cubicBezTo>
                  <a:cubicBezTo>
                    <a:pt x="380" y="60"/>
                    <a:pt x="383" y="64"/>
                    <a:pt x="388" y="64"/>
                  </a:cubicBezTo>
                  <a:moveTo>
                    <a:pt x="389" y="299"/>
                  </a:moveTo>
                  <a:cubicBezTo>
                    <a:pt x="295" y="291"/>
                    <a:pt x="221" y="314"/>
                    <a:pt x="201" y="321"/>
                  </a:cubicBezTo>
                  <a:cubicBezTo>
                    <a:pt x="199" y="321"/>
                    <a:pt x="197" y="321"/>
                    <a:pt x="196" y="321"/>
                  </a:cubicBezTo>
                  <a:cubicBezTo>
                    <a:pt x="175" y="314"/>
                    <a:pt x="101" y="291"/>
                    <a:pt x="8" y="299"/>
                  </a:cubicBezTo>
                  <a:cubicBezTo>
                    <a:pt x="3" y="300"/>
                    <a:pt x="0" y="304"/>
                    <a:pt x="1" y="308"/>
                  </a:cubicBezTo>
                  <a:cubicBezTo>
                    <a:pt x="1" y="313"/>
                    <a:pt x="5" y="316"/>
                    <a:pt x="9" y="315"/>
                  </a:cubicBezTo>
                  <a:cubicBezTo>
                    <a:pt x="99" y="307"/>
                    <a:pt x="171" y="329"/>
                    <a:pt x="190" y="336"/>
                  </a:cubicBezTo>
                  <a:cubicBezTo>
                    <a:pt x="193" y="337"/>
                    <a:pt x="196" y="337"/>
                    <a:pt x="198" y="337"/>
                  </a:cubicBezTo>
                  <a:cubicBezTo>
                    <a:pt x="201" y="337"/>
                    <a:pt x="203" y="337"/>
                    <a:pt x="206" y="336"/>
                  </a:cubicBezTo>
                  <a:cubicBezTo>
                    <a:pt x="226" y="329"/>
                    <a:pt x="297" y="307"/>
                    <a:pt x="387" y="315"/>
                  </a:cubicBezTo>
                  <a:cubicBezTo>
                    <a:pt x="392" y="316"/>
                    <a:pt x="395" y="313"/>
                    <a:pt x="396" y="308"/>
                  </a:cubicBezTo>
                  <a:cubicBezTo>
                    <a:pt x="396" y="304"/>
                    <a:pt x="393" y="300"/>
                    <a:pt x="389" y="299"/>
                  </a:cubicBezTo>
                  <a:moveTo>
                    <a:pt x="389" y="339"/>
                  </a:moveTo>
                  <a:cubicBezTo>
                    <a:pt x="295" y="331"/>
                    <a:pt x="221" y="354"/>
                    <a:pt x="200" y="361"/>
                  </a:cubicBezTo>
                  <a:cubicBezTo>
                    <a:pt x="199" y="361"/>
                    <a:pt x="197" y="361"/>
                    <a:pt x="196" y="361"/>
                  </a:cubicBezTo>
                  <a:cubicBezTo>
                    <a:pt x="176" y="354"/>
                    <a:pt x="101" y="331"/>
                    <a:pt x="8" y="339"/>
                  </a:cubicBezTo>
                  <a:cubicBezTo>
                    <a:pt x="3" y="340"/>
                    <a:pt x="0" y="344"/>
                    <a:pt x="1" y="348"/>
                  </a:cubicBezTo>
                  <a:cubicBezTo>
                    <a:pt x="1" y="352"/>
                    <a:pt x="5" y="356"/>
                    <a:pt x="9" y="355"/>
                  </a:cubicBezTo>
                  <a:cubicBezTo>
                    <a:pt x="100" y="347"/>
                    <a:pt x="171" y="369"/>
                    <a:pt x="191" y="376"/>
                  </a:cubicBezTo>
                  <a:cubicBezTo>
                    <a:pt x="193" y="377"/>
                    <a:pt x="196" y="377"/>
                    <a:pt x="198" y="377"/>
                  </a:cubicBezTo>
                  <a:cubicBezTo>
                    <a:pt x="201" y="377"/>
                    <a:pt x="203" y="377"/>
                    <a:pt x="206" y="376"/>
                  </a:cubicBezTo>
                  <a:cubicBezTo>
                    <a:pt x="225" y="369"/>
                    <a:pt x="297" y="347"/>
                    <a:pt x="387" y="355"/>
                  </a:cubicBezTo>
                  <a:cubicBezTo>
                    <a:pt x="392" y="356"/>
                    <a:pt x="395" y="352"/>
                    <a:pt x="396" y="348"/>
                  </a:cubicBezTo>
                  <a:cubicBezTo>
                    <a:pt x="396" y="344"/>
                    <a:pt x="393" y="340"/>
                    <a:pt x="389" y="339"/>
                  </a:cubicBezTo>
                  <a:moveTo>
                    <a:pt x="180" y="210"/>
                  </a:moveTo>
                  <a:cubicBezTo>
                    <a:pt x="170" y="220"/>
                    <a:pt x="170" y="236"/>
                    <a:pt x="180" y="246"/>
                  </a:cubicBezTo>
                  <a:cubicBezTo>
                    <a:pt x="190" y="256"/>
                    <a:pt x="206" y="256"/>
                    <a:pt x="216" y="246"/>
                  </a:cubicBezTo>
                  <a:cubicBezTo>
                    <a:pt x="226" y="236"/>
                    <a:pt x="226" y="220"/>
                    <a:pt x="216" y="210"/>
                  </a:cubicBezTo>
                  <a:cubicBezTo>
                    <a:pt x="206" y="200"/>
                    <a:pt x="190" y="200"/>
                    <a:pt x="180" y="210"/>
                  </a:cubicBezTo>
                  <a:moveTo>
                    <a:pt x="237" y="190"/>
                  </a:moveTo>
                  <a:cubicBezTo>
                    <a:pt x="239" y="190"/>
                    <a:pt x="241" y="189"/>
                    <a:pt x="243" y="187"/>
                  </a:cubicBezTo>
                  <a:cubicBezTo>
                    <a:pt x="246" y="184"/>
                    <a:pt x="246" y="179"/>
                    <a:pt x="243" y="176"/>
                  </a:cubicBezTo>
                  <a:cubicBezTo>
                    <a:pt x="230" y="164"/>
                    <a:pt x="214" y="158"/>
                    <a:pt x="198" y="158"/>
                  </a:cubicBezTo>
                  <a:cubicBezTo>
                    <a:pt x="182" y="158"/>
                    <a:pt x="166" y="164"/>
                    <a:pt x="154" y="176"/>
                  </a:cubicBezTo>
                  <a:cubicBezTo>
                    <a:pt x="151" y="179"/>
                    <a:pt x="151" y="184"/>
                    <a:pt x="154" y="187"/>
                  </a:cubicBezTo>
                  <a:cubicBezTo>
                    <a:pt x="157" y="191"/>
                    <a:pt x="162" y="191"/>
                    <a:pt x="165" y="187"/>
                  </a:cubicBezTo>
                  <a:cubicBezTo>
                    <a:pt x="174" y="178"/>
                    <a:pt x="186" y="174"/>
                    <a:pt x="198" y="174"/>
                  </a:cubicBezTo>
                  <a:cubicBezTo>
                    <a:pt x="210" y="174"/>
                    <a:pt x="222" y="178"/>
                    <a:pt x="231" y="187"/>
                  </a:cubicBezTo>
                  <a:cubicBezTo>
                    <a:pt x="233" y="189"/>
                    <a:pt x="235" y="190"/>
                    <a:pt x="237" y="190"/>
                  </a:cubicBezTo>
                  <a:moveTo>
                    <a:pt x="290" y="129"/>
                  </a:moveTo>
                  <a:cubicBezTo>
                    <a:pt x="291" y="131"/>
                    <a:pt x="293" y="132"/>
                    <a:pt x="295" y="132"/>
                  </a:cubicBezTo>
                  <a:cubicBezTo>
                    <a:pt x="298" y="132"/>
                    <a:pt x="300" y="131"/>
                    <a:pt x="301" y="129"/>
                  </a:cubicBezTo>
                  <a:cubicBezTo>
                    <a:pt x="304" y="126"/>
                    <a:pt x="304" y="121"/>
                    <a:pt x="301" y="118"/>
                  </a:cubicBezTo>
                  <a:cubicBezTo>
                    <a:pt x="296" y="113"/>
                    <a:pt x="291" y="109"/>
                    <a:pt x="286" y="105"/>
                  </a:cubicBezTo>
                  <a:cubicBezTo>
                    <a:pt x="284" y="103"/>
                    <a:pt x="282" y="102"/>
                    <a:pt x="281" y="101"/>
                  </a:cubicBezTo>
                  <a:cubicBezTo>
                    <a:pt x="277" y="98"/>
                    <a:pt x="272" y="99"/>
                    <a:pt x="269" y="103"/>
                  </a:cubicBezTo>
                  <a:cubicBezTo>
                    <a:pt x="267" y="106"/>
                    <a:pt x="268" y="111"/>
                    <a:pt x="272" y="114"/>
                  </a:cubicBezTo>
                  <a:cubicBezTo>
                    <a:pt x="273" y="115"/>
                    <a:pt x="275" y="116"/>
                    <a:pt x="276" y="118"/>
                  </a:cubicBezTo>
                  <a:cubicBezTo>
                    <a:pt x="281" y="121"/>
                    <a:pt x="286" y="125"/>
                    <a:pt x="290" y="129"/>
                  </a:cubicBezTo>
                  <a:moveTo>
                    <a:pt x="245" y="100"/>
                  </a:moveTo>
                  <a:cubicBezTo>
                    <a:pt x="249" y="102"/>
                    <a:pt x="254" y="100"/>
                    <a:pt x="255" y="95"/>
                  </a:cubicBezTo>
                  <a:cubicBezTo>
                    <a:pt x="257" y="91"/>
                    <a:pt x="255" y="87"/>
                    <a:pt x="251" y="85"/>
                  </a:cubicBezTo>
                  <a:cubicBezTo>
                    <a:pt x="234" y="79"/>
                    <a:pt x="216" y="75"/>
                    <a:pt x="198" y="75"/>
                  </a:cubicBezTo>
                  <a:cubicBezTo>
                    <a:pt x="159" y="75"/>
                    <a:pt x="123" y="90"/>
                    <a:pt x="95" y="118"/>
                  </a:cubicBezTo>
                  <a:cubicBezTo>
                    <a:pt x="92" y="121"/>
                    <a:pt x="92" y="126"/>
                    <a:pt x="95" y="129"/>
                  </a:cubicBezTo>
                  <a:cubicBezTo>
                    <a:pt x="97" y="131"/>
                    <a:pt x="99" y="132"/>
                    <a:pt x="101" y="132"/>
                  </a:cubicBezTo>
                  <a:cubicBezTo>
                    <a:pt x="103" y="132"/>
                    <a:pt x="105" y="131"/>
                    <a:pt x="107" y="129"/>
                  </a:cubicBezTo>
                  <a:cubicBezTo>
                    <a:pt x="131" y="105"/>
                    <a:pt x="164" y="91"/>
                    <a:pt x="198" y="91"/>
                  </a:cubicBezTo>
                  <a:cubicBezTo>
                    <a:pt x="214" y="91"/>
                    <a:pt x="230" y="94"/>
                    <a:pt x="245" y="100"/>
                  </a:cubicBezTo>
                  <a:moveTo>
                    <a:pt x="266" y="161"/>
                  </a:moveTo>
                  <a:cubicBezTo>
                    <a:pt x="268" y="161"/>
                    <a:pt x="270" y="160"/>
                    <a:pt x="272" y="159"/>
                  </a:cubicBezTo>
                  <a:cubicBezTo>
                    <a:pt x="275" y="155"/>
                    <a:pt x="275" y="150"/>
                    <a:pt x="272" y="147"/>
                  </a:cubicBezTo>
                  <a:cubicBezTo>
                    <a:pt x="251" y="127"/>
                    <a:pt x="225" y="117"/>
                    <a:pt x="198" y="117"/>
                  </a:cubicBezTo>
                  <a:cubicBezTo>
                    <a:pt x="172" y="117"/>
                    <a:pt x="145" y="127"/>
                    <a:pt x="125" y="147"/>
                  </a:cubicBezTo>
                  <a:cubicBezTo>
                    <a:pt x="122" y="150"/>
                    <a:pt x="122" y="155"/>
                    <a:pt x="125" y="159"/>
                  </a:cubicBezTo>
                  <a:cubicBezTo>
                    <a:pt x="128" y="162"/>
                    <a:pt x="133" y="162"/>
                    <a:pt x="136" y="159"/>
                  </a:cubicBezTo>
                  <a:cubicBezTo>
                    <a:pt x="136" y="159"/>
                    <a:pt x="136" y="159"/>
                    <a:pt x="136" y="159"/>
                  </a:cubicBezTo>
                  <a:cubicBezTo>
                    <a:pt x="153" y="141"/>
                    <a:pt x="176" y="133"/>
                    <a:pt x="198" y="133"/>
                  </a:cubicBezTo>
                  <a:cubicBezTo>
                    <a:pt x="221" y="133"/>
                    <a:pt x="243" y="141"/>
                    <a:pt x="260" y="159"/>
                  </a:cubicBezTo>
                  <a:cubicBezTo>
                    <a:pt x="262" y="160"/>
                    <a:pt x="264" y="161"/>
                    <a:pt x="266" y="161"/>
                  </a:cubicBezTo>
                </a:path>
              </a:pathLst>
            </a:custGeom>
            <a:blipFill dpi="0" rotWithShape="1">
              <a:blip r:embed="rId40"/>
              <a:srcRect/>
              <a:stretch>
                <a:fillRect/>
              </a:stretch>
            </a:blipFill>
            <a:ln w="9525">
              <a:noFill/>
              <a:round/>
              <a:headEnd/>
              <a:tailEnd/>
            </a:ln>
          </p:spPr>
          <p:txBody>
            <a:bodyPr/>
            <a:lstStyle/>
            <a:p>
              <a:endParaRPr lang="en-GB"/>
            </a:p>
          </p:txBody>
        </p:sp>
        <p:sp>
          <p:nvSpPr>
            <p:cNvPr id="31839" name="Freeform 3"/>
            <p:cNvSpPr>
              <a:spLocks noChangeAspect="1" noEditPoints="1"/>
            </p:cNvSpPr>
            <p:nvPr/>
          </p:nvSpPr>
          <p:spPr bwMode="auto">
            <a:xfrm>
              <a:off x="3930511" y="3511168"/>
              <a:ext cx="128406" cy="106905"/>
            </a:xfrm>
            <a:custGeom>
              <a:avLst/>
              <a:gdLst>
                <a:gd name="T0" fmla="*/ 2147483647 w 430"/>
                <a:gd name="T1" fmla="*/ 2147483647 h 344"/>
                <a:gd name="T2" fmla="*/ 2147483647 w 430"/>
                <a:gd name="T3" fmla="*/ 2147483647 h 344"/>
                <a:gd name="T4" fmla="*/ 2147483647 w 430"/>
                <a:gd name="T5" fmla="*/ 2147483647 h 344"/>
                <a:gd name="T6" fmla="*/ 2147483647 w 430"/>
                <a:gd name="T7" fmla="*/ 2147483647 h 344"/>
                <a:gd name="T8" fmla="*/ 2147483647 w 430"/>
                <a:gd name="T9" fmla="*/ 2147483647 h 344"/>
                <a:gd name="T10" fmla="*/ 2147483647 w 430"/>
                <a:gd name="T11" fmla="*/ 2147483647 h 344"/>
                <a:gd name="T12" fmla="*/ 2147483647 w 430"/>
                <a:gd name="T13" fmla="*/ 2147483647 h 344"/>
                <a:gd name="T14" fmla="*/ 2147483647 w 430"/>
                <a:gd name="T15" fmla="*/ 2147483647 h 344"/>
                <a:gd name="T16" fmla="*/ 2147483647 w 430"/>
                <a:gd name="T17" fmla="*/ 2147483647 h 344"/>
                <a:gd name="T18" fmla="*/ 2147483647 w 430"/>
                <a:gd name="T19" fmla="*/ 2147483647 h 344"/>
                <a:gd name="T20" fmla="*/ 2147483647 w 430"/>
                <a:gd name="T21" fmla="*/ 2147483647 h 344"/>
                <a:gd name="T22" fmla="*/ 2147483647 w 430"/>
                <a:gd name="T23" fmla="*/ 2147483647 h 344"/>
                <a:gd name="T24" fmla="*/ 2147483647 w 430"/>
                <a:gd name="T25" fmla="*/ 2147483647 h 344"/>
                <a:gd name="T26" fmla="*/ 2147483647 w 430"/>
                <a:gd name="T27" fmla="*/ 2147483647 h 344"/>
                <a:gd name="T28" fmla="*/ 2147483647 w 430"/>
                <a:gd name="T29" fmla="*/ 2147483647 h 344"/>
                <a:gd name="T30" fmla="*/ 2147483647 w 430"/>
                <a:gd name="T31" fmla="*/ 2147483647 h 344"/>
                <a:gd name="T32" fmla="*/ 2147483647 w 430"/>
                <a:gd name="T33" fmla="*/ 2147483647 h 344"/>
                <a:gd name="T34" fmla="*/ 2147483647 w 430"/>
                <a:gd name="T35" fmla="*/ 2147483647 h 344"/>
                <a:gd name="T36" fmla="*/ 2147483647 w 430"/>
                <a:gd name="T37" fmla="*/ 2147483647 h 344"/>
                <a:gd name="T38" fmla="*/ 2147483647 w 430"/>
                <a:gd name="T39" fmla="*/ 2147483647 h 344"/>
                <a:gd name="T40" fmla="*/ 2147483647 w 430"/>
                <a:gd name="T41" fmla="*/ 2147483647 h 344"/>
                <a:gd name="T42" fmla="*/ 2147483647 w 430"/>
                <a:gd name="T43" fmla="*/ 2147483647 h 344"/>
                <a:gd name="T44" fmla="*/ 2147483647 w 430"/>
                <a:gd name="T45" fmla="*/ 0 h 344"/>
                <a:gd name="T46" fmla="*/ 0 w 430"/>
                <a:gd name="T47" fmla="*/ 2147483647 h 344"/>
                <a:gd name="T48" fmla="*/ 2147483647 w 430"/>
                <a:gd name="T49" fmla="*/ 2147483647 h 344"/>
                <a:gd name="T50" fmla="*/ 2147483647 w 430"/>
                <a:gd name="T51" fmla="*/ 2147483647 h 344"/>
                <a:gd name="T52" fmla="*/ 2147483647 w 430"/>
                <a:gd name="T53" fmla="*/ 2147483647 h 344"/>
                <a:gd name="T54" fmla="*/ 2147483647 w 430"/>
                <a:gd name="T55" fmla="*/ 2147483647 h 344"/>
                <a:gd name="T56" fmla="*/ 2147483647 w 430"/>
                <a:gd name="T57" fmla="*/ 2147483647 h 344"/>
                <a:gd name="T58" fmla="*/ 2147483647 w 430"/>
                <a:gd name="T59" fmla="*/ 2147483647 h 344"/>
                <a:gd name="T60" fmla="*/ 2147483647 w 430"/>
                <a:gd name="T61" fmla="*/ 2147483647 h 344"/>
                <a:gd name="T62" fmla="*/ 2147483647 w 430"/>
                <a:gd name="T63" fmla="*/ 2147483647 h 344"/>
                <a:gd name="T64" fmla="*/ 2147483647 w 430"/>
                <a:gd name="T65" fmla="*/ 2147483647 h 344"/>
                <a:gd name="T66" fmla="*/ 2147483647 w 430"/>
                <a:gd name="T67" fmla="*/ 2147483647 h 344"/>
                <a:gd name="T68" fmla="*/ 2147483647 w 430"/>
                <a:gd name="T69" fmla="*/ 2147483647 h 344"/>
                <a:gd name="T70" fmla="*/ 2147483647 w 430"/>
                <a:gd name="T71" fmla="*/ 2147483647 h 344"/>
                <a:gd name="T72" fmla="*/ 2147483647 w 430"/>
                <a:gd name="T73" fmla="*/ 2147483647 h 344"/>
                <a:gd name="T74" fmla="*/ 2147483647 w 430"/>
                <a:gd name="T75" fmla="*/ 2147483647 h 344"/>
                <a:gd name="T76" fmla="*/ 2147483647 w 430"/>
                <a:gd name="T77" fmla="*/ 2147483647 h 34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430"/>
                <a:gd name="T118" fmla="*/ 0 h 344"/>
                <a:gd name="T119" fmla="*/ 430 w 430"/>
                <a:gd name="T120" fmla="*/ 344 h 344"/>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430" h="344">
                  <a:moveTo>
                    <a:pt x="177" y="99"/>
                  </a:moveTo>
                  <a:cubicBezTo>
                    <a:pt x="177" y="90"/>
                    <a:pt x="169" y="82"/>
                    <a:pt x="160" y="82"/>
                  </a:cubicBezTo>
                  <a:cubicBezTo>
                    <a:pt x="139" y="82"/>
                    <a:pt x="139" y="82"/>
                    <a:pt x="139" y="82"/>
                  </a:cubicBezTo>
                  <a:cubicBezTo>
                    <a:pt x="130" y="82"/>
                    <a:pt x="122" y="90"/>
                    <a:pt x="122" y="99"/>
                  </a:cubicBezTo>
                  <a:cubicBezTo>
                    <a:pt x="122" y="118"/>
                    <a:pt x="122" y="118"/>
                    <a:pt x="122" y="118"/>
                  </a:cubicBezTo>
                  <a:cubicBezTo>
                    <a:pt x="122" y="128"/>
                    <a:pt x="130" y="135"/>
                    <a:pt x="139" y="135"/>
                  </a:cubicBezTo>
                  <a:cubicBezTo>
                    <a:pt x="160" y="135"/>
                    <a:pt x="160" y="135"/>
                    <a:pt x="160" y="135"/>
                  </a:cubicBezTo>
                  <a:cubicBezTo>
                    <a:pt x="169" y="135"/>
                    <a:pt x="177" y="128"/>
                    <a:pt x="177" y="118"/>
                  </a:cubicBezTo>
                  <a:lnTo>
                    <a:pt x="177" y="99"/>
                  </a:lnTo>
                  <a:close/>
                  <a:moveTo>
                    <a:pt x="79" y="82"/>
                  </a:moveTo>
                  <a:cubicBezTo>
                    <a:pt x="59" y="82"/>
                    <a:pt x="59" y="82"/>
                    <a:pt x="59" y="82"/>
                  </a:cubicBezTo>
                  <a:cubicBezTo>
                    <a:pt x="50" y="82"/>
                    <a:pt x="42" y="90"/>
                    <a:pt x="42" y="99"/>
                  </a:cubicBezTo>
                  <a:cubicBezTo>
                    <a:pt x="42" y="118"/>
                    <a:pt x="42" y="118"/>
                    <a:pt x="42" y="118"/>
                  </a:cubicBezTo>
                  <a:cubicBezTo>
                    <a:pt x="42" y="128"/>
                    <a:pt x="50" y="135"/>
                    <a:pt x="59" y="135"/>
                  </a:cubicBezTo>
                  <a:cubicBezTo>
                    <a:pt x="79" y="135"/>
                    <a:pt x="79" y="135"/>
                    <a:pt x="79" y="135"/>
                  </a:cubicBezTo>
                  <a:cubicBezTo>
                    <a:pt x="89" y="135"/>
                    <a:pt x="96" y="128"/>
                    <a:pt x="96" y="118"/>
                  </a:cubicBezTo>
                  <a:cubicBezTo>
                    <a:pt x="96" y="99"/>
                    <a:pt x="96" y="99"/>
                    <a:pt x="96" y="99"/>
                  </a:cubicBezTo>
                  <a:cubicBezTo>
                    <a:pt x="96" y="90"/>
                    <a:pt x="89" y="82"/>
                    <a:pt x="79" y="82"/>
                  </a:cubicBezTo>
                  <a:moveTo>
                    <a:pt x="414" y="87"/>
                  </a:moveTo>
                  <a:cubicBezTo>
                    <a:pt x="398" y="87"/>
                    <a:pt x="398" y="87"/>
                    <a:pt x="398" y="87"/>
                  </a:cubicBezTo>
                  <a:cubicBezTo>
                    <a:pt x="398" y="87"/>
                    <a:pt x="398" y="87"/>
                    <a:pt x="398" y="87"/>
                  </a:cubicBezTo>
                  <a:cubicBezTo>
                    <a:pt x="398" y="17"/>
                    <a:pt x="398" y="17"/>
                    <a:pt x="398" y="17"/>
                  </a:cubicBezTo>
                  <a:cubicBezTo>
                    <a:pt x="398" y="8"/>
                    <a:pt x="391" y="1"/>
                    <a:pt x="382" y="1"/>
                  </a:cubicBezTo>
                  <a:cubicBezTo>
                    <a:pt x="374" y="1"/>
                    <a:pt x="374" y="1"/>
                    <a:pt x="374" y="1"/>
                  </a:cubicBezTo>
                  <a:cubicBezTo>
                    <a:pt x="365" y="1"/>
                    <a:pt x="358" y="8"/>
                    <a:pt x="358" y="17"/>
                  </a:cubicBezTo>
                  <a:cubicBezTo>
                    <a:pt x="358" y="87"/>
                    <a:pt x="358" y="87"/>
                    <a:pt x="358" y="87"/>
                  </a:cubicBezTo>
                  <a:cubicBezTo>
                    <a:pt x="358" y="87"/>
                    <a:pt x="358" y="87"/>
                    <a:pt x="358" y="87"/>
                  </a:cubicBezTo>
                  <a:cubicBezTo>
                    <a:pt x="327" y="87"/>
                    <a:pt x="327" y="87"/>
                    <a:pt x="327" y="87"/>
                  </a:cubicBezTo>
                  <a:cubicBezTo>
                    <a:pt x="327" y="87"/>
                    <a:pt x="327" y="87"/>
                    <a:pt x="327" y="87"/>
                  </a:cubicBezTo>
                  <a:cubicBezTo>
                    <a:pt x="327" y="17"/>
                    <a:pt x="327" y="17"/>
                    <a:pt x="327" y="17"/>
                  </a:cubicBezTo>
                  <a:cubicBezTo>
                    <a:pt x="327" y="8"/>
                    <a:pt x="320" y="1"/>
                    <a:pt x="311" y="1"/>
                  </a:cubicBezTo>
                  <a:cubicBezTo>
                    <a:pt x="303" y="1"/>
                    <a:pt x="303" y="1"/>
                    <a:pt x="303" y="1"/>
                  </a:cubicBezTo>
                  <a:cubicBezTo>
                    <a:pt x="294" y="1"/>
                    <a:pt x="287" y="8"/>
                    <a:pt x="287" y="17"/>
                  </a:cubicBezTo>
                  <a:cubicBezTo>
                    <a:pt x="287" y="87"/>
                    <a:pt x="287" y="87"/>
                    <a:pt x="287" y="87"/>
                  </a:cubicBezTo>
                  <a:cubicBezTo>
                    <a:pt x="287" y="87"/>
                    <a:pt x="287" y="87"/>
                    <a:pt x="287" y="87"/>
                  </a:cubicBezTo>
                  <a:cubicBezTo>
                    <a:pt x="270" y="87"/>
                    <a:pt x="270" y="87"/>
                    <a:pt x="270" y="87"/>
                  </a:cubicBezTo>
                  <a:cubicBezTo>
                    <a:pt x="261" y="87"/>
                    <a:pt x="254" y="94"/>
                    <a:pt x="254" y="103"/>
                  </a:cubicBezTo>
                  <a:cubicBezTo>
                    <a:pt x="254" y="131"/>
                    <a:pt x="254" y="131"/>
                    <a:pt x="254" y="131"/>
                  </a:cubicBezTo>
                  <a:cubicBezTo>
                    <a:pt x="254" y="180"/>
                    <a:pt x="293" y="219"/>
                    <a:pt x="341" y="220"/>
                  </a:cubicBezTo>
                  <a:cubicBezTo>
                    <a:pt x="339" y="280"/>
                    <a:pt x="290" y="328"/>
                    <a:pt x="229" y="328"/>
                  </a:cubicBezTo>
                  <a:cubicBezTo>
                    <a:pt x="168" y="328"/>
                    <a:pt x="118" y="279"/>
                    <a:pt x="117" y="218"/>
                  </a:cubicBezTo>
                  <a:cubicBezTo>
                    <a:pt x="185" y="218"/>
                    <a:pt x="185" y="218"/>
                    <a:pt x="185" y="218"/>
                  </a:cubicBezTo>
                  <a:cubicBezTo>
                    <a:pt x="203" y="218"/>
                    <a:pt x="219" y="202"/>
                    <a:pt x="219" y="184"/>
                  </a:cubicBezTo>
                  <a:cubicBezTo>
                    <a:pt x="219" y="34"/>
                    <a:pt x="219" y="34"/>
                    <a:pt x="219" y="34"/>
                  </a:cubicBezTo>
                  <a:cubicBezTo>
                    <a:pt x="219" y="15"/>
                    <a:pt x="203" y="0"/>
                    <a:pt x="185" y="0"/>
                  </a:cubicBezTo>
                  <a:cubicBezTo>
                    <a:pt x="34" y="0"/>
                    <a:pt x="34" y="0"/>
                    <a:pt x="34" y="0"/>
                  </a:cubicBezTo>
                  <a:cubicBezTo>
                    <a:pt x="15" y="0"/>
                    <a:pt x="0" y="15"/>
                    <a:pt x="0" y="34"/>
                  </a:cubicBezTo>
                  <a:cubicBezTo>
                    <a:pt x="0" y="184"/>
                    <a:pt x="0" y="184"/>
                    <a:pt x="0" y="184"/>
                  </a:cubicBezTo>
                  <a:cubicBezTo>
                    <a:pt x="0" y="202"/>
                    <a:pt x="15" y="218"/>
                    <a:pt x="34" y="218"/>
                  </a:cubicBezTo>
                  <a:cubicBezTo>
                    <a:pt x="101" y="218"/>
                    <a:pt x="101" y="218"/>
                    <a:pt x="101" y="218"/>
                  </a:cubicBezTo>
                  <a:cubicBezTo>
                    <a:pt x="102" y="287"/>
                    <a:pt x="159" y="344"/>
                    <a:pt x="229" y="344"/>
                  </a:cubicBezTo>
                  <a:cubicBezTo>
                    <a:pt x="299" y="344"/>
                    <a:pt x="356" y="288"/>
                    <a:pt x="357" y="218"/>
                  </a:cubicBezTo>
                  <a:cubicBezTo>
                    <a:pt x="390" y="213"/>
                    <a:pt x="418" y="188"/>
                    <a:pt x="427" y="155"/>
                  </a:cubicBezTo>
                  <a:cubicBezTo>
                    <a:pt x="428" y="151"/>
                    <a:pt x="426" y="147"/>
                    <a:pt x="422" y="145"/>
                  </a:cubicBezTo>
                  <a:cubicBezTo>
                    <a:pt x="417" y="144"/>
                    <a:pt x="413" y="147"/>
                    <a:pt x="412" y="151"/>
                  </a:cubicBezTo>
                  <a:cubicBezTo>
                    <a:pt x="403" y="182"/>
                    <a:pt x="374" y="204"/>
                    <a:pt x="342" y="204"/>
                  </a:cubicBezTo>
                  <a:cubicBezTo>
                    <a:pt x="302" y="204"/>
                    <a:pt x="270" y="171"/>
                    <a:pt x="270" y="131"/>
                  </a:cubicBezTo>
                  <a:cubicBezTo>
                    <a:pt x="270" y="103"/>
                    <a:pt x="270" y="103"/>
                    <a:pt x="270" y="103"/>
                  </a:cubicBezTo>
                  <a:cubicBezTo>
                    <a:pt x="414" y="103"/>
                    <a:pt x="414" y="103"/>
                    <a:pt x="414" y="103"/>
                  </a:cubicBezTo>
                  <a:cubicBezTo>
                    <a:pt x="414" y="121"/>
                    <a:pt x="414" y="121"/>
                    <a:pt x="414" y="121"/>
                  </a:cubicBezTo>
                  <a:cubicBezTo>
                    <a:pt x="414" y="126"/>
                    <a:pt x="418" y="129"/>
                    <a:pt x="422" y="129"/>
                  </a:cubicBezTo>
                  <a:cubicBezTo>
                    <a:pt x="427" y="129"/>
                    <a:pt x="430" y="126"/>
                    <a:pt x="430" y="121"/>
                  </a:cubicBezTo>
                  <a:cubicBezTo>
                    <a:pt x="430" y="103"/>
                    <a:pt x="430" y="103"/>
                    <a:pt x="430" y="103"/>
                  </a:cubicBezTo>
                  <a:cubicBezTo>
                    <a:pt x="430" y="94"/>
                    <a:pt x="423" y="87"/>
                    <a:pt x="414" y="87"/>
                  </a:cubicBezTo>
                  <a:moveTo>
                    <a:pt x="17" y="109"/>
                  </a:moveTo>
                  <a:cubicBezTo>
                    <a:pt x="17" y="58"/>
                    <a:pt x="58" y="16"/>
                    <a:pt x="109" y="16"/>
                  </a:cubicBezTo>
                  <a:cubicBezTo>
                    <a:pt x="161" y="16"/>
                    <a:pt x="202" y="58"/>
                    <a:pt x="202" y="109"/>
                  </a:cubicBezTo>
                  <a:cubicBezTo>
                    <a:pt x="202" y="160"/>
                    <a:pt x="161" y="201"/>
                    <a:pt x="109" y="201"/>
                  </a:cubicBezTo>
                  <a:cubicBezTo>
                    <a:pt x="58" y="201"/>
                    <a:pt x="17" y="160"/>
                    <a:pt x="17" y="109"/>
                  </a:cubicBezTo>
                  <a:moveTo>
                    <a:pt x="311" y="87"/>
                  </a:moveTo>
                  <a:cubicBezTo>
                    <a:pt x="303" y="87"/>
                    <a:pt x="303" y="87"/>
                    <a:pt x="303" y="87"/>
                  </a:cubicBezTo>
                  <a:cubicBezTo>
                    <a:pt x="303" y="17"/>
                    <a:pt x="303" y="17"/>
                    <a:pt x="303" y="17"/>
                  </a:cubicBezTo>
                  <a:cubicBezTo>
                    <a:pt x="311" y="17"/>
                    <a:pt x="311" y="17"/>
                    <a:pt x="311" y="17"/>
                  </a:cubicBezTo>
                  <a:lnTo>
                    <a:pt x="311" y="87"/>
                  </a:lnTo>
                  <a:close/>
                  <a:moveTo>
                    <a:pt x="382" y="87"/>
                  </a:moveTo>
                  <a:cubicBezTo>
                    <a:pt x="374" y="87"/>
                    <a:pt x="374" y="87"/>
                    <a:pt x="374" y="87"/>
                  </a:cubicBezTo>
                  <a:cubicBezTo>
                    <a:pt x="374" y="17"/>
                    <a:pt x="374" y="17"/>
                    <a:pt x="374" y="17"/>
                  </a:cubicBezTo>
                  <a:cubicBezTo>
                    <a:pt x="382" y="17"/>
                    <a:pt x="382" y="17"/>
                    <a:pt x="382" y="17"/>
                  </a:cubicBezTo>
                  <a:lnTo>
                    <a:pt x="382" y="87"/>
                  </a:lnTo>
                  <a:close/>
                </a:path>
              </a:pathLst>
            </a:custGeom>
            <a:blipFill dpi="0" rotWithShape="1">
              <a:blip r:embed="rId22"/>
              <a:srcRect/>
              <a:stretch>
                <a:fillRect/>
              </a:stretch>
            </a:blipFill>
            <a:ln w="9525">
              <a:noFill/>
              <a:round/>
              <a:headEnd/>
              <a:tailEnd/>
            </a:ln>
          </p:spPr>
          <p:txBody>
            <a:bodyPr/>
            <a:lstStyle/>
            <a:p>
              <a:endParaRPr lang="en-GB"/>
            </a:p>
          </p:txBody>
        </p:sp>
        <p:sp>
          <p:nvSpPr>
            <p:cNvPr id="31840" name="Freeform 3"/>
            <p:cNvSpPr>
              <a:spLocks noChangeAspect="1" noEditPoints="1"/>
            </p:cNvSpPr>
            <p:nvPr/>
          </p:nvSpPr>
          <p:spPr bwMode="auto">
            <a:xfrm>
              <a:off x="3696280" y="3377403"/>
              <a:ext cx="135110" cy="92046"/>
            </a:xfrm>
            <a:custGeom>
              <a:avLst/>
              <a:gdLst>
                <a:gd name="T0" fmla="*/ 2147483647 w 452"/>
                <a:gd name="T1" fmla="*/ 2147483647 h 296"/>
                <a:gd name="T2" fmla="*/ 2147483647 w 452"/>
                <a:gd name="T3" fmla="*/ 2147483647 h 296"/>
                <a:gd name="T4" fmla="*/ 2147483647 w 452"/>
                <a:gd name="T5" fmla="*/ 2147483647 h 296"/>
                <a:gd name="T6" fmla="*/ 2147483647 w 452"/>
                <a:gd name="T7" fmla="*/ 2147483647 h 296"/>
                <a:gd name="T8" fmla="*/ 2147483647 w 452"/>
                <a:gd name="T9" fmla="*/ 2147483647 h 296"/>
                <a:gd name="T10" fmla="*/ 2147483647 w 452"/>
                <a:gd name="T11" fmla="*/ 2147483647 h 296"/>
                <a:gd name="T12" fmla="*/ 2147483647 w 452"/>
                <a:gd name="T13" fmla="*/ 2147483647 h 296"/>
                <a:gd name="T14" fmla="*/ 2147483647 w 452"/>
                <a:gd name="T15" fmla="*/ 2147483647 h 296"/>
                <a:gd name="T16" fmla="*/ 2147483647 w 452"/>
                <a:gd name="T17" fmla="*/ 0 h 296"/>
                <a:gd name="T18" fmla="*/ 2147483647 w 452"/>
                <a:gd name="T19" fmla="*/ 2147483647 h 296"/>
                <a:gd name="T20" fmla="*/ 2147483647 w 452"/>
                <a:gd name="T21" fmla="*/ 2147483647 h 296"/>
                <a:gd name="T22" fmla="*/ 2147483647 w 452"/>
                <a:gd name="T23" fmla="*/ 2147483647 h 296"/>
                <a:gd name="T24" fmla="*/ 0 w 452"/>
                <a:gd name="T25" fmla="*/ 2147483647 h 296"/>
                <a:gd name="T26" fmla="*/ 2147483647 w 452"/>
                <a:gd name="T27" fmla="*/ 2147483647 h 296"/>
                <a:gd name="T28" fmla="*/ 2147483647 w 452"/>
                <a:gd name="T29" fmla="*/ 2147483647 h 296"/>
                <a:gd name="T30" fmla="*/ 2147483647 w 452"/>
                <a:gd name="T31" fmla="*/ 2147483647 h 296"/>
                <a:gd name="T32" fmla="*/ 2147483647 w 452"/>
                <a:gd name="T33" fmla="*/ 2147483647 h 296"/>
                <a:gd name="T34" fmla="*/ 2147483647 w 452"/>
                <a:gd name="T35" fmla="*/ 2147483647 h 296"/>
                <a:gd name="T36" fmla="*/ 2147483647 w 452"/>
                <a:gd name="T37" fmla="*/ 2147483647 h 296"/>
                <a:gd name="T38" fmla="*/ 2147483647 w 452"/>
                <a:gd name="T39" fmla="*/ 2147483647 h 296"/>
                <a:gd name="T40" fmla="*/ 2147483647 w 452"/>
                <a:gd name="T41" fmla="*/ 2147483647 h 296"/>
                <a:gd name="T42" fmla="*/ 2147483647 w 452"/>
                <a:gd name="T43" fmla="*/ 2147483647 h 296"/>
                <a:gd name="T44" fmla="*/ 2147483647 w 452"/>
                <a:gd name="T45" fmla="*/ 2147483647 h 296"/>
                <a:gd name="T46" fmla="*/ 2147483647 w 452"/>
                <a:gd name="T47" fmla="*/ 2147483647 h 296"/>
                <a:gd name="T48" fmla="*/ 2147483647 w 452"/>
                <a:gd name="T49" fmla="*/ 2147483647 h 296"/>
                <a:gd name="T50" fmla="*/ 2147483647 w 452"/>
                <a:gd name="T51" fmla="*/ 2147483647 h 296"/>
                <a:gd name="T52" fmla="*/ 2147483647 w 452"/>
                <a:gd name="T53" fmla="*/ 2147483647 h 296"/>
                <a:gd name="T54" fmla="*/ 2147483647 w 452"/>
                <a:gd name="T55" fmla="*/ 2147483647 h 296"/>
                <a:gd name="T56" fmla="*/ 2147483647 w 452"/>
                <a:gd name="T57" fmla="*/ 2147483647 h 296"/>
                <a:gd name="T58" fmla="*/ 2147483647 w 452"/>
                <a:gd name="T59" fmla="*/ 2147483647 h 296"/>
                <a:gd name="T60" fmla="*/ 2147483647 w 452"/>
                <a:gd name="T61" fmla="*/ 2147483647 h 296"/>
                <a:gd name="T62" fmla="*/ 2147483647 w 452"/>
                <a:gd name="T63" fmla="*/ 2147483647 h 29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52"/>
                <a:gd name="T97" fmla="*/ 0 h 296"/>
                <a:gd name="T98" fmla="*/ 452 w 452"/>
                <a:gd name="T99" fmla="*/ 296 h 29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52" h="296">
                  <a:moveTo>
                    <a:pt x="438" y="249"/>
                  </a:moveTo>
                  <a:cubicBezTo>
                    <a:pt x="421" y="249"/>
                    <a:pt x="421" y="249"/>
                    <a:pt x="421" y="249"/>
                  </a:cubicBezTo>
                  <a:cubicBezTo>
                    <a:pt x="421" y="249"/>
                    <a:pt x="421" y="248"/>
                    <a:pt x="421" y="248"/>
                  </a:cubicBezTo>
                  <a:cubicBezTo>
                    <a:pt x="421" y="70"/>
                    <a:pt x="421" y="70"/>
                    <a:pt x="421" y="70"/>
                  </a:cubicBezTo>
                  <a:cubicBezTo>
                    <a:pt x="421" y="65"/>
                    <a:pt x="418" y="62"/>
                    <a:pt x="413" y="62"/>
                  </a:cubicBezTo>
                  <a:cubicBezTo>
                    <a:pt x="409" y="62"/>
                    <a:pt x="405" y="65"/>
                    <a:pt x="405" y="70"/>
                  </a:cubicBezTo>
                  <a:cubicBezTo>
                    <a:pt x="405" y="248"/>
                    <a:pt x="405" y="248"/>
                    <a:pt x="405" y="248"/>
                  </a:cubicBezTo>
                  <a:cubicBezTo>
                    <a:pt x="405" y="248"/>
                    <a:pt x="406" y="249"/>
                    <a:pt x="406" y="249"/>
                  </a:cubicBezTo>
                  <a:cubicBezTo>
                    <a:pt x="47" y="249"/>
                    <a:pt x="47" y="249"/>
                    <a:pt x="47" y="249"/>
                  </a:cubicBezTo>
                  <a:cubicBezTo>
                    <a:pt x="47" y="228"/>
                    <a:pt x="47" y="228"/>
                    <a:pt x="47" y="228"/>
                  </a:cubicBezTo>
                  <a:cubicBezTo>
                    <a:pt x="47" y="211"/>
                    <a:pt x="47" y="211"/>
                    <a:pt x="47" y="211"/>
                  </a:cubicBezTo>
                  <a:cubicBezTo>
                    <a:pt x="47" y="16"/>
                    <a:pt x="47" y="16"/>
                    <a:pt x="47" y="16"/>
                  </a:cubicBezTo>
                  <a:cubicBezTo>
                    <a:pt x="405" y="16"/>
                    <a:pt x="405" y="16"/>
                    <a:pt x="405" y="16"/>
                  </a:cubicBezTo>
                  <a:cubicBezTo>
                    <a:pt x="405" y="37"/>
                    <a:pt x="405" y="37"/>
                    <a:pt x="405" y="37"/>
                  </a:cubicBezTo>
                  <a:cubicBezTo>
                    <a:pt x="405" y="42"/>
                    <a:pt x="409" y="45"/>
                    <a:pt x="413" y="45"/>
                  </a:cubicBezTo>
                  <a:cubicBezTo>
                    <a:pt x="418" y="45"/>
                    <a:pt x="421" y="42"/>
                    <a:pt x="421" y="37"/>
                  </a:cubicBezTo>
                  <a:cubicBezTo>
                    <a:pt x="421" y="14"/>
                    <a:pt x="421" y="14"/>
                    <a:pt x="421" y="14"/>
                  </a:cubicBezTo>
                  <a:cubicBezTo>
                    <a:pt x="421" y="6"/>
                    <a:pt x="415" y="0"/>
                    <a:pt x="408" y="0"/>
                  </a:cubicBezTo>
                  <a:cubicBezTo>
                    <a:pt x="45" y="0"/>
                    <a:pt x="45" y="0"/>
                    <a:pt x="45" y="0"/>
                  </a:cubicBezTo>
                  <a:cubicBezTo>
                    <a:pt x="37" y="0"/>
                    <a:pt x="31" y="6"/>
                    <a:pt x="31" y="14"/>
                  </a:cubicBezTo>
                  <a:cubicBezTo>
                    <a:pt x="31" y="211"/>
                    <a:pt x="31" y="211"/>
                    <a:pt x="31" y="211"/>
                  </a:cubicBezTo>
                  <a:cubicBezTo>
                    <a:pt x="31" y="228"/>
                    <a:pt x="31" y="228"/>
                    <a:pt x="31" y="228"/>
                  </a:cubicBezTo>
                  <a:cubicBezTo>
                    <a:pt x="31" y="249"/>
                    <a:pt x="31" y="249"/>
                    <a:pt x="31" y="249"/>
                  </a:cubicBezTo>
                  <a:cubicBezTo>
                    <a:pt x="14" y="249"/>
                    <a:pt x="14" y="249"/>
                    <a:pt x="14" y="249"/>
                  </a:cubicBezTo>
                  <a:cubicBezTo>
                    <a:pt x="7" y="249"/>
                    <a:pt x="0" y="255"/>
                    <a:pt x="0" y="263"/>
                  </a:cubicBezTo>
                  <a:cubicBezTo>
                    <a:pt x="0" y="282"/>
                    <a:pt x="0" y="282"/>
                    <a:pt x="0" y="282"/>
                  </a:cubicBezTo>
                  <a:cubicBezTo>
                    <a:pt x="0" y="289"/>
                    <a:pt x="7" y="296"/>
                    <a:pt x="14" y="296"/>
                  </a:cubicBezTo>
                  <a:cubicBezTo>
                    <a:pt x="438" y="296"/>
                    <a:pt x="438" y="296"/>
                    <a:pt x="438" y="296"/>
                  </a:cubicBezTo>
                  <a:cubicBezTo>
                    <a:pt x="446" y="296"/>
                    <a:pt x="452" y="289"/>
                    <a:pt x="452" y="282"/>
                  </a:cubicBezTo>
                  <a:cubicBezTo>
                    <a:pt x="452" y="263"/>
                    <a:pt x="452" y="263"/>
                    <a:pt x="452" y="263"/>
                  </a:cubicBezTo>
                  <a:cubicBezTo>
                    <a:pt x="452" y="255"/>
                    <a:pt x="446" y="249"/>
                    <a:pt x="438" y="249"/>
                  </a:cubicBezTo>
                  <a:close/>
                  <a:moveTo>
                    <a:pt x="436" y="280"/>
                  </a:moveTo>
                  <a:cubicBezTo>
                    <a:pt x="16" y="280"/>
                    <a:pt x="16" y="280"/>
                    <a:pt x="16" y="280"/>
                  </a:cubicBezTo>
                  <a:cubicBezTo>
                    <a:pt x="16" y="265"/>
                    <a:pt x="16" y="265"/>
                    <a:pt x="16" y="265"/>
                  </a:cubicBezTo>
                  <a:cubicBezTo>
                    <a:pt x="184" y="265"/>
                    <a:pt x="184" y="265"/>
                    <a:pt x="184" y="265"/>
                  </a:cubicBezTo>
                  <a:cubicBezTo>
                    <a:pt x="185" y="268"/>
                    <a:pt x="188" y="271"/>
                    <a:pt x="191" y="271"/>
                  </a:cubicBezTo>
                  <a:cubicBezTo>
                    <a:pt x="260" y="271"/>
                    <a:pt x="260" y="271"/>
                    <a:pt x="260" y="271"/>
                  </a:cubicBezTo>
                  <a:cubicBezTo>
                    <a:pt x="264" y="271"/>
                    <a:pt x="267" y="268"/>
                    <a:pt x="268" y="265"/>
                  </a:cubicBezTo>
                  <a:cubicBezTo>
                    <a:pt x="436" y="265"/>
                    <a:pt x="436" y="265"/>
                    <a:pt x="436" y="265"/>
                  </a:cubicBezTo>
                  <a:lnTo>
                    <a:pt x="436" y="280"/>
                  </a:lnTo>
                  <a:close/>
                  <a:moveTo>
                    <a:pt x="261" y="78"/>
                  </a:moveTo>
                  <a:cubicBezTo>
                    <a:pt x="261" y="65"/>
                    <a:pt x="250" y="55"/>
                    <a:pt x="237" y="55"/>
                  </a:cubicBezTo>
                  <a:cubicBezTo>
                    <a:pt x="224" y="55"/>
                    <a:pt x="214" y="65"/>
                    <a:pt x="214" y="78"/>
                  </a:cubicBezTo>
                  <a:cubicBezTo>
                    <a:pt x="214" y="91"/>
                    <a:pt x="224" y="102"/>
                    <a:pt x="237" y="102"/>
                  </a:cubicBezTo>
                  <a:cubicBezTo>
                    <a:pt x="250" y="102"/>
                    <a:pt x="261" y="91"/>
                    <a:pt x="261" y="78"/>
                  </a:cubicBezTo>
                  <a:close/>
                  <a:moveTo>
                    <a:pt x="146" y="136"/>
                  </a:moveTo>
                  <a:cubicBezTo>
                    <a:pt x="146" y="196"/>
                    <a:pt x="146" y="196"/>
                    <a:pt x="146" y="196"/>
                  </a:cubicBezTo>
                  <a:cubicBezTo>
                    <a:pt x="146" y="207"/>
                    <a:pt x="154" y="216"/>
                    <a:pt x="165" y="216"/>
                  </a:cubicBezTo>
                  <a:cubicBezTo>
                    <a:pt x="247" y="216"/>
                    <a:pt x="247" y="216"/>
                    <a:pt x="247" y="216"/>
                  </a:cubicBezTo>
                  <a:cubicBezTo>
                    <a:pt x="258" y="216"/>
                    <a:pt x="266" y="207"/>
                    <a:pt x="266" y="196"/>
                  </a:cubicBezTo>
                  <a:cubicBezTo>
                    <a:pt x="266" y="180"/>
                    <a:pt x="266" y="180"/>
                    <a:pt x="266" y="180"/>
                  </a:cubicBezTo>
                  <a:cubicBezTo>
                    <a:pt x="277" y="188"/>
                    <a:pt x="294" y="202"/>
                    <a:pt x="298" y="204"/>
                  </a:cubicBezTo>
                  <a:cubicBezTo>
                    <a:pt x="302" y="208"/>
                    <a:pt x="307" y="207"/>
                    <a:pt x="307" y="200"/>
                  </a:cubicBezTo>
                  <a:cubicBezTo>
                    <a:pt x="307" y="198"/>
                    <a:pt x="307" y="139"/>
                    <a:pt x="307" y="137"/>
                  </a:cubicBezTo>
                  <a:cubicBezTo>
                    <a:pt x="307" y="130"/>
                    <a:pt x="302" y="129"/>
                    <a:pt x="298" y="133"/>
                  </a:cubicBezTo>
                  <a:cubicBezTo>
                    <a:pt x="297" y="133"/>
                    <a:pt x="277" y="149"/>
                    <a:pt x="266" y="157"/>
                  </a:cubicBezTo>
                  <a:cubicBezTo>
                    <a:pt x="266" y="136"/>
                    <a:pt x="266" y="136"/>
                    <a:pt x="266" y="136"/>
                  </a:cubicBezTo>
                  <a:cubicBezTo>
                    <a:pt x="266" y="125"/>
                    <a:pt x="258" y="116"/>
                    <a:pt x="247" y="116"/>
                  </a:cubicBezTo>
                  <a:cubicBezTo>
                    <a:pt x="165" y="116"/>
                    <a:pt x="165" y="116"/>
                    <a:pt x="165" y="116"/>
                  </a:cubicBezTo>
                  <a:cubicBezTo>
                    <a:pt x="154" y="116"/>
                    <a:pt x="146" y="125"/>
                    <a:pt x="146" y="136"/>
                  </a:cubicBezTo>
                  <a:close/>
                  <a:moveTo>
                    <a:pt x="201" y="78"/>
                  </a:moveTo>
                  <a:cubicBezTo>
                    <a:pt x="201" y="65"/>
                    <a:pt x="190" y="55"/>
                    <a:pt x="178" y="55"/>
                  </a:cubicBezTo>
                  <a:cubicBezTo>
                    <a:pt x="165" y="55"/>
                    <a:pt x="154" y="65"/>
                    <a:pt x="154" y="78"/>
                  </a:cubicBezTo>
                  <a:cubicBezTo>
                    <a:pt x="154" y="91"/>
                    <a:pt x="165" y="102"/>
                    <a:pt x="178" y="102"/>
                  </a:cubicBezTo>
                  <a:cubicBezTo>
                    <a:pt x="190" y="102"/>
                    <a:pt x="201" y="91"/>
                    <a:pt x="201" y="78"/>
                  </a:cubicBezTo>
                  <a:close/>
                </a:path>
              </a:pathLst>
            </a:custGeom>
            <a:blipFill dpi="0" rotWithShape="1">
              <a:blip r:embed="rId23"/>
              <a:srcRect/>
              <a:stretch>
                <a:fillRect/>
              </a:stretch>
            </a:blipFill>
            <a:ln w="9525">
              <a:noFill/>
              <a:round/>
              <a:headEnd/>
              <a:tailEnd/>
            </a:ln>
          </p:spPr>
          <p:txBody>
            <a:bodyPr/>
            <a:lstStyle/>
            <a:p>
              <a:endParaRPr lang="en-GB"/>
            </a:p>
          </p:txBody>
        </p:sp>
        <p:sp>
          <p:nvSpPr>
            <p:cNvPr id="31841" name="Freeform 3"/>
            <p:cNvSpPr>
              <a:spLocks noChangeAspect="1" noEditPoints="1"/>
            </p:cNvSpPr>
            <p:nvPr/>
          </p:nvSpPr>
          <p:spPr bwMode="auto">
            <a:xfrm>
              <a:off x="3379486" y="3811363"/>
              <a:ext cx="191153" cy="93229"/>
            </a:xfrm>
            <a:custGeom>
              <a:avLst/>
              <a:gdLst>
                <a:gd name="T0" fmla="*/ 2147483647 w 640"/>
                <a:gd name="T1" fmla="*/ 2147483647 h 300"/>
                <a:gd name="T2" fmla="*/ 2147483647 w 640"/>
                <a:gd name="T3" fmla="*/ 2147483647 h 300"/>
                <a:gd name="T4" fmla="*/ 2147483647 w 640"/>
                <a:gd name="T5" fmla="*/ 2147483647 h 300"/>
                <a:gd name="T6" fmla="*/ 2147483647 w 640"/>
                <a:gd name="T7" fmla="*/ 2147483647 h 300"/>
                <a:gd name="T8" fmla="*/ 2147483647 w 640"/>
                <a:gd name="T9" fmla="*/ 2147483647 h 300"/>
                <a:gd name="T10" fmla="*/ 2147483647 w 640"/>
                <a:gd name="T11" fmla="*/ 2147483647 h 300"/>
                <a:gd name="T12" fmla="*/ 2147483647 w 640"/>
                <a:gd name="T13" fmla="*/ 2147483647 h 300"/>
                <a:gd name="T14" fmla="*/ 2147483647 w 640"/>
                <a:gd name="T15" fmla="*/ 0 h 300"/>
                <a:gd name="T16" fmla="*/ 2147483647 w 640"/>
                <a:gd name="T17" fmla="*/ 2147483647 h 300"/>
                <a:gd name="T18" fmla="*/ 2147483647 w 640"/>
                <a:gd name="T19" fmla="*/ 2147483647 h 300"/>
                <a:gd name="T20" fmla="*/ 2147483647 w 640"/>
                <a:gd name="T21" fmla="*/ 2147483647 h 300"/>
                <a:gd name="T22" fmla="*/ 2147483647 w 640"/>
                <a:gd name="T23" fmla="*/ 2147483647 h 300"/>
                <a:gd name="T24" fmla="*/ 2147483647 w 640"/>
                <a:gd name="T25" fmla="*/ 2147483647 h 300"/>
                <a:gd name="T26" fmla="*/ 2147483647 w 640"/>
                <a:gd name="T27" fmla="*/ 2147483647 h 300"/>
                <a:gd name="T28" fmla="*/ 2147483647 w 640"/>
                <a:gd name="T29" fmla="*/ 2147483647 h 300"/>
                <a:gd name="T30" fmla="*/ 2147483647 w 640"/>
                <a:gd name="T31" fmla="*/ 2147483647 h 300"/>
                <a:gd name="T32" fmla="*/ 2147483647 w 640"/>
                <a:gd name="T33" fmla="*/ 2147483647 h 300"/>
                <a:gd name="T34" fmla="*/ 2147483647 w 640"/>
                <a:gd name="T35" fmla="*/ 2147483647 h 300"/>
                <a:gd name="T36" fmla="*/ 2147483647 w 640"/>
                <a:gd name="T37" fmla="*/ 2147483647 h 300"/>
                <a:gd name="T38" fmla="*/ 2147483647 w 640"/>
                <a:gd name="T39" fmla="*/ 2147483647 h 300"/>
                <a:gd name="T40" fmla="*/ 2147483647 w 640"/>
                <a:gd name="T41" fmla="*/ 2147483647 h 300"/>
                <a:gd name="T42" fmla="*/ 2147483647 w 640"/>
                <a:gd name="T43" fmla="*/ 2147483647 h 300"/>
                <a:gd name="T44" fmla="*/ 2147483647 w 640"/>
                <a:gd name="T45" fmla="*/ 2147483647 h 300"/>
                <a:gd name="T46" fmla="*/ 2147483647 w 640"/>
                <a:gd name="T47" fmla="*/ 2147483647 h 300"/>
                <a:gd name="T48" fmla="*/ 2147483647 w 640"/>
                <a:gd name="T49" fmla="*/ 2147483647 h 300"/>
                <a:gd name="T50" fmla="*/ 2147483647 w 640"/>
                <a:gd name="T51" fmla="*/ 2147483647 h 300"/>
                <a:gd name="T52" fmla="*/ 2147483647 w 640"/>
                <a:gd name="T53" fmla="*/ 2147483647 h 300"/>
                <a:gd name="T54" fmla="*/ 2147483647 w 640"/>
                <a:gd name="T55" fmla="*/ 2147483647 h 300"/>
                <a:gd name="T56" fmla="*/ 2147483647 w 640"/>
                <a:gd name="T57" fmla="*/ 2147483647 h 300"/>
                <a:gd name="T58" fmla="*/ 2147483647 w 640"/>
                <a:gd name="T59" fmla="*/ 2147483647 h 300"/>
                <a:gd name="T60" fmla="*/ 2147483647 w 640"/>
                <a:gd name="T61" fmla="*/ 2147483647 h 300"/>
                <a:gd name="T62" fmla="*/ 2147483647 w 640"/>
                <a:gd name="T63" fmla="*/ 2147483647 h 300"/>
                <a:gd name="T64" fmla="*/ 2147483647 w 640"/>
                <a:gd name="T65" fmla="*/ 2147483647 h 300"/>
                <a:gd name="T66" fmla="*/ 2147483647 w 640"/>
                <a:gd name="T67" fmla="*/ 2147483647 h 300"/>
                <a:gd name="T68" fmla="*/ 2147483647 w 640"/>
                <a:gd name="T69" fmla="*/ 2147483647 h 300"/>
                <a:gd name="T70" fmla="*/ 2147483647 w 640"/>
                <a:gd name="T71" fmla="*/ 2147483647 h 300"/>
                <a:gd name="T72" fmla="*/ 2147483647 w 640"/>
                <a:gd name="T73" fmla="*/ 2147483647 h 300"/>
                <a:gd name="T74" fmla="*/ 2147483647 w 640"/>
                <a:gd name="T75" fmla="*/ 2147483647 h 300"/>
                <a:gd name="T76" fmla="*/ 2147483647 w 640"/>
                <a:gd name="T77" fmla="*/ 2147483647 h 300"/>
                <a:gd name="T78" fmla="*/ 2147483647 w 640"/>
                <a:gd name="T79" fmla="*/ 2147483647 h 300"/>
                <a:gd name="T80" fmla="*/ 2147483647 w 640"/>
                <a:gd name="T81" fmla="*/ 2147483647 h 300"/>
                <a:gd name="T82" fmla="*/ 2147483647 w 640"/>
                <a:gd name="T83" fmla="*/ 2147483647 h 300"/>
                <a:gd name="T84" fmla="*/ 2147483647 w 640"/>
                <a:gd name="T85" fmla="*/ 2147483647 h 300"/>
                <a:gd name="T86" fmla="*/ 2147483647 w 640"/>
                <a:gd name="T87" fmla="*/ 2147483647 h 300"/>
                <a:gd name="T88" fmla="*/ 2147483647 w 640"/>
                <a:gd name="T89" fmla="*/ 2147483647 h 300"/>
                <a:gd name="T90" fmla="*/ 2147483647 w 640"/>
                <a:gd name="T91" fmla="*/ 2147483647 h 300"/>
                <a:gd name="T92" fmla="*/ 2147483647 w 640"/>
                <a:gd name="T93" fmla="*/ 2147483647 h 300"/>
                <a:gd name="T94" fmla="*/ 2147483647 w 640"/>
                <a:gd name="T95" fmla="*/ 2147483647 h 300"/>
                <a:gd name="T96" fmla="*/ 2147483647 w 640"/>
                <a:gd name="T97" fmla="*/ 2147483647 h 30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640"/>
                <a:gd name="T148" fmla="*/ 0 h 300"/>
                <a:gd name="T149" fmla="*/ 640 w 640"/>
                <a:gd name="T150" fmla="*/ 300 h 300"/>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640" h="300">
                  <a:moveTo>
                    <a:pt x="624" y="26"/>
                  </a:moveTo>
                  <a:cubicBezTo>
                    <a:pt x="622" y="26"/>
                    <a:pt x="621" y="27"/>
                    <a:pt x="619" y="27"/>
                  </a:cubicBezTo>
                  <a:cubicBezTo>
                    <a:pt x="619" y="27"/>
                    <a:pt x="602" y="34"/>
                    <a:pt x="578" y="42"/>
                  </a:cubicBezTo>
                  <a:cubicBezTo>
                    <a:pt x="575" y="17"/>
                    <a:pt x="575" y="17"/>
                    <a:pt x="575" y="17"/>
                  </a:cubicBezTo>
                  <a:cubicBezTo>
                    <a:pt x="574" y="13"/>
                    <a:pt x="573" y="10"/>
                    <a:pt x="571" y="6"/>
                  </a:cubicBezTo>
                  <a:cubicBezTo>
                    <a:pt x="568" y="3"/>
                    <a:pt x="564" y="0"/>
                    <a:pt x="559" y="0"/>
                  </a:cubicBezTo>
                  <a:cubicBezTo>
                    <a:pt x="557" y="0"/>
                    <a:pt x="556" y="0"/>
                    <a:pt x="554" y="0"/>
                  </a:cubicBezTo>
                  <a:cubicBezTo>
                    <a:pt x="554" y="0"/>
                    <a:pt x="456" y="38"/>
                    <a:pt x="449" y="40"/>
                  </a:cubicBezTo>
                  <a:cubicBezTo>
                    <a:pt x="449" y="40"/>
                    <a:pt x="449" y="40"/>
                    <a:pt x="449" y="40"/>
                  </a:cubicBezTo>
                  <a:cubicBezTo>
                    <a:pt x="448" y="38"/>
                    <a:pt x="447" y="35"/>
                    <a:pt x="445" y="31"/>
                  </a:cubicBezTo>
                  <a:cubicBezTo>
                    <a:pt x="444" y="29"/>
                    <a:pt x="443" y="26"/>
                    <a:pt x="440" y="24"/>
                  </a:cubicBezTo>
                  <a:cubicBezTo>
                    <a:pt x="438" y="22"/>
                    <a:pt x="434" y="21"/>
                    <a:pt x="431" y="21"/>
                  </a:cubicBezTo>
                  <a:cubicBezTo>
                    <a:pt x="428" y="21"/>
                    <a:pt x="425" y="21"/>
                    <a:pt x="423" y="22"/>
                  </a:cubicBezTo>
                  <a:cubicBezTo>
                    <a:pt x="404" y="29"/>
                    <a:pt x="353" y="49"/>
                    <a:pt x="353" y="49"/>
                  </a:cubicBezTo>
                  <a:cubicBezTo>
                    <a:pt x="348" y="50"/>
                    <a:pt x="344" y="52"/>
                    <a:pt x="340" y="56"/>
                  </a:cubicBezTo>
                  <a:cubicBezTo>
                    <a:pt x="337" y="60"/>
                    <a:pt x="335" y="66"/>
                    <a:pt x="335" y="72"/>
                  </a:cubicBezTo>
                  <a:cubicBezTo>
                    <a:pt x="335" y="73"/>
                    <a:pt x="335" y="75"/>
                    <a:pt x="336" y="77"/>
                  </a:cubicBezTo>
                  <a:cubicBezTo>
                    <a:pt x="339" y="100"/>
                    <a:pt x="339" y="100"/>
                    <a:pt x="339" y="100"/>
                  </a:cubicBezTo>
                  <a:cubicBezTo>
                    <a:pt x="318" y="84"/>
                    <a:pt x="318" y="84"/>
                    <a:pt x="318" y="84"/>
                  </a:cubicBezTo>
                  <a:cubicBezTo>
                    <a:pt x="316" y="82"/>
                    <a:pt x="313" y="82"/>
                    <a:pt x="310" y="83"/>
                  </a:cubicBezTo>
                  <a:cubicBezTo>
                    <a:pt x="307" y="84"/>
                    <a:pt x="305" y="87"/>
                    <a:pt x="305" y="90"/>
                  </a:cubicBezTo>
                  <a:cubicBezTo>
                    <a:pt x="305" y="108"/>
                    <a:pt x="305" y="108"/>
                    <a:pt x="305" y="108"/>
                  </a:cubicBezTo>
                  <a:cubicBezTo>
                    <a:pt x="291" y="108"/>
                    <a:pt x="291" y="108"/>
                    <a:pt x="291" y="108"/>
                  </a:cubicBezTo>
                  <a:cubicBezTo>
                    <a:pt x="305" y="46"/>
                    <a:pt x="305" y="46"/>
                    <a:pt x="305" y="46"/>
                  </a:cubicBezTo>
                  <a:cubicBezTo>
                    <a:pt x="305" y="45"/>
                    <a:pt x="305" y="44"/>
                    <a:pt x="305" y="43"/>
                  </a:cubicBezTo>
                  <a:cubicBezTo>
                    <a:pt x="305" y="34"/>
                    <a:pt x="298" y="26"/>
                    <a:pt x="289" y="26"/>
                  </a:cubicBezTo>
                  <a:cubicBezTo>
                    <a:pt x="288" y="26"/>
                    <a:pt x="286" y="27"/>
                    <a:pt x="284" y="27"/>
                  </a:cubicBezTo>
                  <a:cubicBezTo>
                    <a:pt x="284" y="27"/>
                    <a:pt x="267" y="34"/>
                    <a:pt x="243" y="42"/>
                  </a:cubicBezTo>
                  <a:cubicBezTo>
                    <a:pt x="240" y="17"/>
                    <a:pt x="240" y="17"/>
                    <a:pt x="240" y="17"/>
                  </a:cubicBezTo>
                  <a:cubicBezTo>
                    <a:pt x="240" y="13"/>
                    <a:pt x="238" y="10"/>
                    <a:pt x="236" y="6"/>
                  </a:cubicBezTo>
                  <a:cubicBezTo>
                    <a:pt x="234" y="3"/>
                    <a:pt x="230" y="0"/>
                    <a:pt x="224" y="0"/>
                  </a:cubicBezTo>
                  <a:cubicBezTo>
                    <a:pt x="222" y="0"/>
                    <a:pt x="221" y="0"/>
                    <a:pt x="219" y="0"/>
                  </a:cubicBezTo>
                  <a:cubicBezTo>
                    <a:pt x="219" y="0"/>
                    <a:pt x="121" y="38"/>
                    <a:pt x="115" y="40"/>
                  </a:cubicBezTo>
                  <a:cubicBezTo>
                    <a:pt x="115" y="40"/>
                    <a:pt x="115" y="40"/>
                    <a:pt x="115" y="40"/>
                  </a:cubicBezTo>
                  <a:cubicBezTo>
                    <a:pt x="114" y="38"/>
                    <a:pt x="113" y="35"/>
                    <a:pt x="111" y="31"/>
                  </a:cubicBezTo>
                  <a:cubicBezTo>
                    <a:pt x="110" y="29"/>
                    <a:pt x="108" y="26"/>
                    <a:pt x="106" y="24"/>
                  </a:cubicBezTo>
                  <a:cubicBezTo>
                    <a:pt x="103" y="22"/>
                    <a:pt x="99" y="21"/>
                    <a:pt x="96" y="21"/>
                  </a:cubicBezTo>
                  <a:cubicBezTo>
                    <a:pt x="93" y="21"/>
                    <a:pt x="91" y="21"/>
                    <a:pt x="88" y="22"/>
                  </a:cubicBezTo>
                  <a:cubicBezTo>
                    <a:pt x="70" y="29"/>
                    <a:pt x="18" y="49"/>
                    <a:pt x="18" y="49"/>
                  </a:cubicBezTo>
                  <a:cubicBezTo>
                    <a:pt x="13" y="50"/>
                    <a:pt x="9" y="52"/>
                    <a:pt x="6" y="56"/>
                  </a:cubicBezTo>
                  <a:cubicBezTo>
                    <a:pt x="2" y="60"/>
                    <a:pt x="0" y="66"/>
                    <a:pt x="1" y="72"/>
                  </a:cubicBezTo>
                  <a:cubicBezTo>
                    <a:pt x="1" y="73"/>
                    <a:pt x="1" y="75"/>
                    <a:pt x="1" y="77"/>
                  </a:cubicBezTo>
                  <a:cubicBezTo>
                    <a:pt x="30" y="285"/>
                    <a:pt x="30" y="285"/>
                    <a:pt x="30" y="285"/>
                  </a:cubicBezTo>
                  <a:cubicBezTo>
                    <a:pt x="30" y="285"/>
                    <a:pt x="31" y="292"/>
                    <a:pt x="36" y="296"/>
                  </a:cubicBezTo>
                  <a:cubicBezTo>
                    <a:pt x="41" y="299"/>
                    <a:pt x="44" y="300"/>
                    <a:pt x="49" y="300"/>
                  </a:cubicBezTo>
                  <a:cubicBezTo>
                    <a:pt x="51" y="300"/>
                    <a:pt x="54" y="300"/>
                    <a:pt x="57" y="299"/>
                  </a:cubicBezTo>
                  <a:cubicBezTo>
                    <a:pt x="175" y="253"/>
                    <a:pt x="175" y="253"/>
                    <a:pt x="175" y="253"/>
                  </a:cubicBezTo>
                  <a:cubicBezTo>
                    <a:pt x="218" y="286"/>
                    <a:pt x="218" y="286"/>
                    <a:pt x="218" y="286"/>
                  </a:cubicBezTo>
                  <a:cubicBezTo>
                    <a:pt x="219" y="287"/>
                    <a:pt x="221" y="288"/>
                    <a:pt x="223" y="288"/>
                  </a:cubicBezTo>
                  <a:cubicBezTo>
                    <a:pt x="224" y="288"/>
                    <a:pt x="225" y="288"/>
                    <a:pt x="226" y="287"/>
                  </a:cubicBezTo>
                  <a:cubicBezTo>
                    <a:pt x="229" y="286"/>
                    <a:pt x="231" y="283"/>
                    <a:pt x="231" y="280"/>
                  </a:cubicBezTo>
                  <a:cubicBezTo>
                    <a:pt x="231" y="262"/>
                    <a:pt x="231" y="262"/>
                    <a:pt x="231" y="262"/>
                  </a:cubicBezTo>
                  <a:cubicBezTo>
                    <a:pt x="286" y="262"/>
                    <a:pt x="286" y="262"/>
                    <a:pt x="286" y="262"/>
                  </a:cubicBezTo>
                  <a:cubicBezTo>
                    <a:pt x="290" y="262"/>
                    <a:pt x="294" y="259"/>
                    <a:pt x="294" y="254"/>
                  </a:cubicBezTo>
                  <a:cubicBezTo>
                    <a:pt x="294" y="204"/>
                    <a:pt x="294" y="204"/>
                    <a:pt x="294" y="204"/>
                  </a:cubicBezTo>
                  <a:cubicBezTo>
                    <a:pt x="294" y="199"/>
                    <a:pt x="290" y="196"/>
                    <a:pt x="286" y="196"/>
                  </a:cubicBezTo>
                  <a:cubicBezTo>
                    <a:pt x="271" y="196"/>
                    <a:pt x="271" y="196"/>
                    <a:pt x="271" y="196"/>
                  </a:cubicBezTo>
                  <a:cubicBezTo>
                    <a:pt x="276" y="175"/>
                    <a:pt x="276" y="175"/>
                    <a:pt x="276" y="175"/>
                  </a:cubicBezTo>
                  <a:cubicBezTo>
                    <a:pt x="305" y="175"/>
                    <a:pt x="305" y="175"/>
                    <a:pt x="305" y="175"/>
                  </a:cubicBezTo>
                  <a:cubicBezTo>
                    <a:pt x="305" y="192"/>
                    <a:pt x="305" y="192"/>
                    <a:pt x="305" y="192"/>
                  </a:cubicBezTo>
                  <a:cubicBezTo>
                    <a:pt x="305" y="195"/>
                    <a:pt x="307" y="198"/>
                    <a:pt x="310" y="199"/>
                  </a:cubicBezTo>
                  <a:cubicBezTo>
                    <a:pt x="311" y="200"/>
                    <a:pt x="312" y="200"/>
                    <a:pt x="313" y="200"/>
                  </a:cubicBezTo>
                  <a:cubicBezTo>
                    <a:pt x="315" y="200"/>
                    <a:pt x="317" y="199"/>
                    <a:pt x="318" y="198"/>
                  </a:cubicBezTo>
                  <a:cubicBezTo>
                    <a:pt x="349" y="174"/>
                    <a:pt x="349" y="174"/>
                    <a:pt x="349" y="174"/>
                  </a:cubicBezTo>
                  <a:cubicBezTo>
                    <a:pt x="365" y="285"/>
                    <a:pt x="365" y="285"/>
                    <a:pt x="365" y="285"/>
                  </a:cubicBezTo>
                  <a:cubicBezTo>
                    <a:pt x="365" y="285"/>
                    <a:pt x="366" y="292"/>
                    <a:pt x="371" y="296"/>
                  </a:cubicBezTo>
                  <a:cubicBezTo>
                    <a:pt x="376" y="299"/>
                    <a:pt x="379" y="300"/>
                    <a:pt x="383" y="300"/>
                  </a:cubicBezTo>
                  <a:cubicBezTo>
                    <a:pt x="386" y="300"/>
                    <a:pt x="389" y="300"/>
                    <a:pt x="391" y="299"/>
                  </a:cubicBezTo>
                  <a:cubicBezTo>
                    <a:pt x="536" y="243"/>
                    <a:pt x="536" y="243"/>
                    <a:pt x="536" y="243"/>
                  </a:cubicBezTo>
                  <a:cubicBezTo>
                    <a:pt x="540" y="242"/>
                    <a:pt x="542" y="237"/>
                    <a:pt x="540" y="233"/>
                  </a:cubicBezTo>
                  <a:cubicBezTo>
                    <a:pt x="539" y="229"/>
                    <a:pt x="534" y="227"/>
                    <a:pt x="530" y="228"/>
                  </a:cubicBezTo>
                  <a:cubicBezTo>
                    <a:pt x="386" y="284"/>
                    <a:pt x="386" y="284"/>
                    <a:pt x="386" y="284"/>
                  </a:cubicBezTo>
                  <a:cubicBezTo>
                    <a:pt x="385" y="284"/>
                    <a:pt x="384" y="284"/>
                    <a:pt x="383" y="284"/>
                  </a:cubicBezTo>
                  <a:cubicBezTo>
                    <a:pt x="382" y="284"/>
                    <a:pt x="381" y="283"/>
                    <a:pt x="381" y="282"/>
                  </a:cubicBezTo>
                  <a:cubicBezTo>
                    <a:pt x="382" y="281"/>
                    <a:pt x="414" y="123"/>
                    <a:pt x="414" y="123"/>
                  </a:cubicBezTo>
                  <a:cubicBezTo>
                    <a:pt x="414" y="123"/>
                    <a:pt x="417" y="119"/>
                    <a:pt x="419" y="119"/>
                  </a:cubicBezTo>
                  <a:cubicBezTo>
                    <a:pt x="419" y="119"/>
                    <a:pt x="458" y="104"/>
                    <a:pt x="498" y="89"/>
                  </a:cubicBezTo>
                  <a:cubicBezTo>
                    <a:pt x="546" y="72"/>
                    <a:pt x="617" y="45"/>
                    <a:pt x="624" y="42"/>
                  </a:cubicBezTo>
                  <a:cubicBezTo>
                    <a:pt x="624" y="42"/>
                    <a:pt x="588" y="203"/>
                    <a:pt x="588" y="203"/>
                  </a:cubicBezTo>
                  <a:cubicBezTo>
                    <a:pt x="587" y="205"/>
                    <a:pt x="586" y="207"/>
                    <a:pt x="586" y="207"/>
                  </a:cubicBezTo>
                  <a:cubicBezTo>
                    <a:pt x="585" y="208"/>
                    <a:pt x="585" y="208"/>
                    <a:pt x="583" y="209"/>
                  </a:cubicBezTo>
                  <a:cubicBezTo>
                    <a:pt x="561" y="217"/>
                    <a:pt x="561" y="217"/>
                    <a:pt x="561" y="217"/>
                  </a:cubicBezTo>
                  <a:cubicBezTo>
                    <a:pt x="557" y="219"/>
                    <a:pt x="554" y="223"/>
                    <a:pt x="556" y="228"/>
                  </a:cubicBezTo>
                  <a:cubicBezTo>
                    <a:pt x="558" y="232"/>
                    <a:pt x="562" y="234"/>
                    <a:pt x="566" y="232"/>
                  </a:cubicBezTo>
                  <a:cubicBezTo>
                    <a:pt x="566" y="232"/>
                    <a:pt x="566" y="232"/>
                    <a:pt x="566" y="232"/>
                  </a:cubicBezTo>
                  <a:cubicBezTo>
                    <a:pt x="588" y="224"/>
                    <a:pt x="588" y="224"/>
                    <a:pt x="588" y="224"/>
                  </a:cubicBezTo>
                  <a:cubicBezTo>
                    <a:pt x="592" y="223"/>
                    <a:pt x="596" y="220"/>
                    <a:pt x="598" y="217"/>
                  </a:cubicBezTo>
                  <a:cubicBezTo>
                    <a:pt x="601" y="214"/>
                    <a:pt x="602" y="211"/>
                    <a:pt x="603" y="208"/>
                  </a:cubicBezTo>
                  <a:cubicBezTo>
                    <a:pt x="639" y="46"/>
                    <a:pt x="639" y="46"/>
                    <a:pt x="639" y="46"/>
                  </a:cubicBezTo>
                  <a:cubicBezTo>
                    <a:pt x="640" y="45"/>
                    <a:pt x="640" y="44"/>
                    <a:pt x="640" y="43"/>
                  </a:cubicBezTo>
                  <a:cubicBezTo>
                    <a:pt x="640" y="34"/>
                    <a:pt x="633" y="26"/>
                    <a:pt x="624" y="26"/>
                  </a:cubicBezTo>
                  <a:close/>
                  <a:moveTo>
                    <a:pt x="17" y="75"/>
                  </a:moveTo>
                  <a:cubicBezTo>
                    <a:pt x="17" y="74"/>
                    <a:pt x="17" y="73"/>
                    <a:pt x="17" y="72"/>
                  </a:cubicBezTo>
                  <a:cubicBezTo>
                    <a:pt x="17" y="68"/>
                    <a:pt x="17" y="67"/>
                    <a:pt x="18" y="66"/>
                  </a:cubicBezTo>
                  <a:cubicBezTo>
                    <a:pt x="18" y="66"/>
                    <a:pt x="20" y="65"/>
                    <a:pt x="23" y="64"/>
                  </a:cubicBezTo>
                  <a:cubicBezTo>
                    <a:pt x="23" y="64"/>
                    <a:pt x="23" y="64"/>
                    <a:pt x="23" y="64"/>
                  </a:cubicBezTo>
                  <a:cubicBezTo>
                    <a:pt x="23" y="64"/>
                    <a:pt x="23" y="64"/>
                    <a:pt x="23" y="64"/>
                  </a:cubicBezTo>
                  <a:cubicBezTo>
                    <a:pt x="24" y="63"/>
                    <a:pt x="75" y="44"/>
                    <a:pt x="94" y="37"/>
                  </a:cubicBezTo>
                  <a:cubicBezTo>
                    <a:pt x="95" y="37"/>
                    <a:pt x="95" y="37"/>
                    <a:pt x="96" y="37"/>
                  </a:cubicBezTo>
                  <a:cubicBezTo>
                    <a:pt x="96" y="37"/>
                    <a:pt x="96" y="38"/>
                    <a:pt x="97" y="39"/>
                  </a:cubicBezTo>
                  <a:cubicBezTo>
                    <a:pt x="98" y="41"/>
                    <a:pt x="99" y="44"/>
                    <a:pt x="101" y="48"/>
                  </a:cubicBezTo>
                  <a:cubicBezTo>
                    <a:pt x="102" y="51"/>
                    <a:pt x="107" y="56"/>
                    <a:pt x="114" y="56"/>
                  </a:cubicBezTo>
                  <a:cubicBezTo>
                    <a:pt x="116" y="56"/>
                    <a:pt x="118" y="56"/>
                    <a:pt x="120" y="55"/>
                  </a:cubicBezTo>
                  <a:cubicBezTo>
                    <a:pt x="133" y="51"/>
                    <a:pt x="212" y="20"/>
                    <a:pt x="223" y="16"/>
                  </a:cubicBezTo>
                  <a:cubicBezTo>
                    <a:pt x="224" y="17"/>
                    <a:pt x="224" y="17"/>
                    <a:pt x="224" y="18"/>
                  </a:cubicBezTo>
                  <a:cubicBezTo>
                    <a:pt x="224" y="18"/>
                    <a:pt x="224" y="18"/>
                    <a:pt x="224" y="18"/>
                  </a:cubicBezTo>
                  <a:cubicBezTo>
                    <a:pt x="224" y="19"/>
                    <a:pt x="224" y="19"/>
                    <a:pt x="224" y="19"/>
                  </a:cubicBezTo>
                  <a:cubicBezTo>
                    <a:pt x="228" y="48"/>
                    <a:pt x="228" y="48"/>
                    <a:pt x="228" y="48"/>
                  </a:cubicBezTo>
                  <a:cubicBezTo>
                    <a:pt x="195" y="60"/>
                    <a:pt x="81" y="103"/>
                    <a:pt x="79" y="104"/>
                  </a:cubicBezTo>
                  <a:cubicBezTo>
                    <a:pt x="74" y="105"/>
                    <a:pt x="70" y="108"/>
                    <a:pt x="68" y="112"/>
                  </a:cubicBezTo>
                  <a:cubicBezTo>
                    <a:pt x="67" y="112"/>
                    <a:pt x="67" y="113"/>
                    <a:pt x="66" y="114"/>
                  </a:cubicBezTo>
                  <a:cubicBezTo>
                    <a:pt x="66" y="114"/>
                    <a:pt x="66" y="114"/>
                    <a:pt x="66" y="114"/>
                  </a:cubicBezTo>
                  <a:cubicBezTo>
                    <a:pt x="66" y="115"/>
                    <a:pt x="66" y="115"/>
                    <a:pt x="65" y="115"/>
                  </a:cubicBezTo>
                  <a:cubicBezTo>
                    <a:pt x="65" y="116"/>
                    <a:pt x="65" y="116"/>
                    <a:pt x="65" y="117"/>
                  </a:cubicBezTo>
                  <a:cubicBezTo>
                    <a:pt x="65" y="117"/>
                    <a:pt x="65" y="117"/>
                    <a:pt x="65" y="117"/>
                  </a:cubicBezTo>
                  <a:cubicBezTo>
                    <a:pt x="65" y="117"/>
                    <a:pt x="64" y="118"/>
                    <a:pt x="64" y="119"/>
                  </a:cubicBezTo>
                  <a:cubicBezTo>
                    <a:pt x="64" y="119"/>
                    <a:pt x="64" y="119"/>
                    <a:pt x="64" y="119"/>
                  </a:cubicBezTo>
                  <a:cubicBezTo>
                    <a:pt x="64" y="119"/>
                    <a:pt x="64" y="119"/>
                    <a:pt x="64" y="119"/>
                  </a:cubicBezTo>
                  <a:cubicBezTo>
                    <a:pt x="40" y="237"/>
                    <a:pt x="40" y="237"/>
                    <a:pt x="40" y="237"/>
                  </a:cubicBezTo>
                  <a:lnTo>
                    <a:pt x="17" y="75"/>
                  </a:lnTo>
                  <a:close/>
                  <a:moveTo>
                    <a:pt x="51" y="284"/>
                  </a:moveTo>
                  <a:cubicBezTo>
                    <a:pt x="50" y="284"/>
                    <a:pt x="49" y="284"/>
                    <a:pt x="49" y="284"/>
                  </a:cubicBezTo>
                  <a:cubicBezTo>
                    <a:pt x="47" y="284"/>
                    <a:pt x="46" y="283"/>
                    <a:pt x="47" y="282"/>
                  </a:cubicBezTo>
                  <a:cubicBezTo>
                    <a:pt x="47" y="281"/>
                    <a:pt x="80" y="123"/>
                    <a:pt x="80" y="123"/>
                  </a:cubicBezTo>
                  <a:cubicBezTo>
                    <a:pt x="80" y="123"/>
                    <a:pt x="83" y="119"/>
                    <a:pt x="84" y="119"/>
                  </a:cubicBezTo>
                  <a:cubicBezTo>
                    <a:pt x="84" y="119"/>
                    <a:pt x="124" y="104"/>
                    <a:pt x="164" y="89"/>
                  </a:cubicBezTo>
                  <a:cubicBezTo>
                    <a:pt x="211" y="72"/>
                    <a:pt x="282" y="45"/>
                    <a:pt x="289" y="42"/>
                  </a:cubicBezTo>
                  <a:cubicBezTo>
                    <a:pt x="289" y="42"/>
                    <a:pt x="282" y="73"/>
                    <a:pt x="274" y="108"/>
                  </a:cubicBezTo>
                  <a:cubicBezTo>
                    <a:pt x="250" y="108"/>
                    <a:pt x="250" y="108"/>
                    <a:pt x="250" y="108"/>
                  </a:cubicBezTo>
                  <a:cubicBezTo>
                    <a:pt x="246" y="108"/>
                    <a:pt x="242" y="111"/>
                    <a:pt x="242" y="116"/>
                  </a:cubicBezTo>
                  <a:cubicBezTo>
                    <a:pt x="242" y="167"/>
                    <a:pt x="242" y="167"/>
                    <a:pt x="242" y="167"/>
                  </a:cubicBezTo>
                  <a:cubicBezTo>
                    <a:pt x="242" y="171"/>
                    <a:pt x="246" y="175"/>
                    <a:pt x="250" y="175"/>
                  </a:cubicBezTo>
                  <a:cubicBezTo>
                    <a:pt x="259" y="175"/>
                    <a:pt x="259" y="175"/>
                    <a:pt x="259" y="175"/>
                  </a:cubicBezTo>
                  <a:cubicBezTo>
                    <a:pt x="257" y="183"/>
                    <a:pt x="256" y="191"/>
                    <a:pt x="255" y="196"/>
                  </a:cubicBezTo>
                  <a:cubicBezTo>
                    <a:pt x="231" y="196"/>
                    <a:pt x="231" y="196"/>
                    <a:pt x="231" y="196"/>
                  </a:cubicBezTo>
                  <a:cubicBezTo>
                    <a:pt x="231" y="178"/>
                    <a:pt x="231" y="178"/>
                    <a:pt x="231" y="178"/>
                  </a:cubicBezTo>
                  <a:cubicBezTo>
                    <a:pt x="231" y="175"/>
                    <a:pt x="229" y="172"/>
                    <a:pt x="226" y="171"/>
                  </a:cubicBezTo>
                  <a:cubicBezTo>
                    <a:pt x="223" y="170"/>
                    <a:pt x="220" y="170"/>
                    <a:pt x="218" y="172"/>
                  </a:cubicBezTo>
                  <a:cubicBezTo>
                    <a:pt x="152" y="223"/>
                    <a:pt x="152" y="223"/>
                    <a:pt x="152" y="223"/>
                  </a:cubicBezTo>
                  <a:cubicBezTo>
                    <a:pt x="151" y="224"/>
                    <a:pt x="149" y="227"/>
                    <a:pt x="149" y="229"/>
                  </a:cubicBezTo>
                  <a:cubicBezTo>
                    <a:pt x="149" y="231"/>
                    <a:pt x="151" y="234"/>
                    <a:pt x="152" y="235"/>
                  </a:cubicBezTo>
                  <a:cubicBezTo>
                    <a:pt x="161" y="242"/>
                    <a:pt x="161" y="242"/>
                    <a:pt x="161" y="242"/>
                  </a:cubicBezTo>
                  <a:lnTo>
                    <a:pt x="51" y="284"/>
                  </a:lnTo>
                  <a:close/>
                  <a:moveTo>
                    <a:pt x="278" y="212"/>
                  </a:moveTo>
                  <a:cubicBezTo>
                    <a:pt x="278" y="246"/>
                    <a:pt x="278" y="246"/>
                    <a:pt x="278" y="246"/>
                  </a:cubicBezTo>
                  <a:cubicBezTo>
                    <a:pt x="223" y="246"/>
                    <a:pt x="223" y="246"/>
                    <a:pt x="223" y="246"/>
                  </a:cubicBezTo>
                  <a:cubicBezTo>
                    <a:pt x="218" y="246"/>
                    <a:pt x="215" y="250"/>
                    <a:pt x="215" y="254"/>
                  </a:cubicBezTo>
                  <a:cubicBezTo>
                    <a:pt x="215" y="263"/>
                    <a:pt x="215" y="263"/>
                    <a:pt x="215" y="263"/>
                  </a:cubicBezTo>
                  <a:cubicBezTo>
                    <a:pt x="170" y="229"/>
                    <a:pt x="170" y="229"/>
                    <a:pt x="170" y="229"/>
                  </a:cubicBezTo>
                  <a:cubicBezTo>
                    <a:pt x="215" y="195"/>
                    <a:pt x="215" y="195"/>
                    <a:pt x="215" y="195"/>
                  </a:cubicBezTo>
                  <a:cubicBezTo>
                    <a:pt x="215" y="204"/>
                    <a:pt x="215" y="204"/>
                    <a:pt x="215" y="204"/>
                  </a:cubicBezTo>
                  <a:cubicBezTo>
                    <a:pt x="215" y="208"/>
                    <a:pt x="218" y="212"/>
                    <a:pt x="223" y="212"/>
                  </a:cubicBezTo>
                  <a:lnTo>
                    <a:pt x="278" y="212"/>
                  </a:lnTo>
                  <a:close/>
                  <a:moveTo>
                    <a:pt x="321" y="176"/>
                  </a:moveTo>
                  <a:cubicBezTo>
                    <a:pt x="321" y="167"/>
                    <a:pt x="321" y="167"/>
                    <a:pt x="321" y="167"/>
                  </a:cubicBezTo>
                  <a:cubicBezTo>
                    <a:pt x="321" y="162"/>
                    <a:pt x="318" y="159"/>
                    <a:pt x="313" y="159"/>
                  </a:cubicBezTo>
                  <a:cubicBezTo>
                    <a:pt x="258" y="159"/>
                    <a:pt x="258" y="159"/>
                    <a:pt x="258" y="159"/>
                  </a:cubicBezTo>
                  <a:cubicBezTo>
                    <a:pt x="258" y="124"/>
                    <a:pt x="258" y="124"/>
                    <a:pt x="258" y="124"/>
                  </a:cubicBezTo>
                  <a:cubicBezTo>
                    <a:pt x="313" y="124"/>
                    <a:pt x="313" y="124"/>
                    <a:pt x="313" y="124"/>
                  </a:cubicBezTo>
                  <a:cubicBezTo>
                    <a:pt x="318" y="124"/>
                    <a:pt x="321" y="120"/>
                    <a:pt x="321" y="116"/>
                  </a:cubicBezTo>
                  <a:cubicBezTo>
                    <a:pt x="321" y="107"/>
                    <a:pt x="321" y="107"/>
                    <a:pt x="321" y="107"/>
                  </a:cubicBezTo>
                  <a:cubicBezTo>
                    <a:pt x="365" y="141"/>
                    <a:pt x="365" y="141"/>
                    <a:pt x="365" y="141"/>
                  </a:cubicBezTo>
                  <a:lnTo>
                    <a:pt x="321" y="176"/>
                  </a:lnTo>
                  <a:close/>
                  <a:moveTo>
                    <a:pt x="414" y="104"/>
                  </a:moveTo>
                  <a:cubicBezTo>
                    <a:pt x="409" y="105"/>
                    <a:pt x="405" y="108"/>
                    <a:pt x="402" y="112"/>
                  </a:cubicBezTo>
                  <a:cubicBezTo>
                    <a:pt x="402" y="112"/>
                    <a:pt x="401" y="113"/>
                    <a:pt x="401" y="114"/>
                  </a:cubicBezTo>
                  <a:cubicBezTo>
                    <a:pt x="401" y="114"/>
                    <a:pt x="401" y="114"/>
                    <a:pt x="401" y="114"/>
                  </a:cubicBezTo>
                  <a:cubicBezTo>
                    <a:pt x="401" y="115"/>
                    <a:pt x="400" y="115"/>
                    <a:pt x="400" y="115"/>
                  </a:cubicBezTo>
                  <a:cubicBezTo>
                    <a:pt x="400" y="116"/>
                    <a:pt x="400" y="116"/>
                    <a:pt x="400" y="117"/>
                  </a:cubicBezTo>
                  <a:cubicBezTo>
                    <a:pt x="400" y="117"/>
                    <a:pt x="400" y="117"/>
                    <a:pt x="400" y="117"/>
                  </a:cubicBezTo>
                  <a:cubicBezTo>
                    <a:pt x="399" y="117"/>
                    <a:pt x="399" y="118"/>
                    <a:pt x="399" y="119"/>
                  </a:cubicBezTo>
                  <a:cubicBezTo>
                    <a:pt x="399" y="119"/>
                    <a:pt x="399" y="119"/>
                    <a:pt x="399" y="119"/>
                  </a:cubicBezTo>
                  <a:cubicBezTo>
                    <a:pt x="399" y="119"/>
                    <a:pt x="399" y="119"/>
                    <a:pt x="399" y="119"/>
                  </a:cubicBezTo>
                  <a:cubicBezTo>
                    <a:pt x="374" y="237"/>
                    <a:pt x="374" y="237"/>
                    <a:pt x="374" y="237"/>
                  </a:cubicBezTo>
                  <a:cubicBezTo>
                    <a:pt x="364" y="163"/>
                    <a:pt x="364" y="163"/>
                    <a:pt x="364" y="163"/>
                  </a:cubicBezTo>
                  <a:cubicBezTo>
                    <a:pt x="383" y="147"/>
                    <a:pt x="383" y="147"/>
                    <a:pt x="383" y="147"/>
                  </a:cubicBezTo>
                  <a:cubicBezTo>
                    <a:pt x="385" y="146"/>
                    <a:pt x="386" y="144"/>
                    <a:pt x="386" y="141"/>
                  </a:cubicBezTo>
                  <a:cubicBezTo>
                    <a:pt x="386" y="139"/>
                    <a:pt x="385" y="136"/>
                    <a:pt x="383" y="135"/>
                  </a:cubicBezTo>
                  <a:cubicBezTo>
                    <a:pt x="357" y="114"/>
                    <a:pt x="357" y="114"/>
                    <a:pt x="357" y="114"/>
                  </a:cubicBezTo>
                  <a:cubicBezTo>
                    <a:pt x="351" y="75"/>
                    <a:pt x="351" y="75"/>
                    <a:pt x="351" y="75"/>
                  </a:cubicBezTo>
                  <a:cubicBezTo>
                    <a:pt x="351" y="74"/>
                    <a:pt x="351" y="73"/>
                    <a:pt x="351" y="72"/>
                  </a:cubicBezTo>
                  <a:cubicBezTo>
                    <a:pt x="351" y="68"/>
                    <a:pt x="352" y="67"/>
                    <a:pt x="352" y="66"/>
                  </a:cubicBezTo>
                  <a:cubicBezTo>
                    <a:pt x="353" y="66"/>
                    <a:pt x="354" y="65"/>
                    <a:pt x="358" y="64"/>
                  </a:cubicBezTo>
                  <a:cubicBezTo>
                    <a:pt x="358" y="64"/>
                    <a:pt x="358" y="64"/>
                    <a:pt x="358" y="64"/>
                  </a:cubicBezTo>
                  <a:cubicBezTo>
                    <a:pt x="358" y="64"/>
                    <a:pt x="358" y="64"/>
                    <a:pt x="358" y="64"/>
                  </a:cubicBezTo>
                  <a:cubicBezTo>
                    <a:pt x="358" y="63"/>
                    <a:pt x="410" y="44"/>
                    <a:pt x="428" y="37"/>
                  </a:cubicBezTo>
                  <a:cubicBezTo>
                    <a:pt x="429" y="37"/>
                    <a:pt x="430" y="37"/>
                    <a:pt x="430" y="37"/>
                  </a:cubicBezTo>
                  <a:cubicBezTo>
                    <a:pt x="431" y="37"/>
                    <a:pt x="431" y="38"/>
                    <a:pt x="431" y="39"/>
                  </a:cubicBezTo>
                  <a:cubicBezTo>
                    <a:pt x="432" y="41"/>
                    <a:pt x="433" y="44"/>
                    <a:pt x="435" y="48"/>
                  </a:cubicBezTo>
                  <a:cubicBezTo>
                    <a:pt x="437" y="51"/>
                    <a:pt x="442" y="56"/>
                    <a:pt x="449" y="56"/>
                  </a:cubicBezTo>
                  <a:cubicBezTo>
                    <a:pt x="451" y="56"/>
                    <a:pt x="453" y="56"/>
                    <a:pt x="454" y="55"/>
                  </a:cubicBezTo>
                  <a:cubicBezTo>
                    <a:pt x="467" y="51"/>
                    <a:pt x="546" y="20"/>
                    <a:pt x="558" y="16"/>
                  </a:cubicBezTo>
                  <a:cubicBezTo>
                    <a:pt x="558" y="17"/>
                    <a:pt x="559" y="17"/>
                    <a:pt x="559" y="18"/>
                  </a:cubicBezTo>
                  <a:cubicBezTo>
                    <a:pt x="559" y="18"/>
                    <a:pt x="559" y="18"/>
                    <a:pt x="559" y="18"/>
                  </a:cubicBezTo>
                  <a:cubicBezTo>
                    <a:pt x="559" y="19"/>
                    <a:pt x="559" y="19"/>
                    <a:pt x="559" y="19"/>
                  </a:cubicBezTo>
                  <a:cubicBezTo>
                    <a:pt x="563" y="48"/>
                    <a:pt x="563" y="48"/>
                    <a:pt x="563" y="48"/>
                  </a:cubicBezTo>
                  <a:cubicBezTo>
                    <a:pt x="530" y="60"/>
                    <a:pt x="416" y="103"/>
                    <a:pt x="414" y="104"/>
                  </a:cubicBezTo>
                  <a:close/>
                </a:path>
              </a:pathLst>
            </a:custGeom>
            <a:blipFill dpi="0" rotWithShape="1">
              <a:blip r:embed="rId24"/>
              <a:srcRect/>
              <a:stretch>
                <a:fillRect/>
              </a:stretch>
            </a:blipFill>
            <a:ln w="9525">
              <a:noFill/>
              <a:round/>
              <a:headEnd/>
              <a:tailEnd/>
            </a:ln>
          </p:spPr>
          <p:txBody>
            <a:bodyPr/>
            <a:lstStyle/>
            <a:p>
              <a:endParaRPr lang="en-GB"/>
            </a:p>
          </p:txBody>
        </p:sp>
        <p:sp>
          <p:nvSpPr>
            <p:cNvPr id="31842" name="Freeform 3"/>
            <p:cNvSpPr>
              <a:spLocks noChangeAspect="1" noEditPoints="1"/>
            </p:cNvSpPr>
            <p:nvPr/>
          </p:nvSpPr>
          <p:spPr bwMode="auto">
            <a:xfrm>
              <a:off x="3069580" y="3349557"/>
              <a:ext cx="107152" cy="90205"/>
            </a:xfrm>
            <a:custGeom>
              <a:avLst/>
              <a:gdLst>
                <a:gd name="T0" fmla="*/ 2147483647 w 359"/>
                <a:gd name="T1" fmla="*/ 0 h 290"/>
                <a:gd name="T2" fmla="*/ 2147483647 w 359"/>
                <a:gd name="T3" fmla="*/ 2147483647 h 290"/>
                <a:gd name="T4" fmla="*/ 2147483647 w 359"/>
                <a:gd name="T5" fmla="*/ 2147483647 h 290"/>
                <a:gd name="T6" fmla="*/ 2147483647 w 359"/>
                <a:gd name="T7" fmla="*/ 2147483647 h 290"/>
                <a:gd name="T8" fmla="*/ 2147483647 w 359"/>
                <a:gd name="T9" fmla="*/ 2147483647 h 290"/>
                <a:gd name="T10" fmla="*/ 2147483647 w 359"/>
                <a:gd name="T11" fmla="*/ 2147483647 h 290"/>
                <a:gd name="T12" fmla="*/ 2147483647 w 359"/>
                <a:gd name="T13" fmla="*/ 2147483647 h 290"/>
                <a:gd name="T14" fmla="*/ 2147483647 w 359"/>
                <a:gd name="T15" fmla="*/ 2147483647 h 290"/>
                <a:gd name="T16" fmla="*/ 2147483647 w 359"/>
                <a:gd name="T17" fmla="*/ 2147483647 h 290"/>
                <a:gd name="T18" fmla="*/ 2147483647 w 359"/>
                <a:gd name="T19" fmla="*/ 2147483647 h 290"/>
                <a:gd name="T20" fmla="*/ 2147483647 w 359"/>
                <a:gd name="T21" fmla="*/ 2147483647 h 290"/>
                <a:gd name="T22" fmla="*/ 2147483647 w 359"/>
                <a:gd name="T23" fmla="*/ 2147483647 h 290"/>
                <a:gd name="T24" fmla="*/ 2147483647 w 359"/>
                <a:gd name="T25" fmla="*/ 2147483647 h 290"/>
                <a:gd name="T26" fmla="*/ 2147483647 w 359"/>
                <a:gd name="T27" fmla="*/ 2147483647 h 290"/>
                <a:gd name="T28" fmla="*/ 2147483647 w 359"/>
                <a:gd name="T29" fmla="*/ 2147483647 h 290"/>
                <a:gd name="T30" fmla="*/ 2147483647 w 359"/>
                <a:gd name="T31" fmla="*/ 2147483647 h 290"/>
                <a:gd name="T32" fmla="*/ 2147483647 w 359"/>
                <a:gd name="T33" fmla="*/ 2147483647 h 290"/>
                <a:gd name="T34" fmla="*/ 2147483647 w 359"/>
                <a:gd name="T35" fmla="*/ 2147483647 h 290"/>
                <a:gd name="T36" fmla="*/ 2147483647 w 359"/>
                <a:gd name="T37" fmla="*/ 2147483647 h 290"/>
                <a:gd name="T38" fmla="*/ 2147483647 w 359"/>
                <a:gd name="T39" fmla="*/ 2147483647 h 290"/>
                <a:gd name="T40" fmla="*/ 2147483647 w 359"/>
                <a:gd name="T41" fmla="*/ 2147483647 h 290"/>
                <a:gd name="T42" fmla="*/ 2147483647 w 359"/>
                <a:gd name="T43" fmla="*/ 2147483647 h 290"/>
                <a:gd name="T44" fmla="*/ 2147483647 w 359"/>
                <a:gd name="T45" fmla="*/ 2147483647 h 290"/>
                <a:gd name="T46" fmla="*/ 2147483647 w 359"/>
                <a:gd name="T47" fmla="*/ 2147483647 h 290"/>
                <a:gd name="T48" fmla="*/ 2147483647 w 359"/>
                <a:gd name="T49" fmla="*/ 2147483647 h 290"/>
                <a:gd name="T50" fmla="*/ 2147483647 w 359"/>
                <a:gd name="T51" fmla="*/ 2147483647 h 290"/>
                <a:gd name="T52" fmla="*/ 2147483647 w 359"/>
                <a:gd name="T53" fmla="*/ 2147483647 h 290"/>
                <a:gd name="T54" fmla="*/ 2147483647 w 359"/>
                <a:gd name="T55" fmla="*/ 2147483647 h 290"/>
                <a:gd name="T56" fmla="*/ 2147483647 w 359"/>
                <a:gd name="T57" fmla="*/ 2147483647 h 290"/>
                <a:gd name="T58" fmla="*/ 2147483647 w 359"/>
                <a:gd name="T59" fmla="*/ 2147483647 h 290"/>
                <a:gd name="T60" fmla="*/ 2147483647 w 359"/>
                <a:gd name="T61" fmla="*/ 2147483647 h 290"/>
                <a:gd name="T62" fmla="*/ 2147483647 w 359"/>
                <a:gd name="T63" fmla="*/ 2147483647 h 290"/>
                <a:gd name="T64" fmla="*/ 2147483647 w 359"/>
                <a:gd name="T65" fmla="*/ 2147483647 h 290"/>
                <a:gd name="T66" fmla="*/ 2147483647 w 359"/>
                <a:gd name="T67" fmla="*/ 2147483647 h 290"/>
                <a:gd name="T68" fmla="*/ 2147483647 w 359"/>
                <a:gd name="T69" fmla="*/ 2147483647 h 290"/>
                <a:gd name="T70" fmla="*/ 2147483647 w 359"/>
                <a:gd name="T71" fmla="*/ 2147483647 h 29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59"/>
                <a:gd name="T109" fmla="*/ 0 h 290"/>
                <a:gd name="T110" fmla="*/ 359 w 359"/>
                <a:gd name="T111" fmla="*/ 290 h 29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59" h="290">
                  <a:moveTo>
                    <a:pt x="337" y="0"/>
                  </a:moveTo>
                  <a:cubicBezTo>
                    <a:pt x="312" y="0"/>
                    <a:pt x="312" y="0"/>
                    <a:pt x="312" y="0"/>
                  </a:cubicBezTo>
                  <a:cubicBezTo>
                    <a:pt x="299" y="0"/>
                    <a:pt x="286" y="10"/>
                    <a:pt x="284" y="23"/>
                  </a:cubicBezTo>
                  <a:cubicBezTo>
                    <a:pt x="279" y="49"/>
                    <a:pt x="279" y="49"/>
                    <a:pt x="279" y="49"/>
                  </a:cubicBezTo>
                  <a:cubicBezTo>
                    <a:pt x="275" y="46"/>
                    <a:pt x="270" y="44"/>
                    <a:pt x="264" y="44"/>
                  </a:cubicBezTo>
                  <a:cubicBezTo>
                    <a:pt x="28" y="44"/>
                    <a:pt x="28" y="44"/>
                    <a:pt x="28" y="44"/>
                  </a:cubicBezTo>
                  <a:cubicBezTo>
                    <a:pt x="20" y="44"/>
                    <a:pt x="12" y="48"/>
                    <a:pt x="7" y="54"/>
                  </a:cubicBezTo>
                  <a:cubicBezTo>
                    <a:pt x="2" y="60"/>
                    <a:pt x="0" y="68"/>
                    <a:pt x="1" y="76"/>
                  </a:cubicBezTo>
                  <a:cubicBezTo>
                    <a:pt x="20" y="191"/>
                    <a:pt x="20" y="191"/>
                    <a:pt x="20" y="191"/>
                  </a:cubicBezTo>
                  <a:cubicBezTo>
                    <a:pt x="22" y="204"/>
                    <a:pt x="34" y="215"/>
                    <a:pt x="48" y="215"/>
                  </a:cubicBezTo>
                  <a:cubicBezTo>
                    <a:pt x="241" y="215"/>
                    <a:pt x="241" y="215"/>
                    <a:pt x="241" y="215"/>
                  </a:cubicBezTo>
                  <a:cubicBezTo>
                    <a:pt x="244" y="215"/>
                    <a:pt x="246" y="214"/>
                    <a:pt x="249" y="214"/>
                  </a:cubicBezTo>
                  <a:cubicBezTo>
                    <a:pt x="245" y="233"/>
                    <a:pt x="242" y="249"/>
                    <a:pt x="242" y="249"/>
                  </a:cubicBezTo>
                  <a:cubicBezTo>
                    <a:pt x="242" y="250"/>
                    <a:pt x="240" y="252"/>
                    <a:pt x="238" y="252"/>
                  </a:cubicBezTo>
                  <a:cubicBezTo>
                    <a:pt x="234" y="252"/>
                    <a:pt x="234" y="252"/>
                    <a:pt x="234" y="252"/>
                  </a:cubicBezTo>
                  <a:cubicBezTo>
                    <a:pt x="231" y="240"/>
                    <a:pt x="220" y="231"/>
                    <a:pt x="206" y="231"/>
                  </a:cubicBezTo>
                  <a:cubicBezTo>
                    <a:pt x="193" y="231"/>
                    <a:pt x="182" y="240"/>
                    <a:pt x="178" y="252"/>
                  </a:cubicBezTo>
                  <a:cubicBezTo>
                    <a:pt x="89" y="252"/>
                    <a:pt x="89" y="252"/>
                    <a:pt x="89" y="252"/>
                  </a:cubicBezTo>
                  <a:cubicBezTo>
                    <a:pt x="86" y="240"/>
                    <a:pt x="75" y="231"/>
                    <a:pt x="61" y="231"/>
                  </a:cubicBezTo>
                  <a:cubicBezTo>
                    <a:pt x="45" y="231"/>
                    <a:pt x="32" y="244"/>
                    <a:pt x="32" y="260"/>
                  </a:cubicBezTo>
                  <a:cubicBezTo>
                    <a:pt x="32" y="277"/>
                    <a:pt x="45" y="290"/>
                    <a:pt x="61" y="290"/>
                  </a:cubicBezTo>
                  <a:cubicBezTo>
                    <a:pt x="75" y="290"/>
                    <a:pt x="86" y="281"/>
                    <a:pt x="90" y="268"/>
                  </a:cubicBezTo>
                  <a:cubicBezTo>
                    <a:pt x="178" y="268"/>
                    <a:pt x="178" y="268"/>
                    <a:pt x="178" y="268"/>
                  </a:cubicBezTo>
                  <a:cubicBezTo>
                    <a:pt x="182" y="281"/>
                    <a:pt x="193" y="290"/>
                    <a:pt x="206" y="290"/>
                  </a:cubicBezTo>
                  <a:cubicBezTo>
                    <a:pt x="220" y="290"/>
                    <a:pt x="231" y="281"/>
                    <a:pt x="234" y="268"/>
                  </a:cubicBezTo>
                  <a:cubicBezTo>
                    <a:pt x="238" y="268"/>
                    <a:pt x="238" y="268"/>
                    <a:pt x="238" y="268"/>
                  </a:cubicBezTo>
                  <a:cubicBezTo>
                    <a:pt x="248" y="268"/>
                    <a:pt x="256" y="261"/>
                    <a:pt x="258" y="252"/>
                  </a:cubicBezTo>
                  <a:cubicBezTo>
                    <a:pt x="262" y="229"/>
                    <a:pt x="266" y="210"/>
                    <a:pt x="268" y="195"/>
                  </a:cubicBezTo>
                  <a:cubicBezTo>
                    <a:pt x="269" y="194"/>
                    <a:pt x="269" y="193"/>
                    <a:pt x="269" y="191"/>
                  </a:cubicBezTo>
                  <a:cubicBezTo>
                    <a:pt x="281" y="127"/>
                    <a:pt x="281" y="127"/>
                    <a:pt x="281" y="127"/>
                  </a:cubicBezTo>
                  <a:cubicBezTo>
                    <a:pt x="281" y="126"/>
                    <a:pt x="281" y="125"/>
                    <a:pt x="281" y="123"/>
                  </a:cubicBezTo>
                  <a:cubicBezTo>
                    <a:pt x="280" y="122"/>
                    <a:pt x="280" y="121"/>
                    <a:pt x="279" y="120"/>
                  </a:cubicBezTo>
                  <a:cubicBezTo>
                    <a:pt x="278" y="120"/>
                    <a:pt x="278" y="119"/>
                    <a:pt x="277" y="119"/>
                  </a:cubicBezTo>
                  <a:cubicBezTo>
                    <a:pt x="276" y="118"/>
                    <a:pt x="275" y="118"/>
                    <a:pt x="274" y="118"/>
                  </a:cubicBezTo>
                  <a:cubicBezTo>
                    <a:pt x="270" y="117"/>
                    <a:pt x="266" y="120"/>
                    <a:pt x="265" y="124"/>
                  </a:cubicBezTo>
                  <a:cubicBezTo>
                    <a:pt x="265" y="124"/>
                    <a:pt x="265" y="124"/>
                    <a:pt x="265" y="124"/>
                  </a:cubicBezTo>
                  <a:cubicBezTo>
                    <a:pt x="265" y="125"/>
                    <a:pt x="259" y="159"/>
                    <a:pt x="253" y="191"/>
                  </a:cubicBezTo>
                  <a:cubicBezTo>
                    <a:pt x="251" y="195"/>
                    <a:pt x="246" y="199"/>
                    <a:pt x="241" y="199"/>
                  </a:cubicBezTo>
                  <a:cubicBezTo>
                    <a:pt x="48" y="199"/>
                    <a:pt x="48" y="199"/>
                    <a:pt x="48" y="199"/>
                  </a:cubicBezTo>
                  <a:cubicBezTo>
                    <a:pt x="42" y="199"/>
                    <a:pt x="37" y="194"/>
                    <a:pt x="36" y="189"/>
                  </a:cubicBezTo>
                  <a:cubicBezTo>
                    <a:pt x="17" y="73"/>
                    <a:pt x="17" y="73"/>
                    <a:pt x="17" y="73"/>
                  </a:cubicBezTo>
                  <a:cubicBezTo>
                    <a:pt x="17" y="70"/>
                    <a:pt x="17" y="66"/>
                    <a:pt x="19" y="64"/>
                  </a:cubicBezTo>
                  <a:cubicBezTo>
                    <a:pt x="21" y="62"/>
                    <a:pt x="25" y="60"/>
                    <a:pt x="28" y="60"/>
                  </a:cubicBezTo>
                  <a:cubicBezTo>
                    <a:pt x="264" y="60"/>
                    <a:pt x="264" y="60"/>
                    <a:pt x="264" y="60"/>
                  </a:cubicBezTo>
                  <a:cubicBezTo>
                    <a:pt x="268" y="60"/>
                    <a:pt x="271" y="62"/>
                    <a:pt x="273" y="64"/>
                  </a:cubicBezTo>
                  <a:cubicBezTo>
                    <a:pt x="275" y="66"/>
                    <a:pt x="275" y="69"/>
                    <a:pt x="275" y="72"/>
                  </a:cubicBezTo>
                  <a:cubicBezTo>
                    <a:pt x="271" y="93"/>
                    <a:pt x="271" y="93"/>
                    <a:pt x="271" y="93"/>
                  </a:cubicBezTo>
                  <a:cubicBezTo>
                    <a:pt x="271" y="93"/>
                    <a:pt x="271" y="93"/>
                    <a:pt x="271" y="93"/>
                  </a:cubicBezTo>
                  <a:cubicBezTo>
                    <a:pt x="270" y="97"/>
                    <a:pt x="273" y="102"/>
                    <a:pt x="277" y="102"/>
                  </a:cubicBezTo>
                  <a:cubicBezTo>
                    <a:pt x="282" y="103"/>
                    <a:pt x="286" y="100"/>
                    <a:pt x="287" y="96"/>
                  </a:cubicBezTo>
                  <a:cubicBezTo>
                    <a:pt x="290" y="76"/>
                    <a:pt x="290" y="76"/>
                    <a:pt x="290" y="76"/>
                  </a:cubicBezTo>
                  <a:cubicBezTo>
                    <a:pt x="291" y="76"/>
                    <a:pt x="291" y="75"/>
                    <a:pt x="291" y="75"/>
                  </a:cubicBezTo>
                  <a:cubicBezTo>
                    <a:pt x="300" y="26"/>
                    <a:pt x="300" y="26"/>
                    <a:pt x="300" y="26"/>
                  </a:cubicBezTo>
                  <a:cubicBezTo>
                    <a:pt x="301" y="20"/>
                    <a:pt x="307" y="16"/>
                    <a:pt x="312" y="16"/>
                  </a:cubicBezTo>
                  <a:cubicBezTo>
                    <a:pt x="337" y="16"/>
                    <a:pt x="337" y="16"/>
                    <a:pt x="337" y="16"/>
                  </a:cubicBezTo>
                  <a:cubicBezTo>
                    <a:pt x="341" y="16"/>
                    <a:pt x="343" y="19"/>
                    <a:pt x="343" y="22"/>
                  </a:cubicBezTo>
                  <a:cubicBezTo>
                    <a:pt x="343" y="27"/>
                    <a:pt x="338" y="27"/>
                    <a:pt x="337" y="27"/>
                  </a:cubicBezTo>
                  <a:cubicBezTo>
                    <a:pt x="322" y="27"/>
                    <a:pt x="322" y="27"/>
                    <a:pt x="322" y="27"/>
                  </a:cubicBezTo>
                  <a:cubicBezTo>
                    <a:pt x="318" y="27"/>
                    <a:pt x="314" y="31"/>
                    <a:pt x="314" y="35"/>
                  </a:cubicBezTo>
                  <a:cubicBezTo>
                    <a:pt x="314" y="40"/>
                    <a:pt x="318" y="43"/>
                    <a:pt x="322" y="43"/>
                  </a:cubicBezTo>
                  <a:cubicBezTo>
                    <a:pt x="337" y="43"/>
                    <a:pt x="337" y="43"/>
                    <a:pt x="337" y="43"/>
                  </a:cubicBezTo>
                  <a:cubicBezTo>
                    <a:pt x="350" y="43"/>
                    <a:pt x="359" y="35"/>
                    <a:pt x="359" y="22"/>
                  </a:cubicBezTo>
                  <a:cubicBezTo>
                    <a:pt x="359" y="10"/>
                    <a:pt x="349" y="0"/>
                    <a:pt x="337" y="0"/>
                  </a:cubicBezTo>
                  <a:close/>
                  <a:moveTo>
                    <a:pt x="61" y="274"/>
                  </a:moveTo>
                  <a:cubicBezTo>
                    <a:pt x="54" y="274"/>
                    <a:pt x="48" y="268"/>
                    <a:pt x="48" y="260"/>
                  </a:cubicBezTo>
                  <a:cubicBezTo>
                    <a:pt x="48" y="253"/>
                    <a:pt x="54" y="247"/>
                    <a:pt x="61" y="247"/>
                  </a:cubicBezTo>
                  <a:cubicBezTo>
                    <a:pt x="69" y="247"/>
                    <a:pt x="75" y="253"/>
                    <a:pt x="75" y="260"/>
                  </a:cubicBezTo>
                  <a:cubicBezTo>
                    <a:pt x="75" y="268"/>
                    <a:pt x="69" y="274"/>
                    <a:pt x="61" y="274"/>
                  </a:cubicBezTo>
                  <a:close/>
                  <a:moveTo>
                    <a:pt x="206" y="274"/>
                  </a:moveTo>
                  <a:cubicBezTo>
                    <a:pt x="199" y="274"/>
                    <a:pt x="193" y="268"/>
                    <a:pt x="193" y="260"/>
                  </a:cubicBezTo>
                  <a:cubicBezTo>
                    <a:pt x="193" y="253"/>
                    <a:pt x="199" y="247"/>
                    <a:pt x="206" y="247"/>
                  </a:cubicBezTo>
                  <a:cubicBezTo>
                    <a:pt x="214" y="247"/>
                    <a:pt x="219" y="253"/>
                    <a:pt x="219" y="260"/>
                  </a:cubicBezTo>
                  <a:cubicBezTo>
                    <a:pt x="219" y="268"/>
                    <a:pt x="214" y="274"/>
                    <a:pt x="206" y="274"/>
                  </a:cubicBezTo>
                  <a:close/>
                </a:path>
              </a:pathLst>
            </a:custGeom>
            <a:blipFill dpi="0" rotWithShape="1">
              <a:blip r:embed="rId25"/>
              <a:srcRect/>
              <a:stretch>
                <a:fillRect/>
              </a:stretch>
            </a:blipFill>
            <a:ln w="9525">
              <a:noFill/>
              <a:round/>
              <a:headEnd/>
              <a:tailEnd/>
            </a:ln>
          </p:spPr>
          <p:txBody>
            <a:bodyPr/>
            <a:lstStyle/>
            <a:p>
              <a:endParaRPr lang="en-GB"/>
            </a:p>
          </p:txBody>
        </p:sp>
        <p:sp>
          <p:nvSpPr>
            <p:cNvPr id="31843" name="Freeform 3"/>
            <p:cNvSpPr>
              <a:spLocks noChangeAspect="1" noEditPoints="1"/>
            </p:cNvSpPr>
            <p:nvPr/>
          </p:nvSpPr>
          <p:spPr bwMode="auto">
            <a:xfrm>
              <a:off x="3766528" y="3810314"/>
              <a:ext cx="133845" cy="64563"/>
            </a:xfrm>
            <a:custGeom>
              <a:avLst/>
              <a:gdLst>
                <a:gd name="T0" fmla="*/ 2147483647 w 448"/>
                <a:gd name="T1" fmla="*/ 2147483647 h 208"/>
                <a:gd name="T2" fmla="*/ 2147483647 w 448"/>
                <a:gd name="T3" fmla="*/ 2147483647 h 208"/>
                <a:gd name="T4" fmla="*/ 2147483647 w 448"/>
                <a:gd name="T5" fmla="*/ 2147483647 h 208"/>
                <a:gd name="T6" fmla="*/ 2147483647 w 448"/>
                <a:gd name="T7" fmla="*/ 2147483647 h 208"/>
                <a:gd name="T8" fmla="*/ 2147483647 w 448"/>
                <a:gd name="T9" fmla="*/ 2147483647 h 208"/>
                <a:gd name="T10" fmla="*/ 2147483647 w 448"/>
                <a:gd name="T11" fmla="*/ 2147483647 h 208"/>
                <a:gd name="T12" fmla="*/ 2147483647 w 448"/>
                <a:gd name="T13" fmla="*/ 2147483647 h 208"/>
                <a:gd name="T14" fmla="*/ 2147483647 w 448"/>
                <a:gd name="T15" fmla="*/ 2147483647 h 208"/>
                <a:gd name="T16" fmla="*/ 2147483647 w 448"/>
                <a:gd name="T17" fmla="*/ 2147483647 h 208"/>
                <a:gd name="T18" fmla="*/ 2147483647 w 448"/>
                <a:gd name="T19" fmla="*/ 2147483647 h 208"/>
                <a:gd name="T20" fmla="*/ 2147483647 w 448"/>
                <a:gd name="T21" fmla="*/ 2147483647 h 208"/>
                <a:gd name="T22" fmla="*/ 2147483647 w 448"/>
                <a:gd name="T23" fmla="*/ 2147483647 h 208"/>
                <a:gd name="T24" fmla="*/ 2147483647 w 448"/>
                <a:gd name="T25" fmla="*/ 2147483647 h 208"/>
                <a:gd name="T26" fmla="*/ 2147483647 w 448"/>
                <a:gd name="T27" fmla="*/ 2147483647 h 208"/>
                <a:gd name="T28" fmla="*/ 2147483647 w 448"/>
                <a:gd name="T29" fmla="*/ 2147483647 h 208"/>
                <a:gd name="T30" fmla="*/ 2147483647 w 448"/>
                <a:gd name="T31" fmla="*/ 2147483647 h 208"/>
                <a:gd name="T32" fmla="*/ 2147483647 w 448"/>
                <a:gd name="T33" fmla="*/ 2147483647 h 208"/>
                <a:gd name="T34" fmla="*/ 2147483647 w 448"/>
                <a:gd name="T35" fmla="*/ 2147483647 h 208"/>
                <a:gd name="T36" fmla="*/ 2147483647 w 448"/>
                <a:gd name="T37" fmla="*/ 2147483647 h 208"/>
                <a:gd name="T38" fmla="*/ 2147483647 w 448"/>
                <a:gd name="T39" fmla="*/ 2147483647 h 208"/>
                <a:gd name="T40" fmla="*/ 2147483647 w 448"/>
                <a:gd name="T41" fmla="*/ 2147483647 h 208"/>
                <a:gd name="T42" fmla="*/ 2147483647 w 448"/>
                <a:gd name="T43" fmla="*/ 2147483647 h 208"/>
                <a:gd name="T44" fmla="*/ 2147483647 w 448"/>
                <a:gd name="T45" fmla="*/ 2147483647 h 208"/>
                <a:gd name="T46" fmla="*/ 2147483647 w 448"/>
                <a:gd name="T47" fmla="*/ 2147483647 h 208"/>
                <a:gd name="T48" fmla="*/ 2147483647 w 448"/>
                <a:gd name="T49" fmla="*/ 2147483647 h 208"/>
                <a:gd name="T50" fmla="*/ 2147483647 w 448"/>
                <a:gd name="T51" fmla="*/ 2147483647 h 208"/>
                <a:gd name="T52" fmla="*/ 2147483647 w 448"/>
                <a:gd name="T53" fmla="*/ 2147483647 h 208"/>
                <a:gd name="T54" fmla="*/ 2147483647 w 448"/>
                <a:gd name="T55" fmla="*/ 2147483647 h 208"/>
                <a:gd name="T56" fmla="*/ 2147483647 w 448"/>
                <a:gd name="T57" fmla="*/ 2147483647 h 208"/>
                <a:gd name="T58" fmla="*/ 2147483647 w 448"/>
                <a:gd name="T59" fmla="*/ 2147483647 h 208"/>
                <a:gd name="T60" fmla="*/ 2147483647 w 448"/>
                <a:gd name="T61" fmla="*/ 2147483647 h 208"/>
                <a:gd name="T62" fmla="*/ 2147483647 w 448"/>
                <a:gd name="T63" fmla="*/ 2147483647 h 208"/>
                <a:gd name="T64" fmla="*/ 2147483647 w 448"/>
                <a:gd name="T65" fmla="*/ 2147483647 h 20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48"/>
                <a:gd name="T100" fmla="*/ 0 h 208"/>
                <a:gd name="T101" fmla="*/ 448 w 448"/>
                <a:gd name="T102" fmla="*/ 208 h 20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48" h="208">
                  <a:moveTo>
                    <a:pt x="447" y="114"/>
                  </a:moveTo>
                  <a:cubicBezTo>
                    <a:pt x="446" y="110"/>
                    <a:pt x="442" y="107"/>
                    <a:pt x="438" y="108"/>
                  </a:cubicBezTo>
                  <a:cubicBezTo>
                    <a:pt x="433" y="109"/>
                    <a:pt x="431" y="114"/>
                    <a:pt x="432" y="118"/>
                  </a:cubicBezTo>
                  <a:cubicBezTo>
                    <a:pt x="432" y="120"/>
                    <a:pt x="432" y="122"/>
                    <a:pt x="432" y="125"/>
                  </a:cubicBezTo>
                  <a:cubicBezTo>
                    <a:pt x="432" y="142"/>
                    <a:pt x="428" y="154"/>
                    <a:pt x="423" y="161"/>
                  </a:cubicBezTo>
                  <a:cubicBezTo>
                    <a:pt x="420" y="164"/>
                    <a:pt x="418" y="167"/>
                    <a:pt x="417" y="169"/>
                  </a:cubicBezTo>
                  <a:cubicBezTo>
                    <a:pt x="416" y="169"/>
                    <a:pt x="416" y="169"/>
                    <a:pt x="416" y="169"/>
                  </a:cubicBezTo>
                  <a:cubicBezTo>
                    <a:pt x="408" y="169"/>
                    <a:pt x="408" y="169"/>
                    <a:pt x="408" y="169"/>
                  </a:cubicBezTo>
                  <a:cubicBezTo>
                    <a:pt x="408" y="167"/>
                    <a:pt x="408" y="165"/>
                    <a:pt x="408" y="163"/>
                  </a:cubicBezTo>
                  <a:cubicBezTo>
                    <a:pt x="408" y="139"/>
                    <a:pt x="388" y="119"/>
                    <a:pt x="363" y="119"/>
                  </a:cubicBezTo>
                  <a:cubicBezTo>
                    <a:pt x="339" y="119"/>
                    <a:pt x="319" y="139"/>
                    <a:pt x="319" y="163"/>
                  </a:cubicBezTo>
                  <a:cubicBezTo>
                    <a:pt x="319" y="165"/>
                    <a:pt x="319" y="167"/>
                    <a:pt x="319" y="169"/>
                  </a:cubicBezTo>
                  <a:cubicBezTo>
                    <a:pt x="141" y="169"/>
                    <a:pt x="141" y="169"/>
                    <a:pt x="141" y="169"/>
                  </a:cubicBezTo>
                  <a:cubicBezTo>
                    <a:pt x="141" y="167"/>
                    <a:pt x="141" y="165"/>
                    <a:pt x="141" y="163"/>
                  </a:cubicBezTo>
                  <a:cubicBezTo>
                    <a:pt x="141" y="139"/>
                    <a:pt x="121" y="119"/>
                    <a:pt x="96" y="119"/>
                  </a:cubicBezTo>
                  <a:cubicBezTo>
                    <a:pt x="72" y="119"/>
                    <a:pt x="52" y="139"/>
                    <a:pt x="52" y="163"/>
                  </a:cubicBezTo>
                  <a:cubicBezTo>
                    <a:pt x="52" y="165"/>
                    <a:pt x="52" y="167"/>
                    <a:pt x="52" y="169"/>
                  </a:cubicBezTo>
                  <a:cubicBezTo>
                    <a:pt x="29" y="169"/>
                    <a:pt x="29" y="169"/>
                    <a:pt x="29" y="169"/>
                  </a:cubicBezTo>
                  <a:cubicBezTo>
                    <a:pt x="23" y="169"/>
                    <a:pt x="22" y="167"/>
                    <a:pt x="19" y="163"/>
                  </a:cubicBezTo>
                  <a:cubicBezTo>
                    <a:pt x="17" y="159"/>
                    <a:pt x="16" y="152"/>
                    <a:pt x="16" y="147"/>
                  </a:cubicBezTo>
                  <a:cubicBezTo>
                    <a:pt x="16" y="136"/>
                    <a:pt x="21" y="126"/>
                    <a:pt x="31" y="118"/>
                  </a:cubicBezTo>
                  <a:cubicBezTo>
                    <a:pt x="44" y="105"/>
                    <a:pt x="67" y="96"/>
                    <a:pt x="86" y="90"/>
                  </a:cubicBezTo>
                  <a:cubicBezTo>
                    <a:pt x="95" y="87"/>
                    <a:pt x="103" y="85"/>
                    <a:pt x="110" y="84"/>
                  </a:cubicBezTo>
                  <a:cubicBezTo>
                    <a:pt x="114" y="83"/>
                    <a:pt x="117" y="82"/>
                    <a:pt x="119" y="82"/>
                  </a:cubicBezTo>
                  <a:cubicBezTo>
                    <a:pt x="384" y="82"/>
                    <a:pt x="384" y="82"/>
                    <a:pt x="384" y="82"/>
                  </a:cubicBezTo>
                  <a:cubicBezTo>
                    <a:pt x="385" y="82"/>
                    <a:pt x="386" y="82"/>
                    <a:pt x="387" y="83"/>
                  </a:cubicBezTo>
                  <a:cubicBezTo>
                    <a:pt x="392" y="84"/>
                    <a:pt x="406" y="89"/>
                    <a:pt x="417" y="97"/>
                  </a:cubicBezTo>
                  <a:cubicBezTo>
                    <a:pt x="420" y="100"/>
                    <a:pt x="425" y="99"/>
                    <a:pt x="428" y="95"/>
                  </a:cubicBezTo>
                  <a:cubicBezTo>
                    <a:pt x="431" y="92"/>
                    <a:pt x="430" y="87"/>
                    <a:pt x="426" y="84"/>
                  </a:cubicBezTo>
                  <a:cubicBezTo>
                    <a:pt x="412" y="74"/>
                    <a:pt x="397" y="69"/>
                    <a:pt x="390" y="67"/>
                  </a:cubicBezTo>
                  <a:cubicBezTo>
                    <a:pt x="381" y="55"/>
                    <a:pt x="333" y="0"/>
                    <a:pt x="248" y="0"/>
                  </a:cubicBezTo>
                  <a:cubicBezTo>
                    <a:pt x="165" y="0"/>
                    <a:pt x="123" y="53"/>
                    <a:pt x="113" y="67"/>
                  </a:cubicBezTo>
                  <a:cubicBezTo>
                    <a:pt x="105" y="68"/>
                    <a:pt x="83" y="73"/>
                    <a:pt x="60" y="82"/>
                  </a:cubicBezTo>
                  <a:cubicBezTo>
                    <a:pt x="46" y="88"/>
                    <a:pt x="31" y="96"/>
                    <a:pt x="20" y="106"/>
                  </a:cubicBezTo>
                  <a:cubicBezTo>
                    <a:pt x="8" y="116"/>
                    <a:pt x="0" y="130"/>
                    <a:pt x="0" y="147"/>
                  </a:cubicBezTo>
                  <a:cubicBezTo>
                    <a:pt x="0" y="153"/>
                    <a:pt x="1" y="162"/>
                    <a:pt x="5" y="170"/>
                  </a:cubicBezTo>
                  <a:cubicBezTo>
                    <a:pt x="8" y="178"/>
                    <a:pt x="17" y="185"/>
                    <a:pt x="29" y="185"/>
                  </a:cubicBezTo>
                  <a:cubicBezTo>
                    <a:pt x="57" y="185"/>
                    <a:pt x="57" y="185"/>
                    <a:pt x="57" y="185"/>
                  </a:cubicBezTo>
                  <a:cubicBezTo>
                    <a:pt x="65" y="199"/>
                    <a:pt x="80" y="208"/>
                    <a:pt x="96" y="208"/>
                  </a:cubicBezTo>
                  <a:cubicBezTo>
                    <a:pt x="113" y="208"/>
                    <a:pt x="128" y="199"/>
                    <a:pt x="135" y="185"/>
                  </a:cubicBezTo>
                  <a:cubicBezTo>
                    <a:pt x="324" y="185"/>
                    <a:pt x="324" y="185"/>
                    <a:pt x="324" y="185"/>
                  </a:cubicBezTo>
                  <a:cubicBezTo>
                    <a:pt x="332" y="199"/>
                    <a:pt x="347" y="208"/>
                    <a:pt x="363" y="208"/>
                  </a:cubicBezTo>
                  <a:cubicBezTo>
                    <a:pt x="380" y="208"/>
                    <a:pt x="395" y="199"/>
                    <a:pt x="402" y="185"/>
                  </a:cubicBezTo>
                  <a:cubicBezTo>
                    <a:pt x="402" y="185"/>
                    <a:pt x="402" y="185"/>
                    <a:pt x="402" y="185"/>
                  </a:cubicBezTo>
                  <a:cubicBezTo>
                    <a:pt x="419" y="185"/>
                    <a:pt x="419" y="185"/>
                    <a:pt x="419" y="185"/>
                  </a:cubicBezTo>
                  <a:cubicBezTo>
                    <a:pt x="420" y="185"/>
                    <a:pt x="422" y="185"/>
                    <a:pt x="423" y="184"/>
                  </a:cubicBezTo>
                  <a:cubicBezTo>
                    <a:pt x="424" y="183"/>
                    <a:pt x="448" y="166"/>
                    <a:pt x="448" y="125"/>
                  </a:cubicBezTo>
                  <a:cubicBezTo>
                    <a:pt x="448" y="121"/>
                    <a:pt x="448" y="117"/>
                    <a:pt x="447" y="114"/>
                  </a:cubicBezTo>
                  <a:close/>
                  <a:moveTo>
                    <a:pt x="256" y="16"/>
                  </a:moveTo>
                  <a:cubicBezTo>
                    <a:pt x="296" y="18"/>
                    <a:pt x="326" y="32"/>
                    <a:pt x="346" y="47"/>
                  </a:cubicBezTo>
                  <a:cubicBezTo>
                    <a:pt x="356" y="54"/>
                    <a:pt x="363" y="60"/>
                    <a:pt x="368" y="66"/>
                  </a:cubicBezTo>
                  <a:cubicBezTo>
                    <a:pt x="256" y="66"/>
                    <a:pt x="256" y="66"/>
                    <a:pt x="256" y="66"/>
                  </a:cubicBezTo>
                  <a:lnTo>
                    <a:pt x="256" y="16"/>
                  </a:lnTo>
                  <a:close/>
                  <a:moveTo>
                    <a:pt x="240" y="16"/>
                  </a:moveTo>
                  <a:cubicBezTo>
                    <a:pt x="240" y="66"/>
                    <a:pt x="240" y="66"/>
                    <a:pt x="240" y="66"/>
                  </a:cubicBezTo>
                  <a:cubicBezTo>
                    <a:pt x="134" y="66"/>
                    <a:pt x="134" y="66"/>
                    <a:pt x="134" y="66"/>
                  </a:cubicBezTo>
                  <a:cubicBezTo>
                    <a:pt x="149" y="49"/>
                    <a:pt x="183" y="18"/>
                    <a:pt x="240" y="16"/>
                  </a:cubicBezTo>
                  <a:close/>
                  <a:moveTo>
                    <a:pt x="96" y="192"/>
                  </a:moveTo>
                  <a:cubicBezTo>
                    <a:pt x="80" y="192"/>
                    <a:pt x="68" y="179"/>
                    <a:pt x="68" y="163"/>
                  </a:cubicBezTo>
                  <a:cubicBezTo>
                    <a:pt x="68" y="148"/>
                    <a:pt x="80" y="135"/>
                    <a:pt x="96" y="135"/>
                  </a:cubicBezTo>
                  <a:cubicBezTo>
                    <a:pt x="112" y="135"/>
                    <a:pt x="125" y="148"/>
                    <a:pt x="125" y="163"/>
                  </a:cubicBezTo>
                  <a:cubicBezTo>
                    <a:pt x="125" y="179"/>
                    <a:pt x="112" y="192"/>
                    <a:pt x="96" y="192"/>
                  </a:cubicBezTo>
                  <a:close/>
                  <a:moveTo>
                    <a:pt x="363" y="192"/>
                  </a:moveTo>
                  <a:cubicBezTo>
                    <a:pt x="348" y="192"/>
                    <a:pt x="335" y="179"/>
                    <a:pt x="335" y="163"/>
                  </a:cubicBezTo>
                  <a:cubicBezTo>
                    <a:pt x="335" y="148"/>
                    <a:pt x="348" y="135"/>
                    <a:pt x="363" y="135"/>
                  </a:cubicBezTo>
                  <a:cubicBezTo>
                    <a:pt x="379" y="135"/>
                    <a:pt x="392" y="148"/>
                    <a:pt x="392" y="163"/>
                  </a:cubicBezTo>
                  <a:cubicBezTo>
                    <a:pt x="392" y="179"/>
                    <a:pt x="379" y="192"/>
                    <a:pt x="363" y="192"/>
                  </a:cubicBezTo>
                  <a:close/>
                </a:path>
              </a:pathLst>
            </a:custGeom>
            <a:blipFill dpi="0" rotWithShape="1">
              <a:blip r:embed="rId26"/>
              <a:srcRect/>
              <a:stretch>
                <a:fillRect/>
              </a:stretch>
            </a:blipFill>
            <a:ln w="9525">
              <a:noFill/>
              <a:round/>
              <a:headEnd/>
              <a:tailEnd/>
            </a:ln>
          </p:spPr>
          <p:txBody>
            <a:bodyPr/>
            <a:lstStyle/>
            <a:p>
              <a:endParaRPr lang="en-GB"/>
            </a:p>
          </p:txBody>
        </p:sp>
        <p:sp>
          <p:nvSpPr>
            <p:cNvPr id="31844" name="Freeform 3"/>
            <p:cNvSpPr>
              <a:spLocks noChangeAspect="1" noEditPoints="1"/>
            </p:cNvSpPr>
            <p:nvPr/>
          </p:nvSpPr>
          <p:spPr bwMode="auto">
            <a:xfrm>
              <a:off x="4156591" y="3519499"/>
              <a:ext cx="149912" cy="84814"/>
            </a:xfrm>
            <a:custGeom>
              <a:avLst/>
              <a:gdLst>
                <a:gd name="T0" fmla="*/ 2147483647 w 502"/>
                <a:gd name="T1" fmla="*/ 2147483647 h 273"/>
                <a:gd name="T2" fmla="*/ 2147483647 w 502"/>
                <a:gd name="T3" fmla="*/ 2147483647 h 273"/>
                <a:gd name="T4" fmla="*/ 2147483647 w 502"/>
                <a:gd name="T5" fmla="*/ 2147483647 h 273"/>
                <a:gd name="T6" fmla="*/ 2147483647 w 502"/>
                <a:gd name="T7" fmla="*/ 2147483647 h 273"/>
                <a:gd name="T8" fmla="*/ 2147483647 w 502"/>
                <a:gd name="T9" fmla="*/ 2147483647 h 273"/>
                <a:gd name="T10" fmla="*/ 2147483647 w 502"/>
                <a:gd name="T11" fmla="*/ 2147483647 h 273"/>
                <a:gd name="T12" fmla="*/ 2147483647 w 502"/>
                <a:gd name="T13" fmla="*/ 2147483647 h 273"/>
                <a:gd name="T14" fmla="*/ 2147483647 w 502"/>
                <a:gd name="T15" fmla="*/ 2147483647 h 273"/>
                <a:gd name="T16" fmla="*/ 2147483647 w 502"/>
                <a:gd name="T17" fmla="*/ 2147483647 h 273"/>
                <a:gd name="T18" fmla="*/ 2147483647 w 502"/>
                <a:gd name="T19" fmla="*/ 2147483647 h 273"/>
                <a:gd name="T20" fmla="*/ 2147483647 w 502"/>
                <a:gd name="T21" fmla="*/ 2147483647 h 273"/>
                <a:gd name="T22" fmla="*/ 2147483647 w 502"/>
                <a:gd name="T23" fmla="*/ 0 h 273"/>
                <a:gd name="T24" fmla="*/ 2147483647 w 502"/>
                <a:gd name="T25" fmla="*/ 2147483647 h 273"/>
                <a:gd name="T26" fmla="*/ 2147483647 w 502"/>
                <a:gd name="T27" fmla="*/ 2147483647 h 273"/>
                <a:gd name="T28" fmla="*/ 0 w 502"/>
                <a:gd name="T29" fmla="*/ 2147483647 h 273"/>
                <a:gd name="T30" fmla="*/ 2147483647 w 502"/>
                <a:gd name="T31" fmla="*/ 2147483647 h 273"/>
                <a:gd name="T32" fmla="*/ 2147483647 w 502"/>
                <a:gd name="T33" fmla="*/ 2147483647 h 273"/>
                <a:gd name="T34" fmla="*/ 2147483647 w 502"/>
                <a:gd name="T35" fmla="*/ 2147483647 h 273"/>
                <a:gd name="T36" fmla="*/ 2147483647 w 502"/>
                <a:gd name="T37" fmla="*/ 2147483647 h 273"/>
                <a:gd name="T38" fmla="*/ 2147483647 w 502"/>
                <a:gd name="T39" fmla="*/ 2147483647 h 273"/>
                <a:gd name="T40" fmla="*/ 2147483647 w 502"/>
                <a:gd name="T41" fmla="*/ 2147483647 h 273"/>
                <a:gd name="T42" fmla="*/ 2147483647 w 502"/>
                <a:gd name="T43" fmla="*/ 2147483647 h 273"/>
                <a:gd name="T44" fmla="*/ 2147483647 w 502"/>
                <a:gd name="T45" fmla="*/ 2147483647 h 273"/>
                <a:gd name="T46" fmla="*/ 2147483647 w 502"/>
                <a:gd name="T47" fmla="*/ 2147483647 h 273"/>
                <a:gd name="T48" fmla="*/ 2147483647 w 502"/>
                <a:gd name="T49" fmla="*/ 2147483647 h 273"/>
                <a:gd name="T50" fmla="*/ 2147483647 w 502"/>
                <a:gd name="T51" fmla="*/ 2147483647 h 273"/>
                <a:gd name="T52" fmla="*/ 2147483647 w 502"/>
                <a:gd name="T53" fmla="*/ 2147483647 h 273"/>
                <a:gd name="T54" fmla="*/ 2147483647 w 502"/>
                <a:gd name="T55" fmla="*/ 2147483647 h 273"/>
                <a:gd name="T56" fmla="*/ 2147483647 w 502"/>
                <a:gd name="T57" fmla="*/ 2147483647 h 273"/>
                <a:gd name="T58" fmla="*/ 2147483647 w 502"/>
                <a:gd name="T59" fmla="*/ 2147483647 h 273"/>
                <a:gd name="T60" fmla="*/ 2147483647 w 502"/>
                <a:gd name="T61" fmla="*/ 2147483647 h 273"/>
                <a:gd name="T62" fmla="*/ 2147483647 w 502"/>
                <a:gd name="T63" fmla="*/ 2147483647 h 273"/>
                <a:gd name="T64" fmla="*/ 2147483647 w 502"/>
                <a:gd name="T65" fmla="*/ 2147483647 h 273"/>
                <a:gd name="T66" fmla="*/ 2147483647 w 502"/>
                <a:gd name="T67" fmla="*/ 2147483647 h 273"/>
                <a:gd name="T68" fmla="*/ 2147483647 w 502"/>
                <a:gd name="T69" fmla="*/ 2147483647 h 273"/>
                <a:gd name="T70" fmla="*/ 2147483647 w 502"/>
                <a:gd name="T71" fmla="*/ 2147483647 h 273"/>
                <a:gd name="T72" fmla="*/ 2147483647 w 502"/>
                <a:gd name="T73" fmla="*/ 2147483647 h 273"/>
                <a:gd name="T74" fmla="*/ 2147483647 w 502"/>
                <a:gd name="T75" fmla="*/ 2147483647 h 273"/>
                <a:gd name="T76" fmla="*/ 2147483647 w 502"/>
                <a:gd name="T77" fmla="*/ 2147483647 h 273"/>
                <a:gd name="T78" fmla="*/ 2147483647 w 502"/>
                <a:gd name="T79" fmla="*/ 2147483647 h 273"/>
                <a:gd name="T80" fmla="*/ 2147483647 w 502"/>
                <a:gd name="T81" fmla="*/ 2147483647 h 273"/>
                <a:gd name="T82" fmla="*/ 2147483647 w 502"/>
                <a:gd name="T83" fmla="*/ 2147483647 h 273"/>
                <a:gd name="T84" fmla="*/ 2147483647 w 502"/>
                <a:gd name="T85" fmla="*/ 2147483647 h 27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502"/>
                <a:gd name="T130" fmla="*/ 0 h 273"/>
                <a:gd name="T131" fmla="*/ 502 w 502"/>
                <a:gd name="T132" fmla="*/ 273 h 27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502" h="273">
                  <a:moveTo>
                    <a:pt x="500" y="150"/>
                  </a:moveTo>
                  <a:cubicBezTo>
                    <a:pt x="498" y="148"/>
                    <a:pt x="496" y="147"/>
                    <a:pt x="494" y="147"/>
                  </a:cubicBezTo>
                  <a:cubicBezTo>
                    <a:pt x="480" y="147"/>
                    <a:pt x="480" y="147"/>
                    <a:pt x="480" y="147"/>
                  </a:cubicBezTo>
                  <a:cubicBezTo>
                    <a:pt x="480" y="91"/>
                    <a:pt x="480" y="91"/>
                    <a:pt x="480" y="91"/>
                  </a:cubicBezTo>
                  <a:cubicBezTo>
                    <a:pt x="480" y="87"/>
                    <a:pt x="477" y="83"/>
                    <a:pt x="472" y="83"/>
                  </a:cubicBezTo>
                  <a:cubicBezTo>
                    <a:pt x="468" y="83"/>
                    <a:pt x="464" y="87"/>
                    <a:pt x="464" y="91"/>
                  </a:cubicBezTo>
                  <a:cubicBezTo>
                    <a:pt x="464" y="147"/>
                    <a:pt x="464" y="147"/>
                    <a:pt x="464" y="147"/>
                  </a:cubicBezTo>
                  <a:cubicBezTo>
                    <a:pt x="352" y="147"/>
                    <a:pt x="352" y="147"/>
                    <a:pt x="352" y="147"/>
                  </a:cubicBezTo>
                  <a:cubicBezTo>
                    <a:pt x="352" y="88"/>
                    <a:pt x="352" y="88"/>
                    <a:pt x="352" y="88"/>
                  </a:cubicBezTo>
                  <a:cubicBezTo>
                    <a:pt x="418" y="88"/>
                    <a:pt x="418" y="88"/>
                    <a:pt x="418" y="88"/>
                  </a:cubicBezTo>
                  <a:cubicBezTo>
                    <a:pt x="420" y="88"/>
                    <a:pt x="422" y="87"/>
                    <a:pt x="423" y="86"/>
                  </a:cubicBezTo>
                  <a:cubicBezTo>
                    <a:pt x="425" y="84"/>
                    <a:pt x="426" y="82"/>
                    <a:pt x="426" y="80"/>
                  </a:cubicBezTo>
                  <a:cubicBezTo>
                    <a:pt x="426" y="39"/>
                    <a:pt x="426" y="39"/>
                    <a:pt x="426" y="39"/>
                  </a:cubicBezTo>
                  <a:cubicBezTo>
                    <a:pt x="464" y="39"/>
                    <a:pt x="464" y="39"/>
                    <a:pt x="464" y="39"/>
                  </a:cubicBezTo>
                  <a:cubicBezTo>
                    <a:pt x="464" y="60"/>
                    <a:pt x="464" y="60"/>
                    <a:pt x="464" y="60"/>
                  </a:cubicBezTo>
                  <a:cubicBezTo>
                    <a:pt x="464" y="64"/>
                    <a:pt x="468" y="68"/>
                    <a:pt x="472" y="68"/>
                  </a:cubicBezTo>
                  <a:cubicBezTo>
                    <a:pt x="477" y="68"/>
                    <a:pt x="480" y="64"/>
                    <a:pt x="480" y="60"/>
                  </a:cubicBezTo>
                  <a:cubicBezTo>
                    <a:pt x="480" y="39"/>
                    <a:pt x="480" y="39"/>
                    <a:pt x="480" y="39"/>
                  </a:cubicBezTo>
                  <a:cubicBezTo>
                    <a:pt x="480" y="39"/>
                    <a:pt x="480" y="39"/>
                    <a:pt x="480" y="39"/>
                  </a:cubicBezTo>
                  <a:cubicBezTo>
                    <a:pt x="480" y="37"/>
                    <a:pt x="480" y="37"/>
                    <a:pt x="480" y="37"/>
                  </a:cubicBezTo>
                  <a:cubicBezTo>
                    <a:pt x="480" y="37"/>
                    <a:pt x="480" y="37"/>
                    <a:pt x="480" y="37"/>
                  </a:cubicBezTo>
                  <a:cubicBezTo>
                    <a:pt x="480" y="36"/>
                    <a:pt x="480" y="36"/>
                    <a:pt x="480" y="36"/>
                  </a:cubicBezTo>
                  <a:cubicBezTo>
                    <a:pt x="480" y="35"/>
                    <a:pt x="480" y="33"/>
                    <a:pt x="479" y="32"/>
                  </a:cubicBezTo>
                  <a:cubicBezTo>
                    <a:pt x="477" y="27"/>
                    <a:pt x="472" y="23"/>
                    <a:pt x="466" y="23"/>
                  </a:cubicBezTo>
                  <a:cubicBezTo>
                    <a:pt x="424" y="23"/>
                    <a:pt x="424" y="23"/>
                    <a:pt x="424" y="23"/>
                  </a:cubicBezTo>
                  <a:cubicBezTo>
                    <a:pt x="416" y="23"/>
                    <a:pt x="410" y="29"/>
                    <a:pt x="410" y="37"/>
                  </a:cubicBezTo>
                  <a:cubicBezTo>
                    <a:pt x="410" y="72"/>
                    <a:pt x="410" y="72"/>
                    <a:pt x="410" y="72"/>
                  </a:cubicBezTo>
                  <a:cubicBezTo>
                    <a:pt x="352" y="72"/>
                    <a:pt x="352" y="72"/>
                    <a:pt x="352" y="72"/>
                  </a:cubicBezTo>
                  <a:cubicBezTo>
                    <a:pt x="343" y="72"/>
                    <a:pt x="336" y="79"/>
                    <a:pt x="336" y="88"/>
                  </a:cubicBezTo>
                  <a:cubicBezTo>
                    <a:pt x="336" y="147"/>
                    <a:pt x="336" y="147"/>
                    <a:pt x="336" y="147"/>
                  </a:cubicBezTo>
                  <a:cubicBezTo>
                    <a:pt x="296" y="147"/>
                    <a:pt x="296" y="147"/>
                    <a:pt x="296" y="147"/>
                  </a:cubicBezTo>
                  <a:cubicBezTo>
                    <a:pt x="296" y="65"/>
                    <a:pt x="296" y="65"/>
                    <a:pt x="296" y="65"/>
                  </a:cubicBezTo>
                  <a:cubicBezTo>
                    <a:pt x="296" y="56"/>
                    <a:pt x="289" y="49"/>
                    <a:pt x="280" y="49"/>
                  </a:cubicBezTo>
                  <a:cubicBezTo>
                    <a:pt x="247" y="49"/>
                    <a:pt x="247" y="49"/>
                    <a:pt x="247" y="49"/>
                  </a:cubicBezTo>
                  <a:cubicBezTo>
                    <a:pt x="247" y="16"/>
                    <a:pt x="247" y="16"/>
                    <a:pt x="247" y="16"/>
                  </a:cubicBezTo>
                  <a:cubicBezTo>
                    <a:pt x="247" y="7"/>
                    <a:pt x="240" y="0"/>
                    <a:pt x="231" y="0"/>
                  </a:cubicBezTo>
                  <a:cubicBezTo>
                    <a:pt x="100" y="0"/>
                    <a:pt x="100" y="0"/>
                    <a:pt x="100" y="0"/>
                  </a:cubicBezTo>
                  <a:cubicBezTo>
                    <a:pt x="91" y="0"/>
                    <a:pt x="84" y="7"/>
                    <a:pt x="84" y="16"/>
                  </a:cubicBezTo>
                  <a:cubicBezTo>
                    <a:pt x="84" y="49"/>
                    <a:pt x="84" y="49"/>
                    <a:pt x="84" y="49"/>
                  </a:cubicBezTo>
                  <a:cubicBezTo>
                    <a:pt x="51" y="49"/>
                    <a:pt x="51" y="49"/>
                    <a:pt x="51" y="49"/>
                  </a:cubicBezTo>
                  <a:cubicBezTo>
                    <a:pt x="42" y="49"/>
                    <a:pt x="35" y="56"/>
                    <a:pt x="35" y="65"/>
                  </a:cubicBezTo>
                  <a:cubicBezTo>
                    <a:pt x="35" y="147"/>
                    <a:pt x="35" y="147"/>
                    <a:pt x="35" y="147"/>
                  </a:cubicBezTo>
                  <a:cubicBezTo>
                    <a:pt x="8" y="147"/>
                    <a:pt x="8" y="147"/>
                    <a:pt x="8" y="147"/>
                  </a:cubicBezTo>
                  <a:cubicBezTo>
                    <a:pt x="6" y="147"/>
                    <a:pt x="4" y="148"/>
                    <a:pt x="3" y="150"/>
                  </a:cubicBezTo>
                  <a:cubicBezTo>
                    <a:pt x="1" y="151"/>
                    <a:pt x="0" y="153"/>
                    <a:pt x="0" y="156"/>
                  </a:cubicBezTo>
                  <a:cubicBezTo>
                    <a:pt x="0" y="190"/>
                    <a:pt x="13" y="220"/>
                    <a:pt x="30" y="240"/>
                  </a:cubicBezTo>
                  <a:cubicBezTo>
                    <a:pt x="47" y="261"/>
                    <a:pt x="67" y="273"/>
                    <a:pt x="84" y="273"/>
                  </a:cubicBezTo>
                  <a:cubicBezTo>
                    <a:pt x="424" y="273"/>
                    <a:pt x="424" y="273"/>
                    <a:pt x="424" y="273"/>
                  </a:cubicBezTo>
                  <a:cubicBezTo>
                    <a:pt x="432" y="273"/>
                    <a:pt x="440" y="270"/>
                    <a:pt x="448" y="264"/>
                  </a:cubicBezTo>
                  <a:cubicBezTo>
                    <a:pt x="456" y="258"/>
                    <a:pt x="465" y="250"/>
                    <a:pt x="473" y="239"/>
                  </a:cubicBezTo>
                  <a:cubicBezTo>
                    <a:pt x="489" y="219"/>
                    <a:pt x="502" y="190"/>
                    <a:pt x="502" y="156"/>
                  </a:cubicBezTo>
                  <a:cubicBezTo>
                    <a:pt x="502" y="153"/>
                    <a:pt x="501" y="151"/>
                    <a:pt x="500" y="150"/>
                  </a:cubicBezTo>
                  <a:close/>
                  <a:moveTo>
                    <a:pt x="247" y="65"/>
                  </a:moveTo>
                  <a:cubicBezTo>
                    <a:pt x="280" y="65"/>
                    <a:pt x="280" y="65"/>
                    <a:pt x="280" y="65"/>
                  </a:cubicBezTo>
                  <a:cubicBezTo>
                    <a:pt x="280" y="98"/>
                    <a:pt x="280" y="98"/>
                    <a:pt x="280" y="98"/>
                  </a:cubicBezTo>
                  <a:cubicBezTo>
                    <a:pt x="247" y="98"/>
                    <a:pt x="247" y="98"/>
                    <a:pt x="247" y="98"/>
                  </a:cubicBezTo>
                  <a:cubicBezTo>
                    <a:pt x="247" y="82"/>
                    <a:pt x="247" y="82"/>
                    <a:pt x="247" y="82"/>
                  </a:cubicBezTo>
                  <a:lnTo>
                    <a:pt x="247" y="65"/>
                  </a:lnTo>
                  <a:close/>
                  <a:moveTo>
                    <a:pt x="247" y="114"/>
                  </a:moveTo>
                  <a:cubicBezTo>
                    <a:pt x="280" y="114"/>
                    <a:pt x="280" y="114"/>
                    <a:pt x="280" y="114"/>
                  </a:cubicBezTo>
                  <a:cubicBezTo>
                    <a:pt x="280" y="147"/>
                    <a:pt x="280" y="147"/>
                    <a:pt x="280" y="147"/>
                  </a:cubicBezTo>
                  <a:cubicBezTo>
                    <a:pt x="247" y="147"/>
                    <a:pt x="247" y="147"/>
                    <a:pt x="247" y="147"/>
                  </a:cubicBezTo>
                  <a:cubicBezTo>
                    <a:pt x="247" y="131"/>
                    <a:pt x="247" y="131"/>
                    <a:pt x="247" y="131"/>
                  </a:cubicBezTo>
                  <a:lnTo>
                    <a:pt x="247" y="114"/>
                  </a:lnTo>
                  <a:close/>
                  <a:moveTo>
                    <a:pt x="198" y="16"/>
                  </a:moveTo>
                  <a:cubicBezTo>
                    <a:pt x="231" y="16"/>
                    <a:pt x="231" y="16"/>
                    <a:pt x="231" y="16"/>
                  </a:cubicBezTo>
                  <a:cubicBezTo>
                    <a:pt x="231" y="49"/>
                    <a:pt x="231" y="49"/>
                    <a:pt x="231" y="49"/>
                  </a:cubicBezTo>
                  <a:cubicBezTo>
                    <a:pt x="198" y="49"/>
                    <a:pt x="198" y="49"/>
                    <a:pt x="198" y="49"/>
                  </a:cubicBezTo>
                  <a:lnTo>
                    <a:pt x="198" y="16"/>
                  </a:lnTo>
                  <a:close/>
                  <a:moveTo>
                    <a:pt x="198" y="65"/>
                  </a:moveTo>
                  <a:cubicBezTo>
                    <a:pt x="231" y="65"/>
                    <a:pt x="231" y="65"/>
                    <a:pt x="231" y="65"/>
                  </a:cubicBezTo>
                  <a:cubicBezTo>
                    <a:pt x="231" y="98"/>
                    <a:pt x="231" y="98"/>
                    <a:pt x="231" y="98"/>
                  </a:cubicBezTo>
                  <a:cubicBezTo>
                    <a:pt x="198" y="98"/>
                    <a:pt x="198" y="98"/>
                    <a:pt x="198" y="98"/>
                  </a:cubicBezTo>
                  <a:lnTo>
                    <a:pt x="198" y="65"/>
                  </a:lnTo>
                  <a:close/>
                  <a:moveTo>
                    <a:pt x="198" y="114"/>
                  </a:moveTo>
                  <a:cubicBezTo>
                    <a:pt x="231" y="114"/>
                    <a:pt x="231" y="114"/>
                    <a:pt x="231" y="114"/>
                  </a:cubicBezTo>
                  <a:cubicBezTo>
                    <a:pt x="231" y="147"/>
                    <a:pt x="231" y="147"/>
                    <a:pt x="231" y="147"/>
                  </a:cubicBezTo>
                  <a:cubicBezTo>
                    <a:pt x="198" y="147"/>
                    <a:pt x="198" y="147"/>
                    <a:pt x="198" y="147"/>
                  </a:cubicBezTo>
                  <a:lnTo>
                    <a:pt x="198" y="114"/>
                  </a:lnTo>
                  <a:close/>
                  <a:moveTo>
                    <a:pt x="149" y="16"/>
                  </a:moveTo>
                  <a:cubicBezTo>
                    <a:pt x="182" y="16"/>
                    <a:pt x="182" y="16"/>
                    <a:pt x="182" y="16"/>
                  </a:cubicBezTo>
                  <a:cubicBezTo>
                    <a:pt x="182" y="49"/>
                    <a:pt x="182" y="49"/>
                    <a:pt x="182" y="49"/>
                  </a:cubicBezTo>
                  <a:cubicBezTo>
                    <a:pt x="149" y="49"/>
                    <a:pt x="149" y="49"/>
                    <a:pt x="149" y="49"/>
                  </a:cubicBezTo>
                  <a:lnTo>
                    <a:pt x="149" y="16"/>
                  </a:lnTo>
                  <a:close/>
                  <a:moveTo>
                    <a:pt x="149" y="65"/>
                  </a:moveTo>
                  <a:cubicBezTo>
                    <a:pt x="182" y="65"/>
                    <a:pt x="182" y="65"/>
                    <a:pt x="182" y="65"/>
                  </a:cubicBezTo>
                  <a:cubicBezTo>
                    <a:pt x="182" y="98"/>
                    <a:pt x="182" y="98"/>
                    <a:pt x="182" y="98"/>
                  </a:cubicBezTo>
                  <a:cubicBezTo>
                    <a:pt x="149" y="98"/>
                    <a:pt x="149" y="98"/>
                    <a:pt x="149" y="98"/>
                  </a:cubicBezTo>
                  <a:lnTo>
                    <a:pt x="149" y="65"/>
                  </a:lnTo>
                  <a:close/>
                  <a:moveTo>
                    <a:pt x="149" y="114"/>
                  </a:moveTo>
                  <a:cubicBezTo>
                    <a:pt x="182" y="114"/>
                    <a:pt x="182" y="114"/>
                    <a:pt x="182" y="114"/>
                  </a:cubicBezTo>
                  <a:cubicBezTo>
                    <a:pt x="182" y="147"/>
                    <a:pt x="182" y="147"/>
                    <a:pt x="182" y="147"/>
                  </a:cubicBezTo>
                  <a:cubicBezTo>
                    <a:pt x="149" y="147"/>
                    <a:pt x="149" y="147"/>
                    <a:pt x="149" y="147"/>
                  </a:cubicBezTo>
                  <a:lnTo>
                    <a:pt x="149" y="114"/>
                  </a:lnTo>
                  <a:close/>
                  <a:moveTo>
                    <a:pt x="133" y="16"/>
                  </a:moveTo>
                  <a:cubicBezTo>
                    <a:pt x="133" y="49"/>
                    <a:pt x="133" y="49"/>
                    <a:pt x="133" y="49"/>
                  </a:cubicBezTo>
                  <a:cubicBezTo>
                    <a:pt x="100" y="49"/>
                    <a:pt x="100" y="49"/>
                    <a:pt x="100" y="49"/>
                  </a:cubicBezTo>
                  <a:cubicBezTo>
                    <a:pt x="100" y="16"/>
                    <a:pt x="100" y="16"/>
                    <a:pt x="100" y="16"/>
                  </a:cubicBezTo>
                  <a:lnTo>
                    <a:pt x="133" y="16"/>
                  </a:lnTo>
                  <a:close/>
                  <a:moveTo>
                    <a:pt x="133" y="65"/>
                  </a:moveTo>
                  <a:cubicBezTo>
                    <a:pt x="133" y="98"/>
                    <a:pt x="133" y="98"/>
                    <a:pt x="133" y="98"/>
                  </a:cubicBezTo>
                  <a:cubicBezTo>
                    <a:pt x="100" y="98"/>
                    <a:pt x="100" y="98"/>
                    <a:pt x="100" y="98"/>
                  </a:cubicBezTo>
                  <a:cubicBezTo>
                    <a:pt x="100" y="79"/>
                    <a:pt x="100" y="79"/>
                    <a:pt x="100" y="79"/>
                  </a:cubicBezTo>
                  <a:cubicBezTo>
                    <a:pt x="100" y="65"/>
                    <a:pt x="100" y="65"/>
                    <a:pt x="100" y="65"/>
                  </a:cubicBezTo>
                  <a:lnTo>
                    <a:pt x="133" y="65"/>
                  </a:lnTo>
                  <a:close/>
                  <a:moveTo>
                    <a:pt x="133" y="114"/>
                  </a:moveTo>
                  <a:cubicBezTo>
                    <a:pt x="133" y="147"/>
                    <a:pt x="133" y="147"/>
                    <a:pt x="133" y="147"/>
                  </a:cubicBezTo>
                  <a:cubicBezTo>
                    <a:pt x="100" y="147"/>
                    <a:pt x="100" y="147"/>
                    <a:pt x="100" y="147"/>
                  </a:cubicBezTo>
                  <a:cubicBezTo>
                    <a:pt x="100" y="114"/>
                    <a:pt x="100" y="114"/>
                    <a:pt x="100" y="114"/>
                  </a:cubicBezTo>
                  <a:lnTo>
                    <a:pt x="133" y="114"/>
                  </a:lnTo>
                  <a:close/>
                  <a:moveTo>
                    <a:pt x="84" y="65"/>
                  </a:moveTo>
                  <a:cubicBezTo>
                    <a:pt x="84" y="98"/>
                    <a:pt x="84" y="98"/>
                    <a:pt x="84" y="98"/>
                  </a:cubicBezTo>
                  <a:cubicBezTo>
                    <a:pt x="51" y="98"/>
                    <a:pt x="51" y="98"/>
                    <a:pt x="51" y="98"/>
                  </a:cubicBezTo>
                  <a:cubicBezTo>
                    <a:pt x="51" y="65"/>
                    <a:pt x="51" y="65"/>
                    <a:pt x="51" y="65"/>
                  </a:cubicBezTo>
                  <a:lnTo>
                    <a:pt x="84" y="65"/>
                  </a:lnTo>
                  <a:close/>
                  <a:moveTo>
                    <a:pt x="84" y="114"/>
                  </a:moveTo>
                  <a:cubicBezTo>
                    <a:pt x="84" y="147"/>
                    <a:pt x="84" y="147"/>
                    <a:pt x="84" y="147"/>
                  </a:cubicBezTo>
                  <a:cubicBezTo>
                    <a:pt x="51" y="147"/>
                    <a:pt x="51" y="147"/>
                    <a:pt x="51" y="147"/>
                  </a:cubicBezTo>
                  <a:cubicBezTo>
                    <a:pt x="51" y="114"/>
                    <a:pt x="51" y="114"/>
                    <a:pt x="51" y="114"/>
                  </a:cubicBezTo>
                  <a:lnTo>
                    <a:pt x="84" y="114"/>
                  </a:lnTo>
                  <a:close/>
                  <a:moveTo>
                    <a:pt x="439" y="251"/>
                  </a:moveTo>
                  <a:cubicBezTo>
                    <a:pt x="432" y="255"/>
                    <a:pt x="426" y="258"/>
                    <a:pt x="424" y="257"/>
                  </a:cubicBezTo>
                  <a:cubicBezTo>
                    <a:pt x="84" y="257"/>
                    <a:pt x="84" y="257"/>
                    <a:pt x="84" y="257"/>
                  </a:cubicBezTo>
                  <a:cubicBezTo>
                    <a:pt x="75" y="258"/>
                    <a:pt x="57" y="248"/>
                    <a:pt x="43" y="230"/>
                  </a:cubicBezTo>
                  <a:cubicBezTo>
                    <a:pt x="29" y="214"/>
                    <a:pt x="18" y="191"/>
                    <a:pt x="16" y="164"/>
                  </a:cubicBezTo>
                  <a:cubicBezTo>
                    <a:pt x="198" y="164"/>
                    <a:pt x="198" y="164"/>
                    <a:pt x="198" y="164"/>
                  </a:cubicBezTo>
                  <a:cubicBezTo>
                    <a:pt x="198" y="164"/>
                    <a:pt x="198" y="164"/>
                    <a:pt x="198" y="164"/>
                  </a:cubicBezTo>
                  <a:cubicBezTo>
                    <a:pt x="206" y="164"/>
                    <a:pt x="206" y="164"/>
                    <a:pt x="206" y="164"/>
                  </a:cubicBezTo>
                  <a:cubicBezTo>
                    <a:pt x="486" y="164"/>
                    <a:pt x="486" y="164"/>
                    <a:pt x="486" y="164"/>
                  </a:cubicBezTo>
                  <a:cubicBezTo>
                    <a:pt x="483" y="204"/>
                    <a:pt x="458" y="237"/>
                    <a:pt x="439" y="251"/>
                  </a:cubicBezTo>
                  <a:close/>
                </a:path>
              </a:pathLst>
            </a:custGeom>
            <a:blipFill dpi="0" rotWithShape="1">
              <a:blip r:embed="rId27"/>
              <a:srcRect/>
              <a:stretch>
                <a:fillRect/>
              </a:stretch>
            </a:blipFill>
            <a:ln w="9525">
              <a:noFill/>
              <a:round/>
              <a:headEnd/>
              <a:tailEnd/>
            </a:ln>
          </p:spPr>
          <p:txBody>
            <a:bodyPr/>
            <a:lstStyle/>
            <a:p>
              <a:endParaRPr lang="en-GB"/>
            </a:p>
          </p:txBody>
        </p:sp>
        <p:sp>
          <p:nvSpPr>
            <p:cNvPr id="31845" name="Freeform 3"/>
            <p:cNvSpPr>
              <a:spLocks noChangeAspect="1" noEditPoints="1"/>
            </p:cNvSpPr>
            <p:nvPr/>
          </p:nvSpPr>
          <p:spPr bwMode="auto">
            <a:xfrm>
              <a:off x="4134009" y="3790726"/>
              <a:ext cx="143460" cy="88890"/>
            </a:xfrm>
            <a:custGeom>
              <a:avLst/>
              <a:gdLst>
                <a:gd name="T0" fmla="*/ 2147483647 w 480"/>
                <a:gd name="T1" fmla="*/ 2147483647 h 286"/>
                <a:gd name="T2" fmla="*/ 2147483647 w 480"/>
                <a:gd name="T3" fmla="*/ 2147483647 h 286"/>
                <a:gd name="T4" fmla="*/ 2147483647 w 480"/>
                <a:gd name="T5" fmla="*/ 2147483647 h 286"/>
                <a:gd name="T6" fmla="*/ 2147483647 w 480"/>
                <a:gd name="T7" fmla="*/ 2147483647 h 286"/>
                <a:gd name="T8" fmla="*/ 2147483647 w 480"/>
                <a:gd name="T9" fmla="*/ 2147483647 h 286"/>
                <a:gd name="T10" fmla="*/ 2147483647 w 480"/>
                <a:gd name="T11" fmla="*/ 2147483647 h 286"/>
                <a:gd name="T12" fmla="*/ 2147483647 w 480"/>
                <a:gd name="T13" fmla="*/ 2147483647 h 286"/>
                <a:gd name="T14" fmla="*/ 2147483647 w 480"/>
                <a:gd name="T15" fmla="*/ 2147483647 h 286"/>
                <a:gd name="T16" fmla="*/ 2147483647 w 480"/>
                <a:gd name="T17" fmla="*/ 2147483647 h 286"/>
                <a:gd name="T18" fmla="*/ 2147483647 w 480"/>
                <a:gd name="T19" fmla="*/ 2147483647 h 286"/>
                <a:gd name="T20" fmla="*/ 2147483647 w 480"/>
                <a:gd name="T21" fmla="*/ 2147483647 h 286"/>
                <a:gd name="T22" fmla="*/ 2147483647 w 480"/>
                <a:gd name="T23" fmla="*/ 2147483647 h 286"/>
                <a:gd name="T24" fmla="*/ 2147483647 w 480"/>
                <a:gd name="T25" fmla="*/ 2147483647 h 286"/>
                <a:gd name="T26" fmla="*/ 2147483647 w 480"/>
                <a:gd name="T27" fmla="*/ 2147483647 h 286"/>
                <a:gd name="T28" fmla="*/ 2147483647 w 480"/>
                <a:gd name="T29" fmla="*/ 2147483647 h 286"/>
                <a:gd name="T30" fmla="*/ 2147483647 w 480"/>
                <a:gd name="T31" fmla="*/ 2147483647 h 286"/>
                <a:gd name="T32" fmla="*/ 2147483647 w 480"/>
                <a:gd name="T33" fmla="*/ 2147483647 h 286"/>
                <a:gd name="T34" fmla="*/ 0 w 480"/>
                <a:gd name="T35" fmla="*/ 2147483647 h 286"/>
                <a:gd name="T36" fmla="*/ 2147483647 w 480"/>
                <a:gd name="T37" fmla="*/ 2147483647 h 286"/>
                <a:gd name="T38" fmla="*/ 2147483647 w 480"/>
                <a:gd name="T39" fmla="*/ 2147483647 h 286"/>
                <a:gd name="T40" fmla="*/ 2147483647 w 480"/>
                <a:gd name="T41" fmla="*/ 2147483647 h 286"/>
                <a:gd name="T42" fmla="*/ 2147483647 w 480"/>
                <a:gd name="T43" fmla="*/ 2147483647 h 286"/>
                <a:gd name="T44" fmla="*/ 2147483647 w 480"/>
                <a:gd name="T45" fmla="*/ 2147483647 h 286"/>
                <a:gd name="T46" fmla="*/ 2147483647 w 480"/>
                <a:gd name="T47" fmla="*/ 2147483647 h 286"/>
                <a:gd name="T48" fmla="*/ 2147483647 w 480"/>
                <a:gd name="T49" fmla="*/ 2147483647 h 286"/>
                <a:gd name="T50" fmla="*/ 2147483647 w 480"/>
                <a:gd name="T51" fmla="*/ 2147483647 h 286"/>
                <a:gd name="T52" fmla="*/ 2147483647 w 480"/>
                <a:gd name="T53" fmla="*/ 2147483647 h 286"/>
                <a:gd name="T54" fmla="*/ 2147483647 w 480"/>
                <a:gd name="T55" fmla="*/ 2147483647 h 286"/>
                <a:gd name="T56" fmla="*/ 2147483647 w 480"/>
                <a:gd name="T57" fmla="*/ 2147483647 h 286"/>
                <a:gd name="T58" fmla="*/ 2147483647 w 480"/>
                <a:gd name="T59" fmla="*/ 2147483647 h 286"/>
                <a:gd name="T60" fmla="*/ 2147483647 w 480"/>
                <a:gd name="T61" fmla="*/ 2147483647 h 286"/>
                <a:gd name="T62" fmla="*/ 2147483647 w 480"/>
                <a:gd name="T63" fmla="*/ 2147483647 h 286"/>
                <a:gd name="T64" fmla="*/ 2147483647 w 480"/>
                <a:gd name="T65" fmla="*/ 2147483647 h 286"/>
                <a:gd name="T66" fmla="*/ 2147483647 w 480"/>
                <a:gd name="T67" fmla="*/ 2147483647 h 286"/>
                <a:gd name="T68" fmla="*/ 2147483647 w 480"/>
                <a:gd name="T69" fmla="*/ 2147483647 h 286"/>
                <a:gd name="T70" fmla="*/ 2147483647 w 480"/>
                <a:gd name="T71" fmla="*/ 2147483647 h 286"/>
                <a:gd name="T72" fmla="*/ 2147483647 w 480"/>
                <a:gd name="T73" fmla="*/ 2147483647 h 286"/>
                <a:gd name="T74" fmla="*/ 2147483647 w 480"/>
                <a:gd name="T75" fmla="*/ 2147483647 h 286"/>
                <a:gd name="T76" fmla="*/ 2147483647 w 480"/>
                <a:gd name="T77" fmla="*/ 2147483647 h 286"/>
                <a:gd name="T78" fmla="*/ 2147483647 w 480"/>
                <a:gd name="T79" fmla="*/ 2147483647 h 286"/>
                <a:gd name="T80" fmla="*/ 2147483647 w 480"/>
                <a:gd name="T81" fmla="*/ 2147483647 h 286"/>
                <a:gd name="T82" fmla="*/ 2147483647 w 480"/>
                <a:gd name="T83" fmla="*/ 2147483647 h 286"/>
                <a:gd name="T84" fmla="*/ 2147483647 w 480"/>
                <a:gd name="T85" fmla="*/ 2147483647 h 286"/>
                <a:gd name="T86" fmla="*/ 2147483647 w 480"/>
                <a:gd name="T87" fmla="*/ 2147483647 h 286"/>
                <a:gd name="T88" fmla="*/ 2147483647 w 480"/>
                <a:gd name="T89" fmla="*/ 2147483647 h 286"/>
                <a:gd name="T90" fmla="*/ 2147483647 w 480"/>
                <a:gd name="T91" fmla="*/ 2147483647 h 286"/>
                <a:gd name="T92" fmla="*/ 2147483647 w 480"/>
                <a:gd name="T93" fmla="*/ 2147483647 h 286"/>
                <a:gd name="T94" fmla="*/ 2147483647 w 480"/>
                <a:gd name="T95" fmla="*/ 2147483647 h 286"/>
                <a:gd name="T96" fmla="*/ 2147483647 w 480"/>
                <a:gd name="T97" fmla="*/ 2147483647 h 286"/>
                <a:gd name="T98" fmla="*/ 2147483647 w 480"/>
                <a:gd name="T99" fmla="*/ 2147483647 h 286"/>
                <a:gd name="T100" fmla="*/ 2147483647 w 480"/>
                <a:gd name="T101" fmla="*/ 2147483647 h 2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480"/>
                <a:gd name="T154" fmla="*/ 0 h 286"/>
                <a:gd name="T155" fmla="*/ 480 w 480"/>
                <a:gd name="T156" fmla="*/ 286 h 2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480" h="286">
                  <a:moveTo>
                    <a:pt x="396" y="179"/>
                  </a:moveTo>
                  <a:cubicBezTo>
                    <a:pt x="393" y="179"/>
                    <a:pt x="390" y="181"/>
                    <a:pt x="390" y="185"/>
                  </a:cubicBezTo>
                  <a:cubicBezTo>
                    <a:pt x="390" y="214"/>
                    <a:pt x="390" y="214"/>
                    <a:pt x="390" y="214"/>
                  </a:cubicBezTo>
                  <a:cubicBezTo>
                    <a:pt x="390" y="217"/>
                    <a:pt x="393" y="220"/>
                    <a:pt x="396" y="220"/>
                  </a:cubicBezTo>
                  <a:cubicBezTo>
                    <a:pt x="425" y="220"/>
                    <a:pt x="425" y="220"/>
                    <a:pt x="425" y="220"/>
                  </a:cubicBezTo>
                  <a:cubicBezTo>
                    <a:pt x="429" y="220"/>
                    <a:pt x="431" y="217"/>
                    <a:pt x="431" y="214"/>
                  </a:cubicBezTo>
                  <a:cubicBezTo>
                    <a:pt x="431" y="185"/>
                    <a:pt x="431" y="185"/>
                    <a:pt x="431" y="185"/>
                  </a:cubicBezTo>
                  <a:cubicBezTo>
                    <a:pt x="431" y="181"/>
                    <a:pt x="429" y="179"/>
                    <a:pt x="425" y="179"/>
                  </a:cubicBezTo>
                  <a:lnTo>
                    <a:pt x="396" y="179"/>
                  </a:lnTo>
                  <a:close/>
                  <a:moveTo>
                    <a:pt x="339" y="179"/>
                  </a:moveTo>
                  <a:cubicBezTo>
                    <a:pt x="336" y="179"/>
                    <a:pt x="333" y="181"/>
                    <a:pt x="333" y="185"/>
                  </a:cubicBezTo>
                  <a:cubicBezTo>
                    <a:pt x="333" y="214"/>
                    <a:pt x="333" y="214"/>
                    <a:pt x="333" y="214"/>
                  </a:cubicBezTo>
                  <a:cubicBezTo>
                    <a:pt x="333" y="217"/>
                    <a:pt x="336" y="220"/>
                    <a:pt x="339" y="220"/>
                  </a:cubicBezTo>
                  <a:cubicBezTo>
                    <a:pt x="369" y="220"/>
                    <a:pt x="369" y="220"/>
                    <a:pt x="369" y="220"/>
                  </a:cubicBezTo>
                  <a:cubicBezTo>
                    <a:pt x="372" y="220"/>
                    <a:pt x="374" y="217"/>
                    <a:pt x="374" y="214"/>
                  </a:cubicBezTo>
                  <a:cubicBezTo>
                    <a:pt x="374" y="185"/>
                    <a:pt x="374" y="185"/>
                    <a:pt x="374" y="185"/>
                  </a:cubicBezTo>
                  <a:cubicBezTo>
                    <a:pt x="374" y="181"/>
                    <a:pt x="372" y="179"/>
                    <a:pt x="369" y="179"/>
                  </a:cubicBezTo>
                  <a:lnTo>
                    <a:pt x="339" y="179"/>
                  </a:lnTo>
                  <a:close/>
                  <a:moveTo>
                    <a:pt x="472" y="152"/>
                  </a:moveTo>
                  <a:cubicBezTo>
                    <a:pt x="477" y="152"/>
                    <a:pt x="480" y="148"/>
                    <a:pt x="480" y="144"/>
                  </a:cubicBezTo>
                  <a:cubicBezTo>
                    <a:pt x="480" y="95"/>
                    <a:pt x="480" y="95"/>
                    <a:pt x="480" y="95"/>
                  </a:cubicBezTo>
                  <a:cubicBezTo>
                    <a:pt x="480" y="84"/>
                    <a:pt x="472" y="80"/>
                    <a:pt x="471" y="79"/>
                  </a:cubicBezTo>
                  <a:cubicBezTo>
                    <a:pt x="329" y="2"/>
                    <a:pt x="329" y="2"/>
                    <a:pt x="329" y="2"/>
                  </a:cubicBezTo>
                  <a:cubicBezTo>
                    <a:pt x="328" y="2"/>
                    <a:pt x="327" y="1"/>
                    <a:pt x="325" y="1"/>
                  </a:cubicBezTo>
                  <a:cubicBezTo>
                    <a:pt x="324" y="1"/>
                    <a:pt x="319" y="1"/>
                    <a:pt x="315" y="5"/>
                  </a:cubicBezTo>
                  <a:cubicBezTo>
                    <a:pt x="313" y="7"/>
                    <a:pt x="311" y="10"/>
                    <a:pt x="311" y="14"/>
                  </a:cubicBezTo>
                  <a:cubicBezTo>
                    <a:pt x="311" y="74"/>
                    <a:pt x="311" y="74"/>
                    <a:pt x="311" y="74"/>
                  </a:cubicBezTo>
                  <a:cubicBezTo>
                    <a:pt x="173" y="2"/>
                    <a:pt x="173" y="2"/>
                    <a:pt x="173" y="2"/>
                  </a:cubicBezTo>
                  <a:cubicBezTo>
                    <a:pt x="172" y="2"/>
                    <a:pt x="171" y="2"/>
                    <a:pt x="171" y="2"/>
                  </a:cubicBezTo>
                  <a:cubicBezTo>
                    <a:pt x="169" y="1"/>
                    <a:pt x="164" y="0"/>
                    <a:pt x="159" y="4"/>
                  </a:cubicBezTo>
                  <a:cubicBezTo>
                    <a:pt x="157" y="6"/>
                    <a:pt x="155" y="10"/>
                    <a:pt x="155" y="14"/>
                  </a:cubicBezTo>
                  <a:cubicBezTo>
                    <a:pt x="155" y="74"/>
                    <a:pt x="155" y="74"/>
                    <a:pt x="155" y="74"/>
                  </a:cubicBezTo>
                  <a:cubicBezTo>
                    <a:pt x="18" y="2"/>
                    <a:pt x="18" y="2"/>
                    <a:pt x="18" y="2"/>
                  </a:cubicBezTo>
                  <a:cubicBezTo>
                    <a:pt x="17" y="2"/>
                    <a:pt x="17" y="2"/>
                    <a:pt x="16" y="2"/>
                  </a:cubicBezTo>
                  <a:cubicBezTo>
                    <a:pt x="15" y="1"/>
                    <a:pt x="9" y="0"/>
                    <a:pt x="5" y="4"/>
                  </a:cubicBezTo>
                  <a:cubicBezTo>
                    <a:pt x="2" y="6"/>
                    <a:pt x="0" y="10"/>
                    <a:pt x="0" y="14"/>
                  </a:cubicBezTo>
                  <a:cubicBezTo>
                    <a:pt x="0" y="273"/>
                    <a:pt x="0" y="273"/>
                    <a:pt x="0" y="273"/>
                  </a:cubicBezTo>
                  <a:cubicBezTo>
                    <a:pt x="0" y="281"/>
                    <a:pt x="6" y="286"/>
                    <a:pt x="13" y="286"/>
                  </a:cubicBezTo>
                  <a:cubicBezTo>
                    <a:pt x="467" y="286"/>
                    <a:pt x="467" y="286"/>
                    <a:pt x="467" y="286"/>
                  </a:cubicBezTo>
                  <a:cubicBezTo>
                    <a:pt x="474" y="286"/>
                    <a:pt x="480" y="281"/>
                    <a:pt x="480" y="273"/>
                  </a:cubicBezTo>
                  <a:cubicBezTo>
                    <a:pt x="480" y="176"/>
                    <a:pt x="480" y="176"/>
                    <a:pt x="480" y="176"/>
                  </a:cubicBezTo>
                  <a:cubicBezTo>
                    <a:pt x="480" y="171"/>
                    <a:pt x="477" y="168"/>
                    <a:pt x="472" y="168"/>
                  </a:cubicBezTo>
                  <a:cubicBezTo>
                    <a:pt x="468" y="168"/>
                    <a:pt x="464" y="171"/>
                    <a:pt x="464" y="176"/>
                  </a:cubicBezTo>
                  <a:cubicBezTo>
                    <a:pt x="464" y="270"/>
                    <a:pt x="464" y="270"/>
                    <a:pt x="464" y="270"/>
                  </a:cubicBezTo>
                  <a:cubicBezTo>
                    <a:pt x="16" y="270"/>
                    <a:pt x="16" y="270"/>
                    <a:pt x="16" y="270"/>
                  </a:cubicBezTo>
                  <a:cubicBezTo>
                    <a:pt x="16" y="20"/>
                    <a:pt x="16" y="20"/>
                    <a:pt x="16" y="20"/>
                  </a:cubicBezTo>
                  <a:cubicBezTo>
                    <a:pt x="159" y="94"/>
                    <a:pt x="159" y="94"/>
                    <a:pt x="159" y="94"/>
                  </a:cubicBezTo>
                  <a:cubicBezTo>
                    <a:pt x="162" y="95"/>
                    <a:pt x="165" y="95"/>
                    <a:pt x="167" y="94"/>
                  </a:cubicBezTo>
                  <a:cubicBezTo>
                    <a:pt x="170" y="92"/>
                    <a:pt x="171" y="90"/>
                    <a:pt x="171" y="87"/>
                  </a:cubicBezTo>
                  <a:cubicBezTo>
                    <a:pt x="171" y="19"/>
                    <a:pt x="171" y="19"/>
                    <a:pt x="171" y="19"/>
                  </a:cubicBezTo>
                  <a:cubicBezTo>
                    <a:pt x="316" y="94"/>
                    <a:pt x="316" y="94"/>
                    <a:pt x="316" y="94"/>
                  </a:cubicBezTo>
                  <a:cubicBezTo>
                    <a:pt x="318" y="95"/>
                    <a:pt x="321" y="95"/>
                    <a:pt x="323" y="94"/>
                  </a:cubicBezTo>
                  <a:cubicBezTo>
                    <a:pt x="326" y="92"/>
                    <a:pt x="327" y="90"/>
                    <a:pt x="327" y="87"/>
                  </a:cubicBezTo>
                  <a:cubicBezTo>
                    <a:pt x="327" y="20"/>
                    <a:pt x="327" y="20"/>
                    <a:pt x="327" y="20"/>
                  </a:cubicBezTo>
                  <a:cubicBezTo>
                    <a:pt x="463" y="93"/>
                    <a:pt x="463" y="93"/>
                    <a:pt x="463" y="93"/>
                  </a:cubicBezTo>
                  <a:cubicBezTo>
                    <a:pt x="463" y="93"/>
                    <a:pt x="464" y="94"/>
                    <a:pt x="464" y="95"/>
                  </a:cubicBezTo>
                  <a:cubicBezTo>
                    <a:pt x="464" y="144"/>
                    <a:pt x="464" y="144"/>
                    <a:pt x="464" y="144"/>
                  </a:cubicBezTo>
                  <a:cubicBezTo>
                    <a:pt x="464" y="148"/>
                    <a:pt x="468" y="152"/>
                    <a:pt x="472" y="152"/>
                  </a:cubicBezTo>
                  <a:close/>
                  <a:moveTo>
                    <a:pt x="282" y="179"/>
                  </a:moveTo>
                  <a:cubicBezTo>
                    <a:pt x="279" y="179"/>
                    <a:pt x="276" y="181"/>
                    <a:pt x="276" y="185"/>
                  </a:cubicBezTo>
                  <a:cubicBezTo>
                    <a:pt x="276" y="214"/>
                    <a:pt x="276" y="214"/>
                    <a:pt x="276" y="214"/>
                  </a:cubicBezTo>
                  <a:cubicBezTo>
                    <a:pt x="276" y="217"/>
                    <a:pt x="279" y="220"/>
                    <a:pt x="282" y="220"/>
                  </a:cubicBezTo>
                  <a:cubicBezTo>
                    <a:pt x="312" y="220"/>
                    <a:pt x="312" y="220"/>
                    <a:pt x="312" y="220"/>
                  </a:cubicBezTo>
                  <a:cubicBezTo>
                    <a:pt x="315" y="220"/>
                    <a:pt x="318" y="217"/>
                    <a:pt x="318" y="214"/>
                  </a:cubicBezTo>
                  <a:cubicBezTo>
                    <a:pt x="318" y="185"/>
                    <a:pt x="318" y="185"/>
                    <a:pt x="318" y="185"/>
                  </a:cubicBezTo>
                  <a:cubicBezTo>
                    <a:pt x="318" y="181"/>
                    <a:pt x="315" y="179"/>
                    <a:pt x="312" y="179"/>
                  </a:cubicBezTo>
                  <a:lnTo>
                    <a:pt x="282" y="179"/>
                  </a:lnTo>
                  <a:close/>
                  <a:moveTo>
                    <a:pt x="226" y="179"/>
                  </a:moveTo>
                  <a:cubicBezTo>
                    <a:pt x="222" y="179"/>
                    <a:pt x="220" y="181"/>
                    <a:pt x="220" y="185"/>
                  </a:cubicBezTo>
                  <a:cubicBezTo>
                    <a:pt x="220" y="214"/>
                    <a:pt x="220" y="214"/>
                    <a:pt x="220" y="214"/>
                  </a:cubicBezTo>
                  <a:cubicBezTo>
                    <a:pt x="220" y="217"/>
                    <a:pt x="222" y="220"/>
                    <a:pt x="226" y="220"/>
                  </a:cubicBezTo>
                  <a:cubicBezTo>
                    <a:pt x="255" y="220"/>
                    <a:pt x="255" y="220"/>
                    <a:pt x="255" y="220"/>
                  </a:cubicBezTo>
                  <a:cubicBezTo>
                    <a:pt x="258" y="220"/>
                    <a:pt x="261" y="217"/>
                    <a:pt x="261" y="214"/>
                  </a:cubicBezTo>
                  <a:cubicBezTo>
                    <a:pt x="261" y="185"/>
                    <a:pt x="261" y="185"/>
                    <a:pt x="261" y="185"/>
                  </a:cubicBezTo>
                  <a:cubicBezTo>
                    <a:pt x="261" y="181"/>
                    <a:pt x="258" y="179"/>
                    <a:pt x="255" y="179"/>
                  </a:cubicBezTo>
                  <a:lnTo>
                    <a:pt x="226" y="179"/>
                  </a:lnTo>
                  <a:close/>
                  <a:moveTo>
                    <a:pt x="112" y="179"/>
                  </a:moveTo>
                  <a:cubicBezTo>
                    <a:pt x="109" y="179"/>
                    <a:pt x="106" y="181"/>
                    <a:pt x="106" y="185"/>
                  </a:cubicBezTo>
                  <a:cubicBezTo>
                    <a:pt x="106" y="214"/>
                    <a:pt x="106" y="214"/>
                    <a:pt x="106" y="214"/>
                  </a:cubicBezTo>
                  <a:cubicBezTo>
                    <a:pt x="106" y="217"/>
                    <a:pt x="109" y="220"/>
                    <a:pt x="112" y="220"/>
                  </a:cubicBezTo>
                  <a:cubicBezTo>
                    <a:pt x="142" y="220"/>
                    <a:pt x="142" y="220"/>
                    <a:pt x="142" y="220"/>
                  </a:cubicBezTo>
                  <a:cubicBezTo>
                    <a:pt x="145" y="220"/>
                    <a:pt x="147" y="217"/>
                    <a:pt x="147" y="214"/>
                  </a:cubicBezTo>
                  <a:cubicBezTo>
                    <a:pt x="147" y="185"/>
                    <a:pt x="147" y="185"/>
                    <a:pt x="147" y="185"/>
                  </a:cubicBezTo>
                  <a:cubicBezTo>
                    <a:pt x="147" y="181"/>
                    <a:pt x="145" y="179"/>
                    <a:pt x="142" y="179"/>
                  </a:cubicBezTo>
                  <a:lnTo>
                    <a:pt x="112" y="179"/>
                  </a:lnTo>
                  <a:close/>
                  <a:moveTo>
                    <a:pt x="55" y="179"/>
                  </a:moveTo>
                  <a:cubicBezTo>
                    <a:pt x="52" y="179"/>
                    <a:pt x="49" y="181"/>
                    <a:pt x="49" y="185"/>
                  </a:cubicBezTo>
                  <a:cubicBezTo>
                    <a:pt x="49" y="214"/>
                    <a:pt x="49" y="214"/>
                    <a:pt x="49" y="214"/>
                  </a:cubicBezTo>
                  <a:cubicBezTo>
                    <a:pt x="49" y="217"/>
                    <a:pt x="52" y="220"/>
                    <a:pt x="55" y="220"/>
                  </a:cubicBezTo>
                  <a:cubicBezTo>
                    <a:pt x="85" y="220"/>
                    <a:pt x="85" y="220"/>
                    <a:pt x="85" y="220"/>
                  </a:cubicBezTo>
                  <a:cubicBezTo>
                    <a:pt x="88" y="220"/>
                    <a:pt x="91" y="217"/>
                    <a:pt x="91" y="214"/>
                  </a:cubicBezTo>
                  <a:cubicBezTo>
                    <a:pt x="91" y="185"/>
                    <a:pt x="91" y="185"/>
                    <a:pt x="91" y="185"/>
                  </a:cubicBezTo>
                  <a:cubicBezTo>
                    <a:pt x="91" y="181"/>
                    <a:pt x="88" y="179"/>
                    <a:pt x="85" y="179"/>
                  </a:cubicBezTo>
                  <a:lnTo>
                    <a:pt x="55" y="179"/>
                  </a:lnTo>
                  <a:close/>
                  <a:moveTo>
                    <a:pt x="169" y="179"/>
                  </a:moveTo>
                  <a:cubicBezTo>
                    <a:pt x="166" y="179"/>
                    <a:pt x="163" y="181"/>
                    <a:pt x="163" y="185"/>
                  </a:cubicBezTo>
                  <a:cubicBezTo>
                    <a:pt x="163" y="214"/>
                    <a:pt x="163" y="214"/>
                    <a:pt x="163" y="214"/>
                  </a:cubicBezTo>
                  <a:cubicBezTo>
                    <a:pt x="163" y="217"/>
                    <a:pt x="166" y="220"/>
                    <a:pt x="169" y="220"/>
                  </a:cubicBezTo>
                  <a:cubicBezTo>
                    <a:pt x="198" y="220"/>
                    <a:pt x="198" y="220"/>
                    <a:pt x="198" y="220"/>
                  </a:cubicBezTo>
                  <a:cubicBezTo>
                    <a:pt x="202" y="220"/>
                    <a:pt x="204" y="217"/>
                    <a:pt x="204" y="214"/>
                  </a:cubicBezTo>
                  <a:cubicBezTo>
                    <a:pt x="204" y="185"/>
                    <a:pt x="204" y="185"/>
                    <a:pt x="204" y="185"/>
                  </a:cubicBezTo>
                  <a:cubicBezTo>
                    <a:pt x="204" y="181"/>
                    <a:pt x="202" y="179"/>
                    <a:pt x="198" y="179"/>
                  </a:cubicBezTo>
                  <a:lnTo>
                    <a:pt x="169" y="179"/>
                  </a:lnTo>
                  <a:close/>
                </a:path>
              </a:pathLst>
            </a:custGeom>
            <a:blipFill dpi="0" rotWithShape="1">
              <a:blip r:embed="rId28"/>
              <a:srcRect/>
              <a:stretch>
                <a:fillRect/>
              </a:stretch>
            </a:blipFill>
            <a:ln w="9525">
              <a:noFill/>
              <a:round/>
              <a:headEnd/>
              <a:tailEnd/>
            </a:ln>
          </p:spPr>
          <p:txBody>
            <a:bodyPr/>
            <a:lstStyle/>
            <a:p>
              <a:endParaRPr lang="en-GB"/>
            </a:p>
          </p:txBody>
        </p:sp>
        <p:sp>
          <p:nvSpPr>
            <p:cNvPr id="31846" name="Freeform 3"/>
            <p:cNvSpPr>
              <a:spLocks noChangeAspect="1" noEditPoints="1"/>
            </p:cNvSpPr>
            <p:nvPr/>
          </p:nvSpPr>
          <p:spPr bwMode="auto">
            <a:xfrm>
              <a:off x="3475434" y="3931265"/>
              <a:ext cx="138652" cy="112034"/>
            </a:xfrm>
            <a:custGeom>
              <a:avLst/>
              <a:gdLst>
                <a:gd name="T0" fmla="*/ 2147483647 w 464"/>
                <a:gd name="T1" fmla="*/ 2147483647 h 361"/>
                <a:gd name="T2" fmla="*/ 2147483647 w 464"/>
                <a:gd name="T3" fmla="*/ 2147483647 h 361"/>
                <a:gd name="T4" fmla="*/ 2147483647 w 464"/>
                <a:gd name="T5" fmla="*/ 2147483647 h 361"/>
                <a:gd name="T6" fmla="*/ 2147483647 w 464"/>
                <a:gd name="T7" fmla="*/ 0 h 361"/>
                <a:gd name="T8" fmla="*/ 2147483647 w 464"/>
                <a:gd name="T9" fmla="*/ 2147483647 h 361"/>
                <a:gd name="T10" fmla="*/ 2147483647 w 464"/>
                <a:gd name="T11" fmla="*/ 2147483647 h 361"/>
                <a:gd name="T12" fmla="*/ 2147483647 w 464"/>
                <a:gd name="T13" fmla="*/ 2147483647 h 361"/>
                <a:gd name="T14" fmla="*/ 2147483647 w 464"/>
                <a:gd name="T15" fmla="*/ 2147483647 h 361"/>
                <a:gd name="T16" fmla="*/ 2147483647 w 464"/>
                <a:gd name="T17" fmla="*/ 2147483647 h 361"/>
                <a:gd name="T18" fmla="*/ 2147483647 w 464"/>
                <a:gd name="T19" fmla="*/ 2147483647 h 361"/>
                <a:gd name="T20" fmla="*/ 2147483647 w 464"/>
                <a:gd name="T21" fmla="*/ 2147483647 h 361"/>
                <a:gd name="T22" fmla="*/ 2147483647 w 464"/>
                <a:gd name="T23" fmla="*/ 2147483647 h 361"/>
                <a:gd name="T24" fmla="*/ 2147483647 w 464"/>
                <a:gd name="T25" fmla="*/ 2147483647 h 361"/>
                <a:gd name="T26" fmla="*/ 2147483647 w 464"/>
                <a:gd name="T27" fmla="*/ 2147483647 h 361"/>
                <a:gd name="T28" fmla="*/ 2147483647 w 464"/>
                <a:gd name="T29" fmla="*/ 2147483647 h 361"/>
                <a:gd name="T30" fmla="*/ 2147483647 w 464"/>
                <a:gd name="T31" fmla="*/ 2147483647 h 361"/>
                <a:gd name="T32" fmla="*/ 2147483647 w 464"/>
                <a:gd name="T33" fmla="*/ 2147483647 h 361"/>
                <a:gd name="T34" fmla="*/ 2147483647 w 464"/>
                <a:gd name="T35" fmla="*/ 2147483647 h 361"/>
                <a:gd name="T36" fmla="*/ 2147483647 w 464"/>
                <a:gd name="T37" fmla="*/ 2147483647 h 361"/>
                <a:gd name="T38" fmla="*/ 2147483647 w 464"/>
                <a:gd name="T39" fmla="*/ 2147483647 h 361"/>
                <a:gd name="T40" fmla="*/ 2147483647 w 464"/>
                <a:gd name="T41" fmla="*/ 2147483647 h 361"/>
                <a:gd name="T42" fmla="*/ 2147483647 w 464"/>
                <a:gd name="T43" fmla="*/ 2147483647 h 361"/>
                <a:gd name="T44" fmla="*/ 2147483647 w 464"/>
                <a:gd name="T45" fmla="*/ 2147483647 h 361"/>
                <a:gd name="T46" fmla="*/ 2147483647 w 464"/>
                <a:gd name="T47" fmla="*/ 2147483647 h 361"/>
                <a:gd name="T48" fmla="*/ 2147483647 w 464"/>
                <a:gd name="T49" fmla="*/ 2147483647 h 361"/>
                <a:gd name="T50" fmla="*/ 2147483647 w 464"/>
                <a:gd name="T51" fmla="*/ 2147483647 h 361"/>
                <a:gd name="T52" fmla="*/ 2147483647 w 464"/>
                <a:gd name="T53" fmla="*/ 2147483647 h 361"/>
                <a:gd name="T54" fmla="*/ 2147483647 w 464"/>
                <a:gd name="T55" fmla="*/ 2147483647 h 361"/>
                <a:gd name="T56" fmla="*/ 2147483647 w 464"/>
                <a:gd name="T57" fmla="*/ 2147483647 h 361"/>
                <a:gd name="T58" fmla="*/ 2147483647 w 464"/>
                <a:gd name="T59" fmla="*/ 2147483647 h 361"/>
                <a:gd name="T60" fmla="*/ 2147483647 w 464"/>
                <a:gd name="T61" fmla="*/ 2147483647 h 361"/>
                <a:gd name="T62" fmla="*/ 2147483647 w 464"/>
                <a:gd name="T63" fmla="*/ 2147483647 h 361"/>
                <a:gd name="T64" fmla="*/ 2147483647 w 464"/>
                <a:gd name="T65" fmla="*/ 2147483647 h 361"/>
                <a:gd name="T66" fmla="*/ 2147483647 w 464"/>
                <a:gd name="T67" fmla="*/ 2147483647 h 361"/>
                <a:gd name="T68" fmla="*/ 2147483647 w 464"/>
                <a:gd name="T69" fmla="*/ 2147483647 h 361"/>
                <a:gd name="T70" fmla="*/ 2147483647 w 464"/>
                <a:gd name="T71" fmla="*/ 2147483647 h 361"/>
                <a:gd name="T72" fmla="*/ 2147483647 w 464"/>
                <a:gd name="T73" fmla="*/ 2147483647 h 361"/>
                <a:gd name="T74" fmla="*/ 2147483647 w 464"/>
                <a:gd name="T75" fmla="*/ 2147483647 h 361"/>
                <a:gd name="T76" fmla="*/ 2147483647 w 464"/>
                <a:gd name="T77" fmla="*/ 2147483647 h 361"/>
                <a:gd name="T78" fmla="*/ 2147483647 w 464"/>
                <a:gd name="T79" fmla="*/ 2147483647 h 361"/>
                <a:gd name="T80" fmla="*/ 2147483647 w 464"/>
                <a:gd name="T81" fmla="*/ 2147483647 h 361"/>
                <a:gd name="T82" fmla="*/ 2147483647 w 464"/>
                <a:gd name="T83" fmla="*/ 2147483647 h 361"/>
                <a:gd name="T84" fmla="*/ 2147483647 w 464"/>
                <a:gd name="T85" fmla="*/ 2147483647 h 361"/>
                <a:gd name="T86" fmla="*/ 2147483647 w 464"/>
                <a:gd name="T87" fmla="*/ 2147483647 h 361"/>
                <a:gd name="T88" fmla="*/ 2147483647 w 464"/>
                <a:gd name="T89" fmla="*/ 2147483647 h 36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64"/>
                <a:gd name="T136" fmla="*/ 0 h 361"/>
                <a:gd name="T137" fmla="*/ 464 w 464"/>
                <a:gd name="T138" fmla="*/ 361 h 36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64" h="361">
                  <a:moveTo>
                    <a:pt x="458" y="114"/>
                  </a:moveTo>
                  <a:cubicBezTo>
                    <a:pt x="458" y="114"/>
                    <a:pt x="437" y="103"/>
                    <a:pt x="408" y="88"/>
                  </a:cubicBezTo>
                  <a:cubicBezTo>
                    <a:pt x="408" y="52"/>
                    <a:pt x="408" y="52"/>
                    <a:pt x="408" y="52"/>
                  </a:cubicBezTo>
                  <a:cubicBezTo>
                    <a:pt x="408" y="41"/>
                    <a:pt x="400" y="32"/>
                    <a:pt x="389" y="32"/>
                  </a:cubicBezTo>
                  <a:cubicBezTo>
                    <a:pt x="357" y="32"/>
                    <a:pt x="357" y="32"/>
                    <a:pt x="357" y="32"/>
                  </a:cubicBezTo>
                  <a:cubicBezTo>
                    <a:pt x="347" y="32"/>
                    <a:pt x="338" y="41"/>
                    <a:pt x="338" y="52"/>
                  </a:cubicBezTo>
                  <a:cubicBezTo>
                    <a:pt x="292" y="28"/>
                    <a:pt x="249" y="6"/>
                    <a:pt x="245" y="3"/>
                  </a:cubicBezTo>
                  <a:cubicBezTo>
                    <a:pt x="241" y="1"/>
                    <a:pt x="236" y="0"/>
                    <a:pt x="232" y="0"/>
                  </a:cubicBezTo>
                  <a:cubicBezTo>
                    <a:pt x="224" y="1"/>
                    <a:pt x="219" y="3"/>
                    <a:pt x="219" y="3"/>
                  </a:cubicBezTo>
                  <a:cubicBezTo>
                    <a:pt x="6" y="114"/>
                    <a:pt x="6" y="114"/>
                    <a:pt x="6" y="114"/>
                  </a:cubicBezTo>
                  <a:cubicBezTo>
                    <a:pt x="2" y="116"/>
                    <a:pt x="0" y="121"/>
                    <a:pt x="3" y="125"/>
                  </a:cubicBezTo>
                  <a:cubicBezTo>
                    <a:pt x="5" y="129"/>
                    <a:pt x="9" y="130"/>
                    <a:pt x="13" y="128"/>
                  </a:cubicBezTo>
                  <a:cubicBezTo>
                    <a:pt x="226" y="18"/>
                    <a:pt x="226" y="18"/>
                    <a:pt x="226" y="18"/>
                  </a:cubicBezTo>
                  <a:cubicBezTo>
                    <a:pt x="227" y="17"/>
                    <a:pt x="229" y="16"/>
                    <a:pt x="232" y="16"/>
                  </a:cubicBezTo>
                  <a:cubicBezTo>
                    <a:pt x="234" y="16"/>
                    <a:pt x="236" y="17"/>
                    <a:pt x="238" y="18"/>
                  </a:cubicBezTo>
                  <a:cubicBezTo>
                    <a:pt x="242" y="20"/>
                    <a:pt x="291" y="45"/>
                    <a:pt x="340" y="71"/>
                  </a:cubicBezTo>
                  <a:cubicBezTo>
                    <a:pt x="341" y="71"/>
                    <a:pt x="343" y="72"/>
                    <a:pt x="345" y="72"/>
                  </a:cubicBezTo>
                  <a:cubicBezTo>
                    <a:pt x="347" y="72"/>
                    <a:pt x="349" y="71"/>
                    <a:pt x="352" y="69"/>
                  </a:cubicBezTo>
                  <a:cubicBezTo>
                    <a:pt x="354" y="67"/>
                    <a:pt x="354" y="64"/>
                    <a:pt x="354" y="62"/>
                  </a:cubicBezTo>
                  <a:cubicBezTo>
                    <a:pt x="354" y="52"/>
                    <a:pt x="354" y="52"/>
                    <a:pt x="354" y="52"/>
                  </a:cubicBezTo>
                  <a:cubicBezTo>
                    <a:pt x="354" y="50"/>
                    <a:pt x="356" y="48"/>
                    <a:pt x="357" y="48"/>
                  </a:cubicBezTo>
                  <a:cubicBezTo>
                    <a:pt x="389" y="48"/>
                    <a:pt x="389" y="48"/>
                    <a:pt x="389" y="48"/>
                  </a:cubicBezTo>
                  <a:cubicBezTo>
                    <a:pt x="391" y="48"/>
                    <a:pt x="392" y="50"/>
                    <a:pt x="392" y="52"/>
                  </a:cubicBezTo>
                  <a:cubicBezTo>
                    <a:pt x="392" y="90"/>
                    <a:pt x="392" y="90"/>
                    <a:pt x="392" y="90"/>
                  </a:cubicBezTo>
                  <a:cubicBezTo>
                    <a:pt x="392" y="93"/>
                    <a:pt x="393" y="96"/>
                    <a:pt x="395" y="98"/>
                  </a:cubicBezTo>
                  <a:cubicBezTo>
                    <a:pt x="396" y="100"/>
                    <a:pt x="398" y="101"/>
                    <a:pt x="399" y="101"/>
                  </a:cubicBezTo>
                  <a:cubicBezTo>
                    <a:pt x="429" y="117"/>
                    <a:pt x="451" y="128"/>
                    <a:pt x="451" y="128"/>
                  </a:cubicBezTo>
                  <a:cubicBezTo>
                    <a:pt x="452" y="129"/>
                    <a:pt x="454" y="129"/>
                    <a:pt x="455" y="129"/>
                  </a:cubicBezTo>
                  <a:cubicBezTo>
                    <a:pt x="458" y="129"/>
                    <a:pt x="460" y="128"/>
                    <a:pt x="462" y="125"/>
                  </a:cubicBezTo>
                  <a:cubicBezTo>
                    <a:pt x="464" y="121"/>
                    <a:pt x="462" y="116"/>
                    <a:pt x="458" y="114"/>
                  </a:cubicBezTo>
                  <a:close/>
                  <a:moveTo>
                    <a:pt x="400" y="166"/>
                  </a:moveTo>
                  <a:cubicBezTo>
                    <a:pt x="405" y="166"/>
                    <a:pt x="408" y="162"/>
                    <a:pt x="408" y="158"/>
                  </a:cubicBezTo>
                  <a:cubicBezTo>
                    <a:pt x="408" y="158"/>
                    <a:pt x="408" y="158"/>
                    <a:pt x="408" y="158"/>
                  </a:cubicBezTo>
                  <a:cubicBezTo>
                    <a:pt x="408" y="140"/>
                    <a:pt x="408" y="140"/>
                    <a:pt x="408" y="140"/>
                  </a:cubicBezTo>
                  <a:cubicBezTo>
                    <a:pt x="408" y="129"/>
                    <a:pt x="400" y="122"/>
                    <a:pt x="392" y="119"/>
                  </a:cubicBezTo>
                  <a:cubicBezTo>
                    <a:pt x="386" y="115"/>
                    <a:pt x="251" y="46"/>
                    <a:pt x="243" y="42"/>
                  </a:cubicBezTo>
                  <a:cubicBezTo>
                    <a:pt x="239" y="40"/>
                    <a:pt x="236" y="39"/>
                    <a:pt x="232" y="39"/>
                  </a:cubicBezTo>
                  <a:cubicBezTo>
                    <a:pt x="225" y="39"/>
                    <a:pt x="221" y="42"/>
                    <a:pt x="220" y="42"/>
                  </a:cubicBezTo>
                  <a:cubicBezTo>
                    <a:pt x="71" y="119"/>
                    <a:pt x="71" y="119"/>
                    <a:pt x="71" y="119"/>
                  </a:cubicBezTo>
                  <a:cubicBezTo>
                    <a:pt x="64" y="122"/>
                    <a:pt x="56" y="129"/>
                    <a:pt x="55" y="140"/>
                  </a:cubicBezTo>
                  <a:cubicBezTo>
                    <a:pt x="55" y="342"/>
                    <a:pt x="55" y="342"/>
                    <a:pt x="55" y="342"/>
                  </a:cubicBezTo>
                  <a:cubicBezTo>
                    <a:pt x="55" y="352"/>
                    <a:pt x="64" y="361"/>
                    <a:pt x="75" y="361"/>
                  </a:cubicBezTo>
                  <a:cubicBezTo>
                    <a:pt x="113" y="361"/>
                    <a:pt x="113" y="361"/>
                    <a:pt x="113" y="361"/>
                  </a:cubicBezTo>
                  <a:cubicBezTo>
                    <a:pt x="133" y="361"/>
                    <a:pt x="154" y="361"/>
                    <a:pt x="159" y="361"/>
                  </a:cubicBezTo>
                  <a:cubicBezTo>
                    <a:pt x="167" y="361"/>
                    <a:pt x="174" y="357"/>
                    <a:pt x="176" y="352"/>
                  </a:cubicBezTo>
                  <a:cubicBezTo>
                    <a:pt x="179" y="348"/>
                    <a:pt x="179" y="344"/>
                    <a:pt x="179" y="342"/>
                  </a:cubicBezTo>
                  <a:cubicBezTo>
                    <a:pt x="179" y="225"/>
                    <a:pt x="179" y="225"/>
                    <a:pt x="179" y="225"/>
                  </a:cubicBezTo>
                  <a:cubicBezTo>
                    <a:pt x="179" y="223"/>
                    <a:pt x="180" y="222"/>
                    <a:pt x="182" y="222"/>
                  </a:cubicBezTo>
                  <a:cubicBezTo>
                    <a:pt x="289" y="222"/>
                    <a:pt x="289" y="222"/>
                    <a:pt x="289" y="222"/>
                  </a:cubicBezTo>
                  <a:cubicBezTo>
                    <a:pt x="291" y="222"/>
                    <a:pt x="293" y="223"/>
                    <a:pt x="293" y="225"/>
                  </a:cubicBezTo>
                  <a:cubicBezTo>
                    <a:pt x="293" y="341"/>
                    <a:pt x="293" y="341"/>
                    <a:pt x="293" y="341"/>
                  </a:cubicBezTo>
                  <a:cubicBezTo>
                    <a:pt x="293" y="342"/>
                    <a:pt x="293" y="342"/>
                    <a:pt x="293" y="342"/>
                  </a:cubicBezTo>
                  <a:cubicBezTo>
                    <a:pt x="293" y="343"/>
                    <a:pt x="293" y="347"/>
                    <a:pt x="295" y="352"/>
                  </a:cubicBezTo>
                  <a:cubicBezTo>
                    <a:pt x="297" y="356"/>
                    <a:pt x="304" y="361"/>
                    <a:pt x="311" y="361"/>
                  </a:cubicBezTo>
                  <a:cubicBezTo>
                    <a:pt x="312" y="361"/>
                    <a:pt x="312" y="361"/>
                    <a:pt x="312" y="361"/>
                  </a:cubicBezTo>
                  <a:cubicBezTo>
                    <a:pt x="324" y="361"/>
                    <a:pt x="389" y="361"/>
                    <a:pt x="389" y="361"/>
                  </a:cubicBezTo>
                  <a:cubicBezTo>
                    <a:pt x="400" y="361"/>
                    <a:pt x="408" y="352"/>
                    <a:pt x="408" y="342"/>
                  </a:cubicBezTo>
                  <a:cubicBezTo>
                    <a:pt x="408" y="191"/>
                    <a:pt x="408" y="191"/>
                    <a:pt x="408" y="191"/>
                  </a:cubicBezTo>
                  <a:cubicBezTo>
                    <a:pt x="408" y="186"/>
                    <a:pt x="405" y="183"/>
                    <a:pt x="400" y="183"/>
                  </a:cubicBezTo>
                  <a:cubicBezTo>
                    <a:pt x="396" y="183"/>
                    <a:pt x="392" y="186"/>
                    <a:pt x="392" y="191"/>
                  </a:cubicBezTo>
                  <a:cubicBezTo>
                    <a:pt x="392" y="342"/>
                    <a:pt x="392" y="342"/>
                    <a:pt x="392" y="342"/>
                  </a:cubicBezTo>
                  <a:cubicBezTo>
                    <a:pt x="392" y="344"/>
                    <a:pt x="391" y="345"/>
                    <a:pt x="389" y="345"/>
                  </a:cubicBezTo>
                  <a:cubicBezTo>
                    <a:pt x="312" y="345"/>
                    <a:pt x="312" y="345"/>
                    <a:pt x="312" y="345"/>
                  </a:cubicBezTo>
                  <a:cubicBezTo>
                    <a:pt x="309" y="345"/>
                    <a:pt x="310" y="345"/>
                    <a:pt x="309" y="344"/>
                  </a:cubicBezTo>
                  <a:cubicBezTo>
                    <a:pt x="309" y="343"/>
                    <a:pt x="309" y="342"/>
                    <a:pt x="309" y="342"/>
                  </a:cubicBezTo>
                  <a:cubicBezTo>
                    <a:pt x="309" y="342"/>
                    <a:pt x="309" y="342"/>
                    <a:pt x="309" y="342"/>
                  </a:cubicBezTo>
                  <a:cubicBezTo>
                    <a:pt x="309" y="342"/>
                    <a:pt x="309" y="342"/>
                    <a:pt x="309" y="342"/>
                  </a:cubicBezTo>
                  <a:cubicBezTo>
                    <a:pt x="309" y="225"/>
                    <a:pt x="309" y="225"/>
                    <a:pt x="309" y="225"/>
                  </a:cubicBezTo>
                  <a:cubicBezTo>
                    <a:pt x="309" y="214"/>
                    <a:pt x="300" y="206"/>
                    <a:pt x="289" y="206"/>
                  </a:cubicBezTo>
                  <a:cubicBezTo>
                    <a:pt x="182" y="206"/>
                    <a:pt x="182" y="206"/>
                    <a:pt x="182" y="206"/>
                  </a:cubicBezTo>
                  <a:cubicBezTo>
                    <a:pt x="171" y="206"/>
                    <a:pt x="163" y="214"/>
                    <a:pt x="163" y="225"/>
                  </a:cubicBezTo>
                  <a:cubicBezTo>
                    <a:pt x="163" y="342"/>
                    <a:pt x="163" y="342"/>
                    <a:pt x="163" y="342"/>
                  </a:cubicBezTo>
                  <a:cubicBezTo>
                    <a:pt x="163" y="342"/>
                    <a:pt x="163" y="342"/>
                    <a:pt x="163" y="342"/>
                  </a:cubicBezTo>
                  <a:cubicBezTo>
                    <a:pt x="163" y="342"/>
                    <a:pt x="163" y="342"/>
                    <a:pt x="163" y="342"/>
                  </a:cubicBezTo>
                  <a:cubicBezTo>
                    <a:pt x="163" y="342"/>
                    <a:pt x="163" y="344"/>
                    <a:pt x="162" y="344"/>
                  </a:cubicBezTo>
                  <a:cubicBezTo>
                    <a:pt x="162" y="345"/>
                    <a:pt x="162" y="345"/>
                    <a:pt x="159" y="345"/>
                  </a:cubicBezTo>
                  <a:cubicBezTo>
                    <a:pt x="75" y="345"/>
                    <a:pt x="75" y="345"/>
                    <a:pt x="75" y="345"/>
                  </a:cubicBezTo>
                  <a:cubicBezTo>
                    <a:pt x="73" y="345"/>
                    <a:pt x="71" y="344"/>
                    <a:pt x="71" y="342"/>
                  </a:cubicBezTo>
                  <a:cubicBezTo>
                    <a:pt x="71" y="140"/>
                    <a:pt x="71" y="140"/>
                    <a:pt x="71" y="140"/>
                  </a:cubicBezTo>
                  <a:cubicBezTo>
                    <a:pt x="71" y="138"/>
                    <a:pt x="73" y="135"/>
                    <a:pt x="78" y="133"/>
                  </a:cubicBezTo>
                  <a:cubicBezTo>
                    <a:pt x="78" y="133"/>
                    <a:pt x="78" y="133"/>
                    <a:pt x="78" y="133"/>
                  </a:cubicBezTo>
                  <a:cubicBezTo>
                    <a:pt x="227" y="56"/>
                    <a:pt x="227" y="56"/>
                    <a:pt x="227" y="56"/>
                  </a:cubicBezTo>
                  <a:cubicBezTo>
                    <a:pt x="228" y="56"/>
                    <a:pt x="230" y="55"/>
                    <a:pt x="232" y="55"/>
                  </a:cubicBezTo>
                  <a:cubicBezTo>
                    <a:pt x="234" y="55"/>
                    <a:pt x="235" y="55"/>
                    <a:pt x="236" y="56"/>
                  </a:cubicBezTo>
                  <a:cubicBezTo>
                    <a:pt x="240" y="58"/>
                    <a:pt x="277" y="77"/>
                    <a:pt x="314" y="96"/>
                  </a:cubicBezTo>
                  <a:cubicBezTo>
                    <a:pt x="350" y="115"/>
                    <a:pt x="385" y="133"/>
                    <a:pt x="385" y="133"/>
                  </a:cubicBezTo>
                  <a:cubicBezTo>
                    <a:pt x="386" y="133"/>
                    <a:pt x="386" y="133"/>
                    <a:pt x="386" y="133"/>
                  </a:cubicBezTo>
                  <a:cubicBezTo>
                    <a:pt x="391" y="135"/>
                    <a:pt x="393" y="138"/>
                    <a:pt x="392" y="140"/>
                  </a:cubicBezTo>
                  <a:cubicBezTo>
                    <a:pt x="392" y="158"/>
                    <a:pt x="392" y="158"/>
                    <a:pt x="392" y="158"/>
                  </a:cubicBezTo>
                  <a:cubicBezTo>
                    <a:pt x="392" y="162"/>
                    <a:pt x="396" y="166"/>
                    <a:pt x="400" y="166"/>
                  </a:cubicBezTo>
                  <a:close/>
                </a:path>
              </a:pathLst>
            </a:custGeom>
            <a:blipFill dpi="0" rotWithShape="1">
              <a:blip r:embed="rId41"/>
              <a:srcRect/>
              <a:stretch>
                <a:fillRect/>
              </a:stretch>
            </a:blipFill>
            <a:ln w="9525">
              <a:noFill/>
              <a:round/>
              <a:headEnd/>
              <a:tailEnd/>
            </a:ln>
          </p:spPr>
          <p:txBody>
            <a:bodyPr/>
            <a:lstStyle/>
            <a:p>
              <a:endParaRPr lang="en-GB"/>
            </a:p>
          </p:txBody>
        </p:sp>
        <p:sp>
          <p:nvSpPr>
            <p:cNvPr id="31847" name="Freeform 3"/>
            <p:cNvSpPr>
              <a:spLocks noChangeAspect="1"/>
            </p:cNvSpPr>
            <p:nvPr/>
          </p:nvSpPr>
          <p:spPr bwMode="auto">
            <a:xfrm>
              <a:off x="3900460" y="3672385"/>
              <a:ext cx="122080" cy="126629"/>
            </a:xfrm>
            <a:custGeom>
              <a:avLst/>
              <a:gdLst>
                <a:gd name="T0" fmla="*/ 2147483647 w 409"/>
                <a:gd name="T1" fmla="*/ 2147483647 h 408"/>
                <a:gd name="T2" fmla="*/ 2147483647 w 409"/>
                <a:gd name="T3" fmla="*/ 2147483647 h 408"/>
                <a:gd name="T4" fmla="*/ 2147483647 w 409"/>
                <a:gd name="T5" fmla="*/ 2147483647 h 408"/>
                <a:gd name="T6" fmla="*/ 2147483647 w 409"/>
                <a:gd name="T7" fmla="*/ 2147483647 h 408"/>
                <a:gd name="T8" fmla="*/ 2147483647 w 409"/>
                <a:gd name="T9" fmla="*/ 2147483647 h 408"/>
                <a:gd name="T10" fmla="*/ 2147483647 w 409"/>
                <a:gd name="T11" fmla="*/ 2147483647 h 408"/>
                <a:gd name="T12" fmla="*/ 2147483647 w 409"/>
                <a:gd name="T13" fmla="*/ 2147483647 h 408"/>
                <a:gd name="T14" fmla="*/ 2147483647 w 409"/>
                <a:gd name="T15" fmla="*/ 2147483647 h 408"/>
                <a:gd name="T16" fmla="*/ 2147483647 w 409"/>
                <a:gd name="T17" fmla="*/ 2147483647 h 408"/>
                <a:gd name="T18" fmla="*/ 2147483647 w 409"/>
                <a:gd name="T19" fmla="*/ 2147483647 h 408"/>
                <a:gd name="T20" fmla="*/ 2147483647 w 409"/>
                <a:gd name="T21" fmla="*/ 2147483647 h 408"/>
                <a:gd name="T22" fmla="*/ 2147483647 w 409"/>
                <a:gd name="T23" fmla="*/ 2147483647 h 408"/>
                <a:gd name="T24" fmla="*/ 2147483647 w 409"/>
                <a:gd name="T25" fmla="*/ 2147483647 h 408"/>
                <a:gd name="T26" fmla="*/ 2147483647 w 409"/>
                <a:gd name="T27" fmla="*/ 2147483647 h 408"/>
                <a:gd name="T28" fmla="*/ 2147483647 w 409"/>
                <a:gd name="T29" fmla="*/ 2147483647 h 408"/>
                <a:gd name="T30" fmla="*/ 2147483647 w 409"/>
                <a:gd name="T31" fmla="*/ 2147483647 h 408"/>
                <a:gd name="T32" fmla="*/ 2147483647 w 409"/>
                <a:gd name="T33" fmla="*/ 2147483647 h 408"/>
                <a:gd name="T34" fmla="*/ 2147483647 w 409"/>
                <a:gd name="T35" fmla="*/ 2147483647 h 408"/>
                <a:gd name="T36" fmla="*/ 2147483647 w 409"/>
                <a:gd name="T37" fmla="*/ 2147483647 h 408"/>
                <a:gd name="T38" fmla="*/ 2147483647 w 409"/>
                <a:gd name="T39" fmla="*/ 2147483647 h 408"/>
                <a:gd name="T40" fmla="*/ 2147483647 w 409"/>
                <a:gd name="T41" fmla="*/ 2147483647 h 408"/>
                <a:gd name="T42" fmla="*/ 2147483647 w 409"/>
                <a:gd name="T43" fmla="*/ 2147483647 h 408"/>
                <a:gd name="T44" fmla="*/ 2147483647 w 409"/>
                <a:gd name="T45" fmla="*/ 2147483647 h 408"/>
                <a:gd name="T46" fmla="*/ 2147483647 w 409"/>
                <a:gd name="T47" fmla="*/ 2147483647 h 408"/>
                <a:gd name="T48" fmla="*/ 2147483647 w 409"/>
                <a:gd name="T49" fmla="*/ 2147483647 h 408"/>
                <a:gd name="T50" fmla="*/ 2147483647 w 409"/>
                <a:gd name="T51" fmla="*/ 2147483647 h 408"/>
                <a:gd name="T52" fmla="*/ 2147483647 w 409"/>
                <a:gd name="T53" fmla="*/ 2147483647 h 408"/>
                <a:gd name="T54" fmla="*/ 2147483647 w 409"/>
                <a:gd name="T55" fmla="*/ 2147483647 h 408"/>
                <a:gd name="T56" fmla="*/ 2147483647 w 409"/>
                <a:gd name="T57" fmla="*/ 2147483647 h 408"/>
                <a:gd name="T58" fmla="*/ 2147483647 w 409"/>
                <a:gd name="T59" fmla="*/ 2147483647 h 408"/>
                <a:gd name="T60" fmla="*/ 2147483647 w 409"/>
                <a:gd name="T61" fmla="*/ 2147483647 h 408"/>
                <a:gd name="T62" fmla="*/ 2147483647 w 409"/>
                <a:gd name="T63" fmla="*/ 2147483647 h 408"/>
                <a:gd name="T64" fmla="*/ 2147483647 w 409"/>
                <a:gd name="T65" fmla="*/ 2147483647 h 408"/>
                <a:gd name="T66" fmla="*/ 2147483647 w 409"/>
                <a:gd name="T67" fmla="*/ 2147483647 h 408"/>
                <a:gd name="T68" fmla="*/ 2147483647 w 409"/>
                <a:gd name="T69" fmla="*/ 2147483647 h 408"/>
                <a:gd name="T70" fmla="*/ 2147483647 w 409"/>
                <a:gd name="T71" fmla="*/ 2147483647 h 408"/>
                <a:gd name="T72" fmla="*/ 2147483647 w 409"/>
                <a:gd name="T73" fmla="*/ 2147483647 h 408"/>
                <a:gd name="T74" fmla="*/ 2147483647 w 409"/>
                <a:gd name="T75" fmla="*/ 2147483647 h 408"/>
                <a:gd name="T76" fmla="*/ 2147483647 w 409"/>
                <a:gd name="T77" fmla="*/ 2147483647 h 408"/>
                <a:gd name="T78" fmla="*/ 2147483647 w 409"/>
                <a:gd name="T79" fmla="*/ 2147483647 h 408"/>
                <a:gd name="T80" fmla="*/ 2147483647 w 409"/>
                <a:gd name="T81" fmla="*/ 2147483647 h 408"/>
                <a:gd name="T82" fmla="*/ 2147483647 w 409"/>
                <a:gd name="T83" fmla="*/ 2147483647 h 408"/>
                <a:gd name="T84" fmla="*/ 2147483647 w 409"/>
                <a:gd name="T85" fmla="*/ 2147483647 h 408"/>
                <a:gd name="T86" fmla="*/ 2147483647 w 409"/>
                <a:gd name="T87" fmla="*/ 2147483647 h 408"/>
                <a:gd name="T88" fmla="*/ 2147483647 w 409"/>
                <a:gd name="T89" fmla="*/ 2147483647 h 408"/>
                <a:gd name="T90" fmla="*/ 2147483647 w 409"/>
                <a:gd name="T91" fmla="*/ 2147483647 h 408"/>
                <a:gd name="T92" fmla="*/ 2147483647 w 409"/>
                <a:gd name="T93" fmla="*/ 2147483647 h 408"/>
                <a:gd name="T94" fmla="*/ 2147483647 w 409"/>
                <a:gd name="T95" fmla="*/ 2147483647 h 408"/>
                <a:gd name="T96" fmla="*/ 2147483647 w 409"/>
                <a:gd name="T97" fmla="*/ 2147483647 h 408"/>
                <a:gd name="T98" fmla="*/ 2147483647 w 409"/>
                <a:gd name="T99" fmla="*/ 2147483647 h 408"/>
                <a:gd name="T100" fmla="*/ 2147483647 w 409"/>
                <a:gd name="T101" fmla="*/ 2147483647 h 408"/>
                <a:gd name="T102" fmla="*/ 2147483647 w 409"/>
                <a:gd name="T103" fmla="*/ 2147483647 h 408"/>
                <a:gd name="T104" fmla="*/ 2147483647 w 409"/>
                <a:gd name="T105" fmla="*/ 2147483647 h 408"/>
                <a:gd name="T106" fmla="*/ 2147483647 w 409"/>
                <a:gd name="T107" fmla="*/ 2147483647 h 408"/>
                <a:gd name="T108" fmla="*/ 2147483647 w 409"/>
                <a:gd name="T109" fmla="*/ 2147483647 h 408"/>
                <a:gd name="T110" fmla="*/ 2147483647 w 409"/>
                <a:gd name="T111" fmla="*/ 2147483647 h 408"/>
                <a:gd name="T112" fmla="*/ 2147483647 w 409"/>
                <a:gd name="T113" fmla="*/ 2147483647 h 408"/>
                <a:gd name="T114" fmla="*/ 2147483647 w 409"/>
                <a:gd name="T115" fmla="*/ 2147483647 h 408"/>
                <a:gd name="T116" fmla="*/ 2147483647 w 409"/>
                <a:gd name="T117" fmla="*/ 2147483647 h 40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09"/>
                <a:gd name="T178" fmla="*/ 0 h 408"/>
                <a:gd name="T179" fmla="*/ 409 w 409"/>
                <a:gd name="T180" fmla="*/ 408 h 40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09" h="408">
                  <a:moveTo>
                    <a:pt x="364" y="266"/>
                  </a:moveTo>
                  <a:cubicBezTo>
                    <a:pt x="358" y="260"/>
                    <a:pt x="347" y="260"/>
                    <a:pt x="335" y="266"/>
                  </a:cubicBezTo>
                  <a:cubicBezTo>
                    <a:pt x="329" y="242"/>
                    <a:pt x="329" y="242"/>
                    <a:pt x="329" y="242"/>
                  </a:cubicBezTo>
                  <a:cubicBezTo>
                    <a:pt x="330" y="241"/>
                    <a:pt x="332" y="240"/>
                    <a:pt x="333" y="239"/>
                  </a:cubicBezTo>
                  <a:cubicBezTo>
                    <a:pt x="340" y="232"/>
                    <a:pt x="346" y="223"/>
                    <a:pt x="349" y="216"/>
                  </a:cubicBezTo>
                  <a:cubicBezTo>
                    <a:pt x="354" y="202"/>
                    <a:pt x="350" y="195"/>
                    <a:pt x="346" y="192"/>
                  </a:cubicBezTo>
                  <a:cubicBezTo>
                    <a:pt x="340" y="186"/>
                    <a:pt x="330" y="186"/>
                    <a:pt x="318" y="192"/>
                  </a:cubicBezTo>
                  <a:cubicBezTo>
                    <a:pt x="307" y="146"/>
                    <a:pt x="307" y="146"/>
                    <a:pt x="307" y="146"/>
                  </a:cubicBezTo>
                  <a:cubicBezTo>
                    <a:pt x="364" y="90"/>
                    <a:pt x="364" y="90"/>
                    <a:pt x="364" y="90"/>
                  </a:cubicBezTo>
                  <a:cubicBezTo>
                    <a:pt x="375" y="78"/>
                    <a:pt x="409" y="37"/>
                    <a:pt x="390" y="19"/>
                  </a:cubicBezTo>
                  <a:cubicBezTo>
                    <a:pt x="372" y="0"/>
                    <a:pt x="331" y="34"/>
                    <a:pt x="319" y="46"/>
                  </a:cubicBezTo>
                  <a:cubicBezTo>
                    <a:pt x="263" y="102"/>
                    <a:pt x="263" y="102"/>
                    <a:pt x="263" y="102"/>
                  </a:cubicBezTo>
                  <a:cubicBezTo>
                    <a:pt x="216" y="91"/>
                    <a:pt x="216" y="91"/>
                    <a:pt x="216" y="91"/>
                  </a:cubicBezTo>
                  <a:cubicBezTo>
                    <a:pt x="223" y="79"/>
                    <a:pt x="223" y="68"/>
                    <a:pt x="216" y="62"/>
                  </a:cubicBezTo>
                  <a:cubicBezTo>
                    <a:pt x="213" y="59"/>
                    <a:pt x="206" y="54"/>
                    <a:pt x="193" y="60"/>
                  </a:cubicBezTo>
                  <a:cubicBezTo>
                    <a:pt x="185" y="63"/>
                    <a:pt x="177" y="68"/>
                    <a:pt x="169" y="76"/>
                  </a:cubicBezTo>
                  <a:cubicBezTo>
                    <a:pt x="168" y="77"/>
                    <a:pt x="167" y="78"/>
                    <a:pt x="166" y="79"/>
                  </a:cubicBezTo>
                  <a:cubicBezTo>
                    <a:pt x="144" y="75"/>
                    <a:pt x="144" y="75"/>
                    <a:pt x="144" y="75"/>
                  </a:cubicBezTo>
                  <a:cubicBezTo>
                    <a:pt x="150" y="63"/>
                    <a:pt x="150" y="52"/>
                    <a:pt x="144" y="46"/>
                  </a:cubicBezTo>
                  <a:cubicBezTo>
                    <a:pt x="133" y="35"/>
                    <a:pt x="112" y="45"/>
                    <a:pt x="97" y="60"/>
                  </a:cubicBezTo>
                  <a:cubicBezTo>
                    <a:pt x="96" y="61"/>
                    <a:pt x="95" y="62"/>
                    <a:pt x="94" y="63"/>
                  </a:cubicBezTo>
                  <a:cubicBezTo>
                    <a:pt x="50" y="53"/>
                    <a:pt x="50" y="53"/>
                    <a:pt x="50" y="53"/>
                  </a:cubicBezTo>
                  <a:cubicBezTo>
                    <a:pt x="48" y="53"/>
                    <a:pt x="45" y="54"/>
                    <a:pt x="43" y="55"/>
                  </a:cubicBezTo>
                  <a:cubicBezTo>
                    <a:pt x="13" y="86"/>
                    <a:pt x="13" y="86"/>
                    <a:pt x="13" y="86"/>
                  </a:cubicBezTo>
                  <a:cubicBezTo>
                    <a:pt x="11" y="87"/>
                    <a:pt x="10" y="90"/>
                    <a:pt x="10" y="92"/>
                  </a:cubicBezTo>
                  <a:cubicBezTo>
                    <a:pt x="11" y="95"/>
                    <a:pt x="12" y="97"/>
                    <a:pt x="15" y="98"/>
                  </a:cubicBezTo>
                  <a:cubicBezTo>
                    <a:pt x="31" y="108"/>
                    <a:pt x="31" y="108"/>
                    <a:pt x="31" y="108"/>
                  </a:cubicBezTo>
                  <a:cubicBezTo>
                    <a:pt x="35" y="110"/>
                    <a:pt x="40" y="108"/>
                    <a:pt x="42" y="104"/>
                  </a:cubicBezTo>
                  <a:cubicBezTo>
                    <a:pt x="44" y="100"/>
                    <a:pt x="43" y="96"/>
                    <a:pt x="39" y="94"/>
                  </a:cubicBezTo>
                  <a:cubicBezTo>
                    <a:pt x="32" y="89"/>
                    <a:pt x="32" y="89"/>
                    <a:pt x="32" y="89"/>
                  </a:cubicBezTo>
                  <a:cubicBezTo>
                    <a:pt x="51" y="70"/>
                    <a:pt x="51" y="70"/>
                    <a:pt x="51" y="70"/>
                  </a:cubicBezTo>
                  <a:cubicBezTo>
                    <a:pt x="95" y="80"/>
                    <a:pt x="95" y="80"/>
                    <a:pt x="95" y="80"/>
                  </a:cubicBezTo>
                  <a:cubicBezTo>
                    <a:pt x="98" y="81"/>
                    <a:pt x="101" y="79"/>
                    <a:pt x="103" y="77"/>
                  </a:cubicBezTo>
                  <a:cubicBezTo>
                    <a:pt x="104" y="75"/>
                    <a:pt x="106" y="73"/>
                    <a:pt x="108" y="71"/>
                  </a:cubicBezTo>
                  <a:cubicBezTo>
                    <a:pt x="120" y="59"/>
                    <a:pt x="130" y="57"/>
                    <a:pt x="133" y="57"/>
                  </a:cubicBezTo>
                  <a:cubicBezTo>
                    <a:pt x="133" y="59"/>
                    <a:pt x="132" y="66"/>
                    <a:pt x="125" y="75"/>
                  </a:cubicBezTo>
                  <a:cubicBezTo>
                    <a:pt x="123" y="77"/>
                    <a:pt x="123" y="80"/>
                    <a:pt x="124" y="83"/>
                  </a:cubicBezTo>
                  <a:cubicBezTo>
                    <a:pt x="124" y="85"/>
                    <a:pt x="127" y="87"/>
                    <a:pt x="129" y="88"/>
                  </a:cubicBezTo>
                  <a:cubicBezTo>
                    <a:pt x="167" y="96"/>
                    <a:pt x="167" y="96"/>
                    <a:pt x="167" y="96"/>
                  </a:cubicBezTo>
                  <a:cubicBezTo>
                    <a:pt x="170" y="97"/>
                    <a:pt x="173" y="96"/>
                    <a:pt x="175" y="93"/>
                  </a:cubicBezTo>
                  <a:cubicBezTo>
                    <a:pt x="177" y="91"/>
                    <a:pt x="179" y="89"/>
                    <a:pt x="180" y="87"/>
                  </a:cubicBezTo>
                  <a:cubicBezTo>
                    <a:pt x="192" y="75"/>
                    <a:pt x="202" y="73"/>
                    <a:pt x="205" y="73"/>
                  </a:cubicBezTo>
                  <a:cubicBezTo>
                    <a:pt x="205" y="75"/>
                    <a:pt x="204" y="82"/>
                    <a:pt x="197" y="91"/>
                  </a:cubicBezTo>
                  <a:cubicBezTo>
                    <a:pt x="195" y="93"/>
                    <a:pt x="195" y="96"/>
                    <a:pt x="196" y="99"/>
                  </a:cubicBezTo>
                  <a:cubicBezTo>
                    <a:pt x="197" y="101"/>
                    <a:pt x="199" y="103"/>
                    <a:pt x="201" y="104"/>
                  </a:cubicBezTo>
                  <a:cubicBezTo>
                    <a:pt x="264" y="118"/>
                    <a:pt x="264" y="118"/>
                    <a:pt x="264" y="118"/>
                  </a:cubicBezTo>
                  <a:cubicBezTo>
                    <a:pt x="267" y="119"/>
                    <a:pt x="269" y="118"/>
                    <a:pt x="271" y="116"/>
                  </a:cubicBezTo>
                  <a:cubicBezTo>
                    <a:pt x="330" y="57"/>
                    <a:pt x="330" y="57"/>
                    <a:pt x="330" y="57"/>
                  </a:cubicBezTo>
                  <a:cubicBezTo>
                    <a:pt x="350" y="39"/>
                    <a:pt x="374" y="25"/>
                    <a:pt x="379" y="30"/>
                  </a:cubicBezTo>
                  <a:cubicBezTo>
                    <a:pt x="384" y="35"/>
                    <a:pt x="370" y="59"/>
                    <a:pt x="352" y="79"/>
                  </a:cubicBezTo>
                  <a:cubicBezTo>
                    <a:pt x="293" y="138"/>
                    <a:pt x="293" y="138"/>
                    <a:pt x="293" y="138"/>
                  </a:cubicBezTo>
                  <a:cubicBezTo>
                    <a:pt x="291" y="140"/>
                    <a:pt x="290" y="142"/>
                    <a:pt x="291" y="145"/>
                  </a:cubicBezTo>
                  <a:cubicBezTo>
                    <a:pt x="305" y="207"/>
                    <a:pt x="305" y="207"/>
                    <a:pt x="305" y="207"/>
                  </a:cubicBezTo>
                  <a:cubicBezTo>
                    <a:pt x="305" y="209"/>
                    <a:pt x="307" y="211"/>
                    <a:pt x="310" y="212"/>
                  </a:cubicBezTo>
                  <a:cubicBezTo>
                    <a:pt x="312" y="213"/>
                    <a:pt x="315" y="213"/>
                    <a:pt x="317" y="211"/>
                  </a:cubicBezTo>
                  <a:cubicBezTo>
                    <a:pt x="327" y="204"/>
                    <a:pt x="333" y="203"/>
                    <a:pt x="335" y="203"/>
                  </a:cubicBezTo>
                  <a:cubicBezTo>
                    <a:pt x="336" y="206"/>
                    <a:pt x="333" y="216"/>
                    <a:pt x="321" y="228"/>
                  </a:cubicBezTo>
                  <a:cubicBezTo>
                    <a:pt x="319" y="230"/>
                    <a:pt x="317" y="231"/>
                    <a:pt x="315" y="233"/>
                  </a:cubicBezTo>
                  <a:cubicBezTo>
                    <a:pt x="313" y="235"/>
                    <a:pt x="312" y="238"/>
                    <a:pt x="313" y="241"/>
                  </a:cubicBezTo>
                  <a:cubicBezTo>
                    <a:pt x="322" y="281"/>
                    <a:pt x="322" y="281"/>
                    <a:pt x="322" y="281"/>
                  </a:cubicBezTo>
                  <a:cubicBezTo>
                    <a:pt x="322" y="284"/>
                    <a:pt x="324" y="286"/>
                    <a:pt x="327" y="287"/>
                  </a:cubicBezTo>
                  <a:cubicBezTo>
                    <a:pt x="329" y="288"/>
                    <a:pt x="332" y="287"/>
                    <a:pt x="334" y="286"/>
                  </a:cubicBezTo>
                  <a:cubicBezTo>
                    <a:pt x="344" y="278"/>
                    <a:pt x="351" y="277"/>
                    <a:pt x="353" y="277"/>
                  </a:cubicBezTo>
                  <a:cubicBezTo>
                    <a:pt x="353" y="280"/>
                    <a:pt x="350" y="290"/>
                    <a:pt x="339" y="302"/>
                  </a:cubicBezTo>
                  <a:cubicBezTo>
                    <a:pt x="337" y="304"/>
                    <a:pt x="335" y="306"/>
                    <a:pt x="332" y="307"/>
                  </a:cubicBezTo>
                  <a:cubicBezTo>
                    <a:pt x="330" y="309"/>
                    <a:pt x="329" y="313"/>
                    <a:pt x="330" y="316"/>
                  </a:cubicBezTo>
                  <a:cubicBezTo>
                    <a:pt x="339" y="358"/>
                    <a:pt x="339" y="358"/>
                    <a:pt x="339" y="358"/>
                  </a:cubicBezTo>
                  <a:cubicBezTo>
                    <a:pt x="320" y="377"/>
                    <a:pt x="320" y="377"/>
                    <a:pt x="320" y="377"/>
                  </a:cubicBezTo>
                  <a:cubicBezTo>
                    <a:pt x="233" y="220"/>
                    <a:pt x="233" y="220"/>
                    <a:pt x="233" y="220"/>
                  </a:cubicBezTo>
                  <a:cubicBezTo>
                    <a:pt x="232" y="218"/>
                    <a:pt x="230" y="216"/>
                    <a:pt x="228" y="216"/>
                  </a:cubicBezTo>
                  <a:cubicBezTo>
                    <a:pt x="225" y="215"/>
                    <a:pt x="223" y="216"/>
                    <a:pt x="221" y="218"/>
                  </a:cubicBezTo>
                  <a:cubicBezTo>
                    <a:pt x="132" y="296"/>
                    <a:pt x="132" y="296"/>
                    <a:pt x="132" y="296"/>
                  </a:cubicBezTo>
                  <a:cubicBezTo>
                    <a:pt x="130" y="298"/>
                    <a:pt x="129" y="300"/>
                    <a:pt x="130" y="303"/>
                  </a:cubicBezTo>
                  <a:cubicBezTo>
                    <a:pt x="136" y="384"/>
                    <a:pt x="136" y="384"/>
                    <a:pt x="136" y="384"/>
                  </a:cubicBezTo>
                  <a:cubicBezTo>
                    <a:pt x="130" y="388"/>
                    <a:pt x="130" y="388"/>
                    <a:pt x="130" y="388"/>
                  </a:cubicBezTo>
                  <a:cubicBezTo>
                    <a:pt x="102" y="335"/>
                    <a:pt x="102" y="335"/>
                    <a:pt x="102" y="335"/>
                  </a:cubicBezTo>
                  <a:cubicBezTo>
                    <a:pt x="101" y="333"/>
                    <a:pt x="99" y="332"/>
                    <a:pt x="97" y="331"/>
                  </a:cubicBezTo>
                  <a:cubicBezTo>
                    <a:pt x="94" y="331"/>
                    <a:pt x="92" y="331"/>
                    <a:pt x="90" y="333"/>
                  </a:cubicBezTo>
                  <a:cubicBezTo>
                    <a:pt x="66" y="352"/>
                    <a:pt x="57" y="355"/>
                    <a:pt x="54" y="355"/>
                  </a:cubicBezTo>
                  <a:cubicBezTo>
                    <a:pt x="54" y="352"/>
                    <a:pt x="57" y="343"/>
                    <a:pt x="76" y="319"/>
                  </a:cubicBezTo>
                  <a:cubicBezTo>
                    <a:pt x="78" y="317"/>
                    <a:pt x="78" y="315"/>
                    <a:pt x="78" y="312"/>
                  </a:cubicBezTo>
                  <a:cubicBezTo>
                    <a:pt x="77" y="310"/>
                    <a:pt x="76" y="308"/>
                    <a:pt x="74" y="307"/>
                  </a:cubicBezTo>
                  <a:cubicBezTo>
                    <a:pt x="21" y="279"/>
                    <a:pt x="21" y="279"/>
                    <a:pt x="21" y="279"/>
                  </a:cubicBezTo>
                  <a:cubicBezTo>
                    <a:pt x="25" y="273"/>
                    <a:pt x="25" y="273"/>
                    <a:pt x="25" y="273"/>
                  </a:cubicBezTo>
                  <a:cubicBezTo>
                    <a:pt x="106" y="279"/>
                    <a:pt x="106" y="279"/>
                    <a:pt x="106" y="279"/>
                  </a:cubicBezTo>
                  <a:cubicBezTo>
                    <a:pt x="109" y="280"/>
                    <a:pt x="111" y="279"/>
                    <a:pt x="113" y="277"/>
                  </a:cubicBezTo>
                  <a:cubicBezTo>
                    <a:pt x="191" y="188"/>
                    <a:pt x="191" y="188"/>
                    <a:pt x="191" y="188"/>
                  </a:cubicBezTo>
                  <a:cubicBezTo>
                    <a:pt x="193" y="186"/>
                    <a:pt x="193" y="184"/>
                    <a:pt x="193" y="181"/>
                  </a:cubicBezTo>
                  <a:cubicBezTo>
                    <a:pt x="192" y="179"/>
                    <a:pt x="191" y="177"/>
                    <a:pt x="189" y="176"/>
                  </a:cubicBezTo>
                  <a:cubicBezTo>
                    <a:pt x="67" y="109"/>
                    <a:pt x="67" y="109"/>
                    <a:pt x="67" y="109"/>
                  </a:cubicBezTo>
                  <a:cubicBezTo>
                    <a:pt x="63" y="107"/>
                    <a:pt x="58" y="108"/>
                    <a:pt x="56" y="112"/>
                  </a:cubicBezTo>
                  <a:cubicBezTo>
                    <a:pt x="54" y="116"/>
                    <a:pt x="55" y="121"/>
                    <a:pt x="59" y="123"/>
                  </a:cubicBezTo>
                  <a:cubicBezTo>
                    <a:pt x="172" y="185"/>
                    <a:pt x="172" y="185"/>
                    <a:pt x="172" y="185"/>
                  </a:cubicBezTo>
                  <a:cubicBezTo>
                    <a:pt x="103" y="263"/>
                    <a:pt x="103" y="263"/>
                    <a:pt x="103" y="263"/>
                  </a:cubicBezTo>
                  <a:cubicBezTo>
                    <a:pt x="22" y="257"/>
                    <a:pt x="22" y="257"/>
                    <a:pt x="22" y="257"/>
                  </a:cubicBezTo>
                  <a:cubicBezTo>
                    <a:pt x="19" y="257"/>
                    <a:pt x="17" y="258"/>
                    <a:pt x="15" y="260"/>
                  </a:cubicBezTo>
                  <a:cubicBezTo>
                    <a:pt x="2" y="277"/>
                    <a:pt x="2" y="277"/>
                    <a:pt x="2" y="277"/>
                  </a:cubicBezTo>
                  <a:cubicBezTo>
                    <a:pt x="1" y="279"/>
                    <a:pt x="0" y="282"/>
                    <a:pt x="1" y="284"/>
                  </a:cubicBezTo>
                  <a:cubicBezTo>
                    <a:pt x="1" y="286"/>
                    <a:pt x="3" y="288"/>
                    <a:pt x="5" y="289"/>
                  </a:cubicBezTo>
                  <a:cubicBezTo>
                    <a:pt x="58" y="316"/>
                    <a:pt x="58" y="316"/>
                    <a:pt x="58" y="316"/>
                  </a:cubicBezTo>
                  <a:cubicBezTo>
                    <a:pt x="38" y="343"/>
                    <a:pt x="33" y="358"/>
                    <a:pt x="42" y="367"/>
                  </a:cubicBezTo>
                  <a:cubicBezTo>
                    <a:pt x="51" y="376"/>
                    <a:pt x="66" y="371"/>
                    <a:pt x="93" y="351"/>
                  </a:cubicBezTo>
                  <a:cubicBezTo>
                    <a:pt x="120" y="404"/>
                    <a:pt x="120" y="404"/>
                    <a:pt x="120" y="404"/>
                  </a:cubicBezTo>
                  <a:cubicBezTo>
                    <a:pt x="121" y="406"/>
                    <a:pt x="123" y="408"/>
                    <a:pt x="125" y="408"/>
                  </a:cubicBezTo>
                  <a:cubicBezTo>
                    <a:pt x="126" y="408"/>
                    <a:pt x="126" y="408"/>
                    <a:pt x="127" y="408"/>
                  </a:cubicBezTo>
                  <a:cubicBezTo>
                    <a:pt x="129" y="408"/>
                    <a:pt x="130" y="408"/>
                    <a:pt x="132" y="407"/>
                  </a:cubicBezTo>
                  <a:cubicBezTo>
                    <a:pt x="149" y="394"/>
                    <a:pt x="149" y="394"/>
                    <a:pt x="149" y="394"/>
                  </a:cubicBezTo>
                  <a:cubicBezTo>
                    <a:pt x="151" y="392"/>
                    <a:pt x="152" y="390"/>
                    <a:pt x="152" y="387"/>
                  </a:cubicBezTo>
                  <a:cubicBezTo>
                    <a:pt x="146" y="306"/>
                    <a:pt x="146" y="306"/>
                    <a:pt x="146" y="306"/>
                  </a:cubicBezTo>
                  <a:cubicBezTo>
                    <a:pt x="224" y="236"/>
                    <a:pt x="224" y="236"/>
                    <a:pt x="224" y="236"/>
                  </a:cubicBezTo>
                  <a:cubicBezTo>
                    <a:pt x="311" y="394"/>
                    <a:pt x="311" y="394"/>
                    <a:pt x="311" y="394"/>
                  </a:cubicBezTo>
                  <a:cubicBezTo>
                    <a:pt x="312" y="397"/>
                    <a:pt x="314" y="398"/>
                    <a:pt x="317" y="399"/>
                  </a:cubicBezTo>
                  <a:cubicBezTo>
                    <a:pt x="319" y="399"/>
                    <a:pt x="322" y="398"/>
                    <a:pt x="323" y="396"/>
                  </a:cubicBezTo>
                  <a:cubicBezTo>
                    <a:pt x="354" y="366"/>
                    <a:pt x="354" y="366"/>
                    <a:pt x="354" y="366"/>
                  </a:cubicBezTo>
                  <a:cubicBezTo>
                    <a:pt x="355" y="364"/>
                    <a:pt x="356" y="361"/>
                    <a:pt x="356" y="359"/>
                  </a:cubicBezTo>
                  <a:cubicBezTo>
                    <a:pt x="346" y="317"/>
                    <a:pt x="346" y="317"/>
                    <a:pt x="346" y="317"/>
                  </a:cubicBezTo>
                  <a:cubicBezTo>
                    <a:pt x="348" y="316"/>
                    <a:pt x="349" y="314"/>
                    <a:pt x="350" y="313"/>
                  </a:cubicBezTo>
                  <a:cubicBezTo>
                    <a:pt x="365" y="298"/>
                    <a:pt x="375" y="277"/>
                    <a:pt x="364" y="266"/>
                  </a:cubicBezTo>
                  <a:close/>
                </a:path>
              </a:pathLst>
            </a:custGeom>
            <a:blipFill dpi="0" rotWithShape="1">
              <a:blip r:embed="rId30"/>
              <a:srcRect/>
              <a:stretch>
                <a:fillRect/>
              </a:stretch>
            </a:blipFill>
            <a:ln w="9525">
              <a:noFill/>
              <a:round/>
              <a:headEnd/>
              <a:tailEnd/>
            </a:ln>
          </p:spPr>
          <p:txBody>
            <a:bodyPr/>
            <a:lstStyle/>
            <a:p>
              <a:endParaRPr lang="en-GB"/>
            </a:p>
          </p:txBody>
        </p:sp>
        <p:sp>
          <p:nvSpPr>
            <p:cNvPr id="31848" name="Freeform 3"/>
            <p:cNvSpPr>
              <a:spLocks noChangeAspect="1" noEditPoints="1"/>
            </p:cNvSpPr>
            <p:nvPr/>
          </p:nvSpPr>
          <p:spPr bwMode="auto">
            <a:xfrm>
              <a:off x="3544627" y="3653804"/>
              <a:ext cx="102850" cy="88496"/>
            </a:xfrm>
            <a:custGeom>
              <a:avLst/>
              <a:gdLst>
                <a:gd name="T0" fmla="*/ 2147483647 w 344"/>
                <a:gd name="T1" fmla="*/ 2147483647 h 285"/>
                <a:gd name="T2" fmla="*/ 2147483647 w 344"/>
                <a:gd name="T3" fmla="*/ 2147483647 h 285"/>
                <a:gd name="T4" fmla="*/ 2147483647 w 344"/>
                <a:gd name="T5" fmla="*/ 2147483647 h 285"/>
                <a:gd name="T6" fmla="*/ 2147483647 w 344"/>
                <a:gd name="T7" fmla="*/ 2147483647 h 285"/>
                <a:gd name="T8" fmla="*/ 2147483647 w 344"/>
                <a:gd name="T9" fmla="*/ 2147483647 h 285"/>
                <a:gd name="T10" fmla="*/ 2147483647 w 344"/>
                <a:gd name="T11" fmla="*/ 2147483647 h 285"/>
                <a:gd name="T12" fmla="*/ 2147483647 w 344"/>
                <a:gd name="T13" fmla="*/ 2147483647 h 285"/>
                <a:gd name="T14" fmla="*/ 2147483647 w 344"/>
                <a:gd name="T15" fmla="*/ 2147483647 h 285"/>
                <a:gd name="T16" fmla="*/ 2147483647 w 344"/>
                <a:gd name="T17" fmla="*/ 2147483647 h 285"/>
                <a:gd name="T18" fmla="*/ 2147483647 w 344"/>
                <a:gd name="T19" fmla="*/ 2147483647 h 285"/>
                <a:gd name="T20" fmla="*/ 2147483647 w 344"/>
                <a:gd name="T21" fmla="*/ 2147483647 h 285"/>
                <a:gd name="T22" fmla="*/ 2147483647 w 344"/>
                <a:gd name="T23" fmla="*/ 2147483647 h 285"/>
                <a:gd name="T24" fmla="*/ 2147483647 w 344"/>
                <a:gd name="T25" fmla="*/ 2147483647 h 285"/>
                <a:gd name="T26" fmla="*/ 2147483647 w 344"/>
                <a:gd name="T27" fmla="*/ 2147483647 h 285"/>
                <a:gd name="T28" fmla="*/ 2147483647 w 344"/>
                <a:gd name="T29" fmla="*/ 2147483647 h 285"/>
                <a:gd name="T30" fmla="*/ 2147483647 w 344"/>
                <a:gd name="T31" fmla="*/ 2147483647 h 285"/>
                <a:gd name="T32" fmla="*/ 2147483647 w 344"/>
                <a:gd name="T33" fmla="*/ 2147483647 h 285"/>
                <a:gd name="T34" fmla="*/ 2147483647 w 344"/>
                <a:gd name="T35" fmla="*/ 2147483647 h 285"/>
                <a:gd name="T36" fmla="*/ 2147483647 w 344"/>
                <a:gd name="T37" fmla="*/ 2147483647 h 285"/>
                <a:gd name="T38" fmla="*/ 2147483647 w 344"/>
                <a:gd name="T39" fmla="*/ 2147483647 h 285"/>
                <a:gd name="T40" fmla="*/ 2147483647 w 344"/>
                <a:gd name="T41" fmla="*/ 2147483647 h 285"/>
                <a:gd name="T42" fmla="*/ 2147483647 w 344"/>
                <a:gd name="T43" fmla="*/ 2147483647 h 285"/>
                <a:gd name="T44" fmla="*/ 2147483647 w 344"/>
                <a:gd name="T45" fmla="*/ 2147483647 h 285"/>
                <a:gd name="T46" fmla="*/ 2147483647 w 344"/>
                <a:gd name="T47" fmla="*/ 2147483647 h 285"/>
                <a:gd name="T48" fmla="*/ 2147483647 w 344"/>
                <a:gd name="T49" fmla="*/ 2147483647 h 285"/>
                <a:gd name="T50" fmla="*/ 2147483647 w 344"/>
                <a:gd name="T51" fmla="*/ 2147483647 h 285"/>
                <a:gd name="T52" fmla="*/ 2147483647 w 344"/>
                <a:gd name="T53" fmla="*/ 2147483647 h 285"/>
                <a:gd name="T54" fmla="*/ 2147483647 w 344"/>
                <a:gd name="T55" fmla="*/ 2147483647 h 285"/>
                <a:gd name="T56" fmla="*/ 2147483647 w 344"/>
                <a:gd name="T57" fmla="*/ 2147483647 h 285"/>
                <a:gd name="T58" fmla="*/ 2147483647 w 344"/>
                <a:gd name="T59" fmla="*/ 2147483647 h 285"/>
                <a:gd name="T60" fmla="*/ 2147483647 w 344"/>
                <a:gd name="T61" fmla="*/ 2147483647 h 285"/>
                <a:gd name="T62" fmla="*/ 2147483647 w 344"/>
                <a:gd name="T63" fmla="*/ 2147483647 h 285"/>
                <a:gd name="T64" fmla="*/ 2147483647 w 344"/>
                <a:gd name="T65" fmla="*/ 2147483647 h 285"/>
                <a:gd name="T66" fmla="*/ 2147483647 w 344"/>
                <a:gd name="T67" fmla="*/ 2147483647 h 285"/>
                <a:gd name="T68" fmla="*/ 2147483647 w 344"/>
                <a:gd name="T69" fmla="*/ 2147483647 h 285"/>
                <a:gd name="T70" fmla="*/ 2147483647 w 344"/>
                <a:gd name="T71" fmla="*/ 2147483647 h 285"/>
                <a:gd name="T72" fmla="*/ 2147483647 w 344"/>
                <a:gd name="T73" fmla="*/ 2147483647 h 285"/>
                <a:gd name="T74" fmla="*/ 2147483647 w 344"/>
                <a:gd name="T75" fmla="*/ 2147483647 h 285"/>
                <a:gd name="T76" fmla="*/ 2147483647 w 344"/>
                <a:gd name="T77" fmla="*/ 2147483647 h 285"/>
                <a:gd name="T78" fmla="*/ 2147483647 w 344"/>
                <a:gd name="T79" fmla="*/ 2147483647 h 285"/>
                <a:gd name="T80" fmla="*/ 2147483647 w 344"/>
                <a:gd name="T81" fmla="*/ 2147483647 h 285"/>
                <a:gd name="T82" fmla="*/ 2147483647 w 344"/>
                <a:gd name="T83" fmla="*/ 2147483647 h 285"/>
                <a:gd name="T84" fmla="*/ 2147483647 w 344"/>
                <a:gd name="T85" fmla="*/ 2147483647 h 285"/>
                <a:gd name="T86" fmla="*/ 2147483647 w 344"/>
                <a:gd name="T87" fmla="*/ 2147483647 h 285"/>
                <a:gd name="T88" fmla="*/ 2147483647 w 344"/>
                <a:gd name="T89" fmla="*/ 2147483647 h 285"/>
                <a:gd name="T90" fmla="*/ 2147483647 w 344"/>
                <a:gd name="T91" fmla="*/ 2147483647 h 285"/>
                <a:gd name="T92" fmla="*/ 2147483647 w 344"/>
                <a:gd name="T93" fmla="*/ 2147483647 h 285"/>
                <a:gd name="T94" fmla="*/ 2147483647 w 344"/>
                <a:gd name="T95" fmla="*/ 2147483647 h 285"/>
                <a:gd name="T96" fmla="*/ 2147483647 w 344"/>
                <a:gd name="T97" fmla="*/ 2147483647 h 285"/>
                <a:gd name="T98" fmla="*/ 2147483647 w 344"/>
                <a:gd name="T99" fmla="*/ 2147483647 h 285"/>
                <a:gd name="T100" fmla="*/ 2147483647 w 344"/>
                <a:gd name="T101" fmla="*/ 2147483647 h 285"/>
                <a:gd name="T102" fmla="*/ 2147483647 w 344"/>
                <a:gd name="T103" fmla="*/ 2147483647 h 285"/>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344"/>
                <a:gd name="T157" fmla="*/ 0 h 285"/>
                <a:gd name="T158" fmla="*/ 344 w 344"/>
                <a:gd name="T159" fmla="*/ 285 h 285"/>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344" h="285">
                  <a:moveTo>
                    <a:pt x="131" y="2"/>
                  </a:moveTo>
                  <a:cubicBezTo>
                    <a:pt x="127" y="0"/>
                    <a:pt x="122" y="2"/>
                    <a:pt x="120" y="6"/>
                  </a:cubicBezTo>
                  <a:cubicBezTo>
                    <a:pt x="2" y="273"/>
                    <a:pt x="2" y="273"/>
                    <a:pt x="2" y="273"/>
                  </a:cubicBezTo>
                  <a:cubicBezTo>
                    <a:pt x="0" y="278"/>
                    <a:pt x="2" y="282"/>
                    <a:pt x="6" y="284"/>
                  </a:cubicBezTo>
                  <a:cubicBezTo>
                    <a:pt x="7" y="285"/>
                    <a:pt x="8" y="285"/>
                    <a:pt x="9" y="285"/>
                  </a:cubicBezTo>
                  <a:cubicBezTo>
                    <a:pt x="12" y="285"/>
                    <a:pt x="15" y="283"/>
                    <a:pt x="16" y="280"/>
                  </a:cubicBezTo>
                  <a:cubicBezTo>
                    <a:pt x="135" y="12"/>
                    <a:pt x="135" y="12"/>
                    <a:pt x="135" y="12"/>
                  </a:cubicBezTo>
                  <a:cubicBezTo>
                    <a:pt x="137" y="8"/>
                    <a:pt x="135" y="3"/>
                    <a:pt x="131" y="2"/>
                  </a:cubicBezTo>
                  <a:close/>
                  <a:moveTo>
                    <a:pt x="172" y="1"/>
                  </a:moveTo>
                  <a:cubicBezTo>
                    <a:pt x="168" y="1"/>
                    <a:pt x="164" y="4"/>
                    <a:pt x="164" y="9"/>
                  </a:cubicBezTo>
                  <a:cubicBezTo>
                    <a:pt x="164" y="25"/>
                    <a:pt x="164" y="25"/>
                    <a:pt x="164" y="25"/>
                  </a:cubicBezTo>
                  <a:cubicBezTo>
                    <a:pt x="164" y="29"/>
                    <a:pt x="168" y="33"/>
                    <a:pt x="172" y="33"/>
                  </a:cubicBezTo>
                  <a:cubicBezTo>
                    <a:pt x="177" y="33"/>
                    <a:pt x="180" y="29"/>
                    <a:pt x="180" y="25"/>
                  </a:cubicBezTo>
                  <a:cubicBezTo>
                    <a:pt x="180" y="9"/>
                    <a:pt x="180" y="9"/>
                    <a:pt x="180" y="9"/>
                  </a:cubicBezTo>
                  <a:cubicBezTo>
                    <a:pt x="180" y="4"/>
                    <a:pt x="177" y="1"/>
                    <a:pt x="172" y="1"/>
                  </a:cubicBezTo>
                  <a:close/>
                  <a:moveTo>
                    <a:pt x="172" y="159"/>
                  </a:moveTo>
                  <a:cubicBezTo>
                    <a:pt x="168" y="159"/>
                    <a:pt x="164" y="162"/>
                    <a:pt x="164" y="167"/>
                  </a:cubicBezTo>
                  <a:cubicBezTo>
                    <a:pt x="164" y="202"/>
                    <a:pt x="164" y="202"/>
                    <a:pt x="164" y="202"/>
                  </a:cubicBezTo>
                  <a:cubicBezTo>
                    <a:pt x="164" y="207"/>
                    <a:pt x="168" y="210"/>
                    <a:pt x="172" y="210"/>
                  </a:cubicBezTo>
                  <a:cubicBezTo>
                    <a:pt x="177" y="210"/>
                    <a:pt x="180" y="207"/>
                    <a:pt x="180" y="202"/>
                  </a:cubicBezTo>
                  <a:cubicBezTo>
                    <a:pt x="180" y="167"/>
                    <a:pt x="180" y="167"/>
                    <a:pt x="180" y="167"/>
                  </a:cubicBezTo>
                  <a:cubicBezTo>
                    <a:pt x="180" y="162"/>
                    <a:pt x="177" y="159"/>
                    <a:pt x="172" y="159"/>
                  </a:cubicBezTo>
                  <a:close/>
                  <a:moveTo>
                    <a:pt x="172" y="70"/>
                  </a:moveTo>
                  <a:cubicBezTo>
                    <a:pt x="168" y="70"/>
                    <a:pt x="164" y="74"/>
                    <a:pt x="164" y="78"/>
                  </a:cubicBezTo>
                  <a:cubicBezTo>
                    <a:pt x="164" y="114"/>
                    <a:pt x="164" y="114"/>
                    <a:pt x="164" y="114"/>
                  </a:cubicBezTo>
                  <a:cubicBezTo>
                    <a:pt x="164" y="118"/>
                    <a:pt x="168" y="122"/>
                    <a:pt x="172" y="122"/>
                  </a:cubicBezTo>
                  <a:cubicBezTo>
                    <a:pt x="177" y="122"/>
                    <a:pt x="180" y="118"/>
                    <a:pt x="180" y="114"/>
                  </a:cubicBezTo>
                  <a:cubicBezTo>
                    <a:pt x="180" y="78"/>
                    <a:pt x="180" y="78"/>
                    <a:pt x="180" y="78"/>
                  </a:cubicBezTo>
                  <a:cubicBezTo>
                    <a:pt x="180" y="74"/>
                    <a:pt x="177" y="70"/>
                    <a:pt x="172" y="70"/>
                  </a:cubicBezTo>
                  <a:close/>
                  <a:moveTo>
                    <a:pt x="172" y="247"/>
                  </a:moveTo>
                  <a:cubicBezTo>
                    <a:pt x="168" y="247"/>
                    <a:pt x="164" y="251"/>
                    <a:pt x="164" y="255"/>
                  </a:cubicBezTo>
                  <a:cubicBezTo>
                    <a:pt x="164" y="271"/>
                    <a:pt x="164" y="271"/>
                    <a:pt x="164" y="271"/>
                  </a:cubicBezTo>
                  <a:cubicBezTo>
                    <a:pt x="164" y="276"/>
                    <a:pt x="168" y="279"/>
                    <a:pt x="172" y="279"/>
                  </a:cubicBezTo>
                  <a:cubicBezTo>
                    <a:pt x="177" y="279"/>
                    <a:pt x="180" y="276"/>
                    <a:pt x="180" y="271"/>
                  </a:cubicBezTo>
                  <a:cubicBezTo>
                    <a:pt x="180" y="255"/>
                    <a:pt x="180" y="255"/>
                    <a:pt x="180" y="255"/>
                  </a:cubicBezTo>
                  <a:cubicBezTo>
                    <a:pt x="180" y="251"/>
                    <a:pt x="177" y="247"/>
                    <a:pt x="172" y="247"/>
                  </a:cubicBezTo>
                  <a:close/>
                  <a:moveTo>
                    <a:pt x="235" y="30"/>
                  </a:moveTo>
                  <a:cubicBezTo>
                    <a:pt x="224" y="6"/>
                    <a:pt x="224" y="6"/>
                    <a:pt x="224" y="6"/>
                  </a:cubicBezTo>
                  <a:cubicBezTo>
                    <a:pt x="222" y="2"/>
                    <a:pt x="218" y="0"/>
                    <a:pt x="213" y="2"/>
                  </a:cubicBezTo>
                  <a:cubicBezTo>
                    <a:pt x="209" y="3"/>
                    <a:pt x="208" y="8"/>
                    <a:pt x="209" y="12"/>
                  </a:cubicBezTo>
                  <a:cubicBezTo>
                    <a:pt x="220" y="36"/>
                    <a:pt x="220" y="36"/>
                    <a:pt x="220" y="36"/>
                  </a:cubicBezTo>
                  <a:cubicBezTo>
                    <a:pt x="222" y="39"/>
                    <a:pt x="224" y="41"/>
                    <a:pt x="227" y="41"/>
                  </a:cubicBezTo>
                  <a:cubicBezTo>
                    <a:pt x="229" y="41"/>
                    <a:pt x="230" y="41"/>
                    <a:pt x="231" y="41"/>
                  </a:cubicBezTo>
                  <a:cubicBezTo>
                    <a:pt x="235" y="39"/>
                    <a:pt x="237" y="34"/>
                    <a:pt x="235" y="30"/>
                  </a:cubicBezTo>
                  <a:close/>
                  <a:moveTo>
                    <a:pt x="343" y="273"/>
                  </a:moveTo>
                  <a:cubicBezTo>
                    <a:pt x="248" y="60"/>
                    <a:pt x="248" y="60"/>
                    <a:pt x="248" y="60"/>
                  </a:cubicBezTo>
                  <a:cubicBezTo>
                    <a:pt x="246" y="56"/>
                    <a:pt x="241" y="54"/>
                    <a:pt x="237" y="56"/>
                  </a:cubicBezTo>
                  <a:cubicBezTo>
                    <a:pt x="233" y="58"/>
                    <a:pt x="232" y="62"/>
                    <a:pt x="233" y="66"/>
                  </a:cubicBezTo>
                  <a:cubicBezTo>
                    <a:pt x="328" y="280"/>
                    <a:pt x="328" y="280"/>
                    <a:pt x="328" y="280"/>
                  </a:cubicBezTo>
                  <a:cubicBezTo>
                    <a:pt x="329" y="283"/>
                    <a:pt x="332" y="285"/>
                    <a:pt x="335" y="285"/>
                  </a:cubicBezTo>
                  <a:cubicBezTo>
                    <a:pt x="336" y="285"/>
                    <a:pt x="337" y="285"/>
                    <a:pt x="339" y="284"/>
                  </a:cubicBezTo>
                  <a:cubicBezTo>
                    <a:pt x="343" y="282"/>
                    <a:pt x="344" y="278"/>
                    <a:pt x="343" y="273"/>
                  </a:cubicBezTo>
                  <a:close/>
                </a:path>
              </a:pathLst>
            </a:custGeom>
            <a:blipFill dpi="0" rotWithShape="1">
              <a:blip r:embed="rId31"/>
              <a:srcRect/>
              <a:stretch>
                <a:fillRect/>
              </a:stretch>
            </a:blipFill>
            <a:ln w="9525">
              <a:noFill/>
              <a:round/>
              <a:headEnd/>
              <a:tailEnd/>
            </a:ln>
          </p:spPr>
          <p:txBody>
            <a:bodyPr/>
            <a:lstStyle/>
            <a:p>
              <a:endParaRPr lang="en-GB"/>
            </a:p>
          </p:txBody>
        </p:sp>
        <p:sp>
          <p:nvSpPr>
            <p:cNvPr id="31849" name="Freeform 3"/>
            <p:cNvSpPr>
              <a:spLocks noChangeAspect="1" noEditPoints="1"/>
            </p:cNvSpPr>
            <p:nvPr/>
          </p:nvSpPr>
          <p:spPr bwMode="auto">
            <a:xfrm>
              <a:off x="3534182" y="3349131"/>
              <a:ext cx="71984" cy="119266"/>
            </a:xfrm>
            <a:custGeom>
              <a:avLst/>
              <a:gdLst>
                <a:gd name="T0" fmla="*/ 2147483647 w 241"/>
                <a:gd name="T1" fmla="*/ 2147483647 h 384"/>
                <a:gd name="T2" fmla="*/ 2147483647 w 241"/>
                <a:gd name="T3" fmla="*/ 2147483647 h 384"/>
                <a:gd name="T4" fmla="*/ 2147483647 w 241"/>
                <a:gd name="T5" fmla="*/ 2147483647 h 384"/>
                <a:gd name="T6" fmla="*/ 2147483647 w 241"/>
                <a:gd name="T7" fmla="*/ 2147483647 h 384"/>
                <a:gd name="T8" fmla="*/ 2147483647 w 241"/>
                <a:gd name="T9" fmla="*/ 2147483647 h 384"/>
                <a:gd name="T10" fmla="*/ 2147483647 w 241"/>
                <a:gd name="T11" fmla="*/ 2147483647 h 384"/>
                <a:gd name="T12" fmla="*/ 2147483647 w 241"/>
                <a:gd name="T13" fmla="*/ 2147483647 h 384"/>
                <a:gd name="T14" fmla="*/ 2147483647 w 241"/>
                <a:gd name="T15" fmla="*/ 0 h 384"/>
                <a:gd name="T16" fmla="*/ 0 w 241"/>
                <a:gd name="T17" fmla="*/ 2147483647 h 384"/>
                <a:gd name="T18" fmla="*/ 2147483647 w 241"/>
                <a:gd name="T19" fmla="*/ 2147483647 h 384"/>
                <a:gd name="T20" fmla="*/ 2147483647 w 241"/>
                <a:gd name="T21" fmla="*/ 2147483647 h 384"/>
                <a:gd name="T22" fmla="*/ 2147483647 w 241"/>
                <a:gd name="T23" fmla="*/ 2147483647 h 384"/>
                <a:gd name="T24" fmla="*/ 2147483647 w 241"/>
                <a:gd name="T25" fmla="*/ 2147483647 h 384"/>
                <a:gd name="T26" fmla="*/ 2147483647 w 241"/>
                <a:gd name="T27" fmla="*/ 2147483647 h 384"/>
                <a:gd name="T28" fmla="*/ 2147483647 w 241"/>
                <a:gd name="T29" fmla="*/ 2147483647 h 384"/>
                <a:gd name="T30" fmla="*/ 2147483647 w 241"/>
                <a:gd name="T31" fmla="*/ 2147483647 h 384"/>
                <a:gd name="T32" fmla="*/ 2147483647 w 241"/>
                <a:gd name="T33" fmla="*/ 2147483647 h 384"/>
                <a:gd name="T34" fmla="*/ 2147483647 w 241"/>
                <a:gd name="T35" fmla="*/ 2147483647 h 384"/>
                <a:gd name="T36" fmla="*/ 2147483647 w 241"/>
                <a:gd name="T37" fmla="*/ 2147483647 h 384"/>
                <a:gd name="T38" fmla="*/ 2147483647 w 241"/>
                <a:gd name="T39" fmla="*/ 2147483647 h 384"/>
                <a:gd name="T40" fmla="*/ 2147483647 w 241"/>
                <a:gd name="T41" fmla="*/ 2147483647 h 384"/>
                <a:gd name="T42" fmla="*/ 2147483647 w 241"/>
                <a:gd name="T43" fmla="*/ 2147483647 h 384"/>
                <a:gd name="T44" fmla="*/ 2147483647 w 241"/>
                <a:gd name="T45" fmla="*/ 2147483647 h 384"/>
                <a:gd name="T46" fmla="*/ 2147483647 w 241"/>
                <a:gd name="T47" fmla="*/ 2147483647 h 384"/>
                <a:gd name="T48" fmla="*/ 2147483647 w 241"/>
                <a:gd name="T49" fmla="*/ 2147483647 h 384"/>
                <a:gd name="T50" fmla="*/ 2147483647 w 241"/>
                <a:gd name="T51" fmla="*/ 2147483647 h 384"/>
                <a:gd name="T52" fmla="*/ 2147483647 w 241"/>
                <a:gd name="T53" fmla="*/ 2147483647 h 384"/>
                <a:gd name="T54" fmla="*/ 2147483647 w 241"/>
                <a:gd name="T55" fmla="*/ 2147483647 h 384"/>
                <a:gd name="T56" fmla="*/ 2147483647 w 241"/>
                <a:gd name="T57" fmla="*/ 2147483647 h 384"/>
                <a:gd name="T58" fmla="*/ 2147483647 w 241"/>
                <a:gd name="T59" fmla="*/ 2147483647 h 384"/>
                <a:gd name="T60" fmla="*/ 2147483647 w 241"/>
                <a:gd name="T61" fmla="*/ 2147483647 h 384"/>
                <a:gd name="T62" fmla="*/ 2147483647 w 241"/>
                <a:gd name="T63" fmla="*/ 2147483647 h 384"/>
                <a:gd name="T64" fmla="*/ 2147483647 w 241"/>
                <a:gd name="T65" fmla="*/ 2147483647 h 384"/>
                <a:gd name="T66" fmla="*/ 2147483647 w 241"/>
                <a:gd name="T67" fmla="*/ 2147483647 h 384"/>
                <a:gd name="T68" fmla="*/ 2147483647 w 241"/>
                <a:gd name="T69" fmla="*/ 2147483647 h 384"/>
                <a:gd name="T70" fmla="*/ 2147483647 w 241"/>
                <a:gd name="T71" fmla="*/ 2147483647 h 384"/>
                <a:gd name="T72" fmla="*/ 2147483647 w 241"/>
                <a:gd name="T73" fmla="*/ 2147483647 h 384"/>
                <a:gd name="T74" fmla="*/ 2147483647 w 241"/>
                <a:gd name="T75" fmla="*/ 2147483647 h 384"/>
                <a:gd name="T76" fmla="*/ 2147483647 w 241"/>
                <a:gd name="T77" fmla="*/ 2147483647 h 384"/>
                <a:gd name="T78" fmla="*/ 2147483647 w 241"/>
                <a:gd name="T79" fmla="*/ 2147483647 h 384"/>
                <a:gd name="T80" fmla="*/ 2147483647 w 241"/>
                <a:gd name="T81" fmla="*/ 2147483647 h 384"/>
                <a:gd name="T82" fmla="*/ 2147483647 w 241"/>
                <a:gd name="T83" fmla="*/ 2147483647 h 384"/>
                <a:gd name="T84" fmla="*/ 2147483647 w 241"/>
                <a:gd name="T85" fmla="*/ 2147483647 h 384"/>
                <a:gd name="T86" fmla="*/ 2147483647 w 241"/>
                <a:gd name="T87" fmla="*/ 2147483647 h 384"/>
                <a:gd name="T88" fmla="*/ 2147483647 w 241"/>
                <a:gd name="T89" fmla="*/ 2147483647 h 384"/>
                <a:gd name="T90" fmla="*/ 2147483647 w 241"/>
                <a:gd name="T91" fmla="*/ 2147483647 h 384"/>
                <a:gd name="T92" fmla="*/ 2147483647 w 241"/>
                <a:gd name="T93" fmla="*/ 2147483647 h 384"/>
                <a:gd name="T94" fmla="*/ 2147483647 w 241"/>
                <a:gd name="T95" fmla="*/ 2147483647 h 384"/>
                <a:gd name="T96" fmla="*/ 2147483647 w 241"/>
                <a:gd name="T97" fmla="*/ 2147483647 h 384"/>
                <a:gd name="T98" fmla="*/ 2147483647 w 241"/>
                <a:gd name="T99" fmla="*/ 2147483647 h 384"/>
                <a:gd name="T100" fmla="*/ 2147483647 w 241"/>
                <a:gd name="T101" fmla="*/ 2147483647 h 384"/>
                <a:gd name="T102" fmla="*/ 2147483647 w 241"/>
                <a:gd name="T103" fmla="*/ 2147483647 h 38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41"/>
                <a:gd name="T157" fmla="*/ 0 h 384"/>
                <a:gd name="T158" fmla="*/ 241 w 241"/>
                <a:gd name="T159" fmla="*/ 384 h 38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41" h="384">
                  <a:moveTo>
                    <a:pt x="117" y="356"/>
                  </a:moveTo>
                  <a:cubicBezTo>
                    <a:pt x="127" y="356"/>
                    <a:pt x="135" y="348"/>
                    <a:pt x="135" y="339"/>
                  </a:cubicBezTo>
                  <a:cubicBezTo>
                    <a:pt x="135" y="329"/>
                    <a:pt x="127" y="321"/>
                    <a:pt x="117" y="321"/>
                  </a:cubicBezTo>
                  <a:cubicBezTo>
                    <a:pt x="107" y="321"/>
                    <a:pt x="99" y="329"/>
                    <a:pt x="99" y="339"/>
                  </a:cubicBezTo>
                  <a:cubicBezTo>
                    <a:pt x="99" y="348"/>
                    <a:pt x="107" y="356"/>
                    <a:pt x="117" y="356"/>
                  </a:cubicBezTo>
                  <a:close/>
                  <a:moveTo>
                    <a:pt x="135" y="26"/>
                  </a:moveTo>
                  <a:cubicBezTo>
                    <a:pt x="99" y="26"/>
                    <a:pt x="99" y="26"/>
                    <a:pt x="99" y="26"/>
                  </a:cubicBezTo>
                  <a:cubicBezTo>
                    <a:pt x="95" y="26"/>
                    <a:pt x="91" y="30"/>
                    <a:pt x="91" y="34"/>
                  </a:cubicBezTo>
                  <a:cubicBezTo>
                    <a:pt x="91" y="39"/>
                    <a:pt x="95" y="42"/>
                    <a:pt x="99" y="42"/>
                  </a:cubicBezTo>
                  <a:cubicBezTo>
                    <a:pt x="135" y="42"/>
                    <a:pt x="135" y="42"/>
                    <a:pt x="135" y="42"/>
                  </a:cubicBezTo>
                  <a:cubicBezTo>
                    <a:pt x="139" y="42"/>
                    <a:pt x="143" y="39"/>
                    <a:pt x="143" y="34"/>
                  </a:cubicBezTo>
                  <a:cubicBezTo>
                    <a:pt x="143" y="30"/>
                    <a:pt x="139" y="26"/>
                    <a:pt x="135" y="26"/>
                  </a:cubicBezTo>
                  <a:close/>
                  <a:moveTo>
                    <a:pt x="233" y="91"/>
                  </a:moveTo>
                  <a:cubicBezTo>
                    <a:pt x="237" y="91"/>
                    <a:pt x="241" y="87"/>
                    <a:pt x="241" y="83"/>
                  </a:cubicBezTo>
                  <a:cubicBezTo>
                    <a:pt x="241" y="19"/>
                    <a:pt x="241" y="19"/>
                    <a:pt x="241" y="19"/>
                  </a:cubicBezTo>
                  <a:cubicBezTo>
                    <a:pt x="241" y="9"/>
                    <a:pt x="232" y="0"/>
                    <a:pt x="221" y="0"/>
                  </a:cubicBezTo>
                  <a:cubicBezTo>
                    <a:pt x="19" y="0"/>
                    <a:pt x="19" y="0"/>
                    <a:pt x="19" y="0"/>
                  </a:cubicBezTo>
                  <a:cubicBezTo>
                    <a:pt x="8" y="0"/>
                    <a:pt x="0" y="9"/>
                    <a:pt x="0" y="19"/>
                  </a:cubicBezTo>
                  <a:cubicBezTo>
                    <a:pt x="0" y="364"/>
                    <a:pt x="0" y="364"/>
                    <a:pt x="0" y="364"/>
                  </a:cubicBezTo>
                  <a:cubicBezTo>
                    <a:pt x="0" y="375"/>
                    <a:pt x="8" y="384"/>
                    <a:pt x="19" y="384"/>
                  </a:cubicBezTo>
                  <a:cubicBezTo>
                    <a:pt x="221" y="384"/>
                    <a:pt x="221" y="384"/>
                    <a:pt x="221" y="384"/>
                  </a:cubicBezTo>
                  <a:cubicBezTo>
                    <a:pt x="232" y="384"/>
                    <a:pt x="241" y="375"/>
                    <a:pt x="241" y="364"/>
                  </a:cubicBezTo>
                  <a:cubicBezTo>
                    <a:pt x="241" y="114"/>
                    <a:pt x="241" y="114"/>
                    <a:pt x="241" y="114"/>
                  </a:cubicBezTo>
                  <a:cubicBezTo>
                    <a:pt x="241" y="110"/>
                    <a:pt x="237" y="106"/>
                    <a:pt x="233" y="106"/>
                  </a:cubicBezTo>
                  <a:cubicBezTo>
                    <a:pt x="228" y="106"/>
                    <a:pt x="225" y="110"/>
                    <a:pt x="225" y="114"/>
                  </a:cubicBezTo>
                  <a:cubicBezTo>
                    <a:pt x="225" y="296"/>
                    <a:pt x="225" y="296"/>
                    <a:pt x="225" y="296"/>
                  </a:cubicBezTo>
                  <a:cubicBezTo>
                    <a:pt x="16" y="296"/>
                    <a:pt x="16" y="296"/>
                    <a:pt x="16" y="296"/>
                  </a:cubicBezTo>
                  <a:cubicBezTo>
                    <a:pt x="16" y="69"/>
                    <a:pt x="16" y="69"/>
                    <a:pt x="16" y="69"/>
                  </a:cubicBezTo>
                  <a:cubicBezTo>
                    <a:pt x="225" y="69"/>
                    <a:pt x="225" y="69"/>
                    <a:pt x="225" y="69"/>
                  </a:cubicBezTo>
                  <a:cubicBezTo>
                    <a:pt x="225" y="83"/>
                    <a:pt x="225" y="83"/>
                    <a:pt x="225" y="83"/>
                  </a:cubicBezTo>
                  <a:cubicBezTo>
                    <a:pt x="225" y="87"/>
                    <a:pt x="228" y="91"/>
                    <a:pt x="233" y="91"/>
                  </a:cubicBezTo>
                  <a:close/>
                  <a:moveTo>
                    <a:pt x="225" y="312"/>
                  </a:moveTo>
                  <a:cubicBezTo>
                    <a:pt x="225" y="364"/>
                    <a:pt x="225" y="364"/>
                    <a:pt x="225" y="364"/>
                  </a:cubicBezTo>
                  <a:cubicBezTo>
                    <a:pt x="225" y="366"/>
                    <a:pt x="223" y="368"/>
                    <a:pt x="221" y="368"/>
                  </a:cubicBezTo>
                  <a:cubicBezTo>
                    <a:pt x="19" y="368"/>
                    <a:pt x="19" y="368"/>
                    <a:pt x="19" y="368"/>
                  </a:cubicBezTo>
                  <a:cubicBezTo>
                    <a:pt x="17" y="368"/>
                    <a:pt x="16" y="366"/>
                    <a:pt x="16" y="364"/>
                  </a:cubicBezTo>
                  <a:cubicBezTo>
                    <a:pt x="16" y="312"/>
                    <a:pt x="16" y="312"/>
                    <a:pt x="16" y="312"/>
                  </a:cubicBezTo>
                  <a:lnTo>
                    <a:pt x="225" y="312"/>
                  </a:lnTo>
                  <a:close/>
                  <a:moveTo>
                    <a:pt x="16" y="53"/>
                  </a:moveTo>
                  <a:cubicBezTo>
                    <a:pt x="16" y="19"/>
                    <a:pt x="16" y="19"/>
                    <a:pt x="16" y="19"/>
                  </a:cubicBezTo>
                  <a:cubicBezTo>
                    <a:pt x="16" y="17"/>
                    <a:pt x="17" y="16"/>
                    <a:pt x="19" y="16"/>
                  </a:cubicBezTo>
                  <a:cubicBezTo>
                    <a:pt x="221" y="16"/>
                    <a:pt x="221" y="16"/>
                    <a:pt x="221" y="16"/>
                  </a:cubicBezTo>
                  <a:cubicBezTo>
                    <a:pt x="223" y="16"/>
                    <a:pt x="225" y="17"/>
                    <a:pt x="225" y="19"/>
                  </a:cubicBezTo>
                  <a:cubicBezTo>
                    <a:pt x="225" y="53"/>
                    <a:pt x="225" y="53"/>
                    <a:pt x="225" y="53"/>
                  </a:cubicBezTo>
                  <a:lnTo>
                    <a:pt x="16" y="53"/>
                  </a:lnTo>
                  <a:close/>
                  <a:moveTo>
                    <a:pt x="114" y="137"/>
                  </a:moveTo>
                  <a:cubicBezTo>
                    <a:pt x="114" y="142"/>
                    <a:pt x="114" y="142"/>
                    <a:pt x="114" y="142"/>
                  </a:cubicBezTo>
                  <a:cubicBezTo>
                    <a:pt x="111" y="143"/>
                    <a:pt x="109" y="143"/>
                    <a:pt x="106" y="144"/>
                  </a:cubicBezTo>
                  <a:cubicBezTo>
                    <a:pt x="103" y="146"/>
                    <a:pt x="99" y="148"/>
                    <a:pt x="96" y="151"/>
                  </a:cubicBezTo>
                  <a:cubicBezTo>
                    <a:pt x="93" y="154"/>
                    <a:pt x="91" y="159"/>
                    <a:pt x="91" y="165"/>
                  </a:cubicBezTo>
                  <a:cubicBezTo>
                    <a:pt x="91" y="170"/>
                    <a:pt x="92" y="174"/>
                    <a:pt x="94" y="178"/>
                  </a:cubicBezTo>
                  <a:cubicBezTo>
                    <a:pt x="98" y="183"/>
                    <a:pt x="103" y="186"/>
                    <a:pt x="108" y="188"/>
                  </a:cubicBezTo>
                  <a:cubicBezTo>
                    <a:pt x="113" y="189"/>
                    <a:pt x="117" y="190"/>
                    <a:pt x="120" y="190"/>
                  </a:cubicBezTo>
                  <a:cubicBezTo>
                    <a:pt x="123" y="191"/>
                    <a:pt x="127" y="192"/>
                    <a:pt x="131" y="194"/>
                  </a:cubicBezTo>
                  <a:cubicBezTo>
                    <a:pt x="134" y="195"/>
                    <a:pt x="137" y="197"/>
                    <a:pt x="138" y="200"/>
                  </a:cubicBezTo>
                  <a:cubicBezTo>
                    <a:pt x="138" y="201"/>
                    <a:pt x="138" y="202"/>
                    <a:pt x="138" y="204"/>
                  </a:cubicBezTo>
                  <a:cubicBezTo>
                    <a:pt x="138" y="206"/>
                    <a:pt x="138" y="207"/>
                    <a:pt x="137" y="209"/>
                  </a:cubicBezTo>
                  <a:cubicBezTo>
                    <a:pt x="135" y="210"/>
                    <a:pt x="132" y="212"/>
                    <a:pt x="128" y="213"/>
                  </a:cubicBezTo>
                  <a:cubicBezTo>
                    <a:pt x="125" y="214"/>
                    <a:pt x="121" y="214"/>
                    <a:pt x="121" y="214"/>
                  </a:cubicBezTo>
                  <a:cubicBezTo>
                    <a:pt x="121" y="214"/>
                    <a:pt x="121" y="214"/>
                    <a:pt x="121" y="214"/>
                  </a:cubicBezTo>
                  <a:cubicBezTo>
                    <a:pt x="116" y="214"/>
                    <a:pt x="111" y="212"/>
                    <a:pt x="107" y="210"/>
                  </a:cubicBezTo>
                  <a:cubicBezTo>
                    <a:pt x="105" y="209"/>
                    <a:pt x="103" y="208"/>
                    <a:pt x="102" y="207"/>
                  </a:cubicBezTo>
                  <a:cubicBezTo>
                    <a:pt x="102" y="207"/>
                    <a:pt x="101" y="206"/>
                    <a:pt x="101" y="206"/>
                  </a:cubicBezTo>
                  <a:cubicBezTo>
                    <a:pt x="101" y="206"/>
                    <a:pt x="101" y="206"/>
                    <a:pt x="101" y="206"/>
                  </a:cubicBezTo>
                  <a:cubicBezTo>
                    <a:pt x="98" y="203"/>
                    <a:pt x="93" y="204"/>
                    <a:pt x="91" y="207"/>
                  </a:cubicBezTo>
                  <a:cubicBezTo>
                    <a:pt x="89" y="210"/>
                    <a:pt x="89" y="214"/>
                    <a:pt x="92" y="217"/>
                  </a:cubicBezTo>
                  <a:cubicBezTo>
                    <a:pt x="92" y="217"/>
                    <a:pt x="101" y="224"/>
                    <a:pt x="114" y="227"/>
                  </a:cubicBezTo>
                  <a:cubicBezTo>
                    <a:pt x="114" y="233"/>
                    <a:pt x="114" y="233"/>
                    <a:pt x="114" y="233"/>
                  </a:cubicBezTo>
                  <a:cubicBezTo>
                    <a:pt x="114" y="236"/>
                    <a:pt x="117" y="240"/>
                    <a:pt x="121" y="240"/>
                  </a:cubicBezTo>
                  <a:cubicBezTo>
                    <a:pt x="125" y="240"/>
                    <a:pt x="128" y="236"/>
                    <a:pt x="128" y="233"/>
                  </a:cubicBezTo>
                  <a:cubicBezTo>
                    <a:pt x="128" y="227"/>
                    <a:pt x="128" y="227"/>
                    <a:pt x="128" y="227"/>
                  </a:cubicBezTo>
                  <a:cubicBezTo>
                    <a:pt x="130" y="227"/>
                    <a:pt x="133" y="226"/>
                    <a:pt x="136" y="225"/>
                  </a:cubicBezTo>
                  <a:cubicBezTo>
                    <a:pt x="140" y="223"/>
                    <a:pt x="144" y="221"/>
                    <a:pt x="147" y="218"/>
                  </a:cubicBezTo>
                  <a:cubicBezTo>
                    <a:pt x="150" y="214"/>
                    <a:pt x="152" y="209"/>
                    <a:pt x="152" y="203"/>
                  </a:cubicBezTo>
                  <a:cubicBezTo>
                    <a:pt x="152" y="200"/>
                    <a:pt x="152" y="197"/>
                    <a:pt x="150" y="194"/>
                  </a:cubicBezTo>
                  <a:cubicBezTo>
                    <a:pt x="148" y="187"/>
                    <a:pt x="142" y="183"/>
                    <a:pt x="136" y="181"/>
                  </a:cubicBezTo>
                  <a:cubicBezTo>
                    <a:pt x="131" y="179"/>
                    <a:pt x="126" y="178"/>
                    <a:pt x="123" y="177"/>
                  </a:cubicBezTo>
                  <a:cubicBezTo>
                    <a:pt x="118" y="176"/>
                    <a:pt x="113" y="175"/>
                    <a:pt x="110" y="173"/>
                  </a:cubicBezTo>
                  <a:cubicBezTo>
                    <a:pt x="108" y="172"/>
                    <a:pt x="107" y="172"/>
                    <a:pt x="106" y="170"/>
                  </a:cubicBezTo>
                  <a:cubicBezTo>
                    <a:pt x="105" y="169"/>
                    <a:pt x="105" y="168"/>
                    <a:pt x="105" y="165"/>
                  </a:cubicBezTo>
                  <a:cubicBezTo>
                    <a:pt x="105" y="163"/>
                    <a:pt x="105" y="162"/>
                    <a:pt x="106" y="160"/>
                  </a:cubicBezTo>
                  <a:cubicBezTo>
                    <a:pt x="108" y="159"/>
                    <a:pt x="111" y="157"/>
                    <a:pt x="114" y="156"/>
                  </a:cubicBezTo>
                  <a:cubicBezTo>
                    <a:pt x="116" y="156"/>
                    <a:pt x="118" y="156"/>
                    <a:pt x="119" y="156"/>
                  </a:cubicBezTo>
                  <a:cubicBezTo>
                    <a:pt x="119" y="156"/>
                    <a:pt x="120" y="156"/>
                    <a:pt x="120" y="156"/>
                  </a:cubicBezTo>
                  <a:cubicBezTo>
                    <a:pt x="120" y="156"/>
                    <a:pt x="120" y="156"/>
                    <a:pt x="120" y="156"/>
                  </a:cubicBezTo>
                  <a:cubicBezTo>
                    <a:pt x="126" y="156"/>
                    <a:pt x="130" y="157"/>
                    <a:pt x="132" y="158"/>
                  </a:cubicBezTo>
                  <a:cubicBezTo>
                    <a:pt x="133" y="158"/>
                    <a:pt x="134" y="159"/>
                    <a:pt x="134" y="159"/>
                  </a:cubicBezTo>
                  <a:cubicBezTo>
                    <a:pt x="135" y="159"/>
                    <a:pt x="135" y="159"/>
                    <a:pt x="135" y="159"/>
                  </a:cubicBezTo>
                  <a:cubicBezTo>
                    <a:pt x="135" y="159"/>
                    <a:pt x="135" y="159"/>
                    <a:pt x="135" y="159"/>
                  </a:cubicBezTo>
                  <a:cubicBezTo>
                    <a:pt x="138" y="162"/>
                    <a:pt x="142" y="162"/>
                    <a:pt x="145" y="159"/>
                  </a:cubicBezTo>
                  <a:cubicBezTo>
                    <a:pt x="147" y="156"/>
                    <a:pt x="147" y="152"/>
                    <a:pt x="144" y="149"/>
                  </a:cubicBezTo>
                  <a:cubicBezTo>
                    <a:pt x="143" y="148"/>
                    <a:pt x="138" y="144"/>
                    <a:pt x="127" y="142"/>
                  </a:cubicBezTo>
                  <a:cubicBezTo>
                    <a:pt x="127" y="137"/>
                    <a:pt x="127" y="137"/>
                    <a:pt x="127" y="137"/>
                  </a:cubicBezTo>
                  <a:cubicBezTo>
                    <a:pt x="127" y="133"/>
                    <a:pt x="124" y="130"/>
                    <a:pt x="121" y="130"/>
                  </a:cubicBezTo>
                  <a:cubicBezTo>
                    <a:pt x="117" y="130"/>
                    <a:pt x="114" y="133"/>
                    <a:pt x="114" y="137"/>
                  </a:cubicBezTo>
                  <a:close/>
                  <a:moveTo>
                    <a:pt x="34" y="185"/>
                  </a:moveTo>
                  <a:cubicBezTo>
                    <a:pt x="34" y="233"/>
                    <a:pt x="73" y="272"/>
                    <a:pt x="121" y="272"/>
                  </a:cubicBezTo>
                  <a:cubicBezTo>
                    <a:pt x="169" y="272"/>
                    <a:pt x="208" y="233"/>
                    <a:pt x="208" y="185"/>
                  </a:cubicBezTo>
                  <a:cubicBezTo>
                    <a:pt x="208" y="137"/>
                    <a:pt x="169" y="98"/>
                    <a:pt x="121" y="98"/>
                  </a:cubicBezTo>
                  <a:cubicBezTo>
                    <a:pt x="73" y="98"/>
                    <a:pt x="34" y="137"/>
                    <a:pt x="34" y="185"/>
                  </a:cubicBezTo>
                  <a:close/>
                  <a:moveTo>
                    <a:pt x="192" y="185"/>
                  </a:moveTo>
                  <a:cubicBezTo>
                    <a:pt x="192" y="224"/>
                    <a:pt x="160" y="256"/>
                    <a:pt x="121" y="256"/>
                  </a:cubicBezTo>
                  <a:cubicBezTo>
                    <a:pt x="82" y="256"/>
                    <a:pt x="50" y="224"/>
                    <a:pt x="50" y="185"/>
                  </a:cubicBezTo>
                  <a:cubicBezTo>
                    <a:pt x="50" y="146"/>
                    <a:pt x="82" y="114"/>
                    <a:pt x="121" y="114"/>
                  </a:cubicBezTo>
                  <a:cubicBezTo>
                    <a:pt x="160" y="114"/>
                    <a:pt x="192" y="146"/>
                    <a:pt x="192" y="185"/>
                  </a:cubicBezTo>
                  <a:close/>
                </a:path>
              </a:pathLst>
            </a:custGeom>
            <a:blipFill dpi="0" rotWithShape="1">
              <a:blip r:embed="rId32"/>
              <a:srcRect/>
              <a:stretch>
                <a:fillRect/>
              </a:stretch>
            </a:blipFill>
            <a:ln w="9525">
              <a:noFill/>
              <a:round/>
              <a:headEnd/>
              <a:tailEnd/>
            </a:ln>
          </p:spPr>
          <p:txBody>
            <a:bodyPr/>
            <a:lstStyle/>
            <a:p>
              <a:endParaRPr lang="en-GB"/>
            </a:p>
          </p:txBody>
        </p:sp>
        <p:sp>
          <p:nvSpPr>
            <p:cNvPr id="31850" name="Freeform 6"/>
            <p:cNvSpPr>
              <a:spLocks noEditPoints="1"/>
            </p:cNvSpPr>
            <p:nvPr/>
          </p:nvSpPr>
          <p:spPr bwMode="auto">
            <a:xfrm>
              <a:off x="3358183" y="3348079"/>
              <a:ext cx="87417" cy="121370"/>
            </a:xfrm>
            <a:custGeom>
              <a:avLst/>
              <a:gdLst>
                <a:gd name="T0" fmla="*/ 2147483647 w 292"/>
                <a:gd name="T1" fmla="*/ 2147483647 h 391"/>
                <a:gd name="T2" fmla="*/ 2147483647 w 292"/>
                <a:gd name="T3" fmla="*/ 0 h 391"/>
                <a:gd name="T4" fmla="*/ 0 w 292"/>
                <a:gd name="T5" fmla="*/ 2147483647 h 391"/>
                <a:gd name="T6" fmla="*/ 2147483647 w 292"/>
                <a:gd name="T7" fmla="*/ 2147483647 h 391"/>
                <a:gd name="T8" fmla="*/ 2147483647 w 292"/>
                <a:gd name="T9" fmla="*/ 2147483647 h 391"/>
                <a:gd name="T10" fmla="*/ 2147483647 w 292"/>
                <a:gd name="T11" fmla="*/ 2147483647 h 391"/>
                <a:gd name="T12" fmla="*/ 2147483647 w 292"/>
                <a:gd name="T13" fmla="*/ 2147483647 h 391"/>
                <a:gd name="T14" fmla="*/ 2147483647 w 292"/>
                <a:gd name="T15" fmla="*/ 2147483647 h 391"/>
                <a:gd name="T16" fmla="*/ 2147483647 w 292"/>
                <a:gd name="T17" fmla="*/ 2147483647 h 391"/>
                <a:gd name="T18" fmla="*/ 2147483647 w 292"/>
                <a:gd name="T19" fmla="*/ 2147483647 h 391"/>
                <a:gd name="T20" fmla="*/ 2147483647 w 292"/>
                <a:gd name="T21" fmla="*/ 2147483647 h 391"/>
                <a:gd name="T22" fmla="*/ 2147483647 w 292"/>
                <a:gd name="T23" fmla="*/ 2147483647 h 391"/>
                <a:gd name="T24" fmla="*/ 2147483647 w 292"/>
                <a:gd name="T25" fmla="*/ 2147483647 h 391"/>
                <a:gd name="T26" fmla="*/ 2147483647 w 292"/>
                <a:gd name="T27" fmla="*/ 2147483647 h 391"/>
                <a:gd name="T28" fmla="*/ 2147483647 w 292"/>
                <a:gd name="T29" fmla="*/ 2147483647 h 391"/>
                <a:gd name="T30" fmla="*/ 2147483647 w 292"/>
                <a:gd name="T31" fmla="*/ 2147483647 h 391"/>
                <a:gd name="T32" fmla="*/ 2147483647 w 292"/>
                <a:gd name="T33" fmla="*/ 2147483647 h 391"/>
                <a:gd name="T34" fmla="*/ 2147483647 w 292"/>
                <a:gd name="T35" fmla="*/ 2147483647 h 391"/>
                <a:gd name="T36" fmla="*/ 2147483647 w 292"/>
                <a:gd name="T37" fmla="*/ 2147483647 h 391"/>
                <a:gd name="T38" fmla="*/ 2147483647 w 292"/>
                <a:gd name="T39" fmla="*/ 2147483647 h 391"/>
                <a:gd name="T40" fmla="*/ 2147483647 w 292"/>
                <a:gd name="T41" fmla="*/ 2147483647 h 391"/>
                <a:gd name="T42" fmla="*/ 2147483647 w 292"/>
                <a:gd name="T43" fmla="*/ 2147483647 h 391"/>
                <a:gd name="T44" fmla="*/ 2147483647 w 292"/>
                <a:gd name="T45" fmla="*/ 2147483647 h 391"/>
                <a:gd name="T46" fmla="*/ 2147483647 w 292"/>
                <a:gd name="T47" fmla="*/ 2147483647 h 391"/>
                <a:gd name="T48" fmla="*/ 2147483647 w 292"/>
                <a:gd name="T49" fmla="*/ 2147483647 h 391"/>
                <a:gd name="T50" fmla="*/ 2147483647 w 292"/>
                <a:gd name="T51" fmla="*/ 2147483647 h 391"/>
                <a:gd name="T52" fmla="*/ 2147483647 w 292"/>
                <a:gd name="T53" fmla="*/ 2147483647 h 391"/>
                <a:gd name="T54" fmla="*/ 2147483647 w 292"/>
                <a:gd name="T55" fmla="*/ 2147483647 h 391"/>
                <a:gd name="T56" fmla="*/ 2147483647 w 292"/>
                <a:gd name="T57" fmla="*/ 2147483647 h 391"/>
                <a:gd name="T58" fmla="*/ 2147483647 w 292"/>
                <a:gd name="T59" fmla="*/ 2147483647 h 391"/>
                <a:gd name="T60" fmla="*/ 2147483647 w 292"/>
                <a:gd name="T61" fmla="*/ 2147483647 h 391"/>
                <a:gd name="T62" fmla="*/ 2147483647 w 292"/>
                <a:gd name="T63" fmla="*/ 2147483647 h 391"/>
                <a:gd name="T64" fmla="*/ 2147483647 w 292"/>
                <a:gd name="T65" fmla="*/ 2147483647 h 391"/>
                <a:gd name="T66" fmla="*/ 2147483647 w 292"/>
                <a:gd name="T67" fmla="*/ 2147483647 h 391"/>
                <a:gd name="T68" fmla="*/ 2147483647 w 292"/>
                <a:gd name="T69" fmla="*/ 2147483647 h 391"/>
                <a:gd name="T70" fmla="*/ 2147483647 w 292"/>
                <a:gd name="T71" fmla="*/ 2147483647 h 391"/>
                <a:gd name="T72" fmla="*/ 2147483647 w 292"/>
                <a:gd name="T73" fmla="*/ 2147483647 h 391"/>
                <a:gd name="T74" fmla="*/ 2147483647 w 292"/>
                <a:gd name="T75" fmla="*/ 2147483647 h 391"/>
                <a:gd name="T76" fmla="*/ 2147483647 w 292"/>
                <a:gd name="T77" fmla="*/ 2147483647 h 391"/>
                <a:gd name="T78" fmla="*/ 2147483647 w 292"/>
                <a:gd name="T79" fmla="*/ 2147483647 h 391"/>
                <a:gd name="T80" fmla="*/ 2147483647 w 292"/>
                <a:gd name="T81" fmla="*/ 2147483647 h 391"/>
                <a:gd name="T82" fmla="*/ 2147483647 w 292"/>
                <a:gd name="T83" fmla="*/ 2147483647 h 391"/>
                <a:gd name="T84" fmla="*/ 2147483647 w 292"/>
                <a:gd name="T85" fmla="*/ 2147483647 h 391"/>
                <a:gd name="T86" fmla="*/ 2147483647 w 292"/>
                <a:gd name="T87" fmla="*/ 2147483647 h 391"/>
                <a:gd name="T88" fmla="*/ 2147483647 w 292"/>
                <a:gd name="T89" fmla="*/ 2147483647 h 391"/>
                <a:gd name="T90" fmla="*/ 2147483647 w 292"/>
                <a:gd name="T91" fmla="*/ 2147483647 h 391"/>
                <a:gd name="T92" fmla="*/ 2147483647 w 292"/>
                <a:gd name="T93" fmla="*/ 2147483647 h 391"/>
                <a:gd name="T94" fmla="*/ 2147483647 w 292"/>
                <a:gd name="T95" fmla="*/ 2147483647 h 39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92"/>
                <a:gd name="T145" fmla="*/ 0 h 391"/>
                <a:gd name="T146" fmla="*/ 292 w 292"/>
                <a:gd name="T147" fmla="*/ 391 h 391"/>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92" h="391">
                  <a:moveTo>
                    <a:pt x="284" y="84"/>
                  </a:moveTo>
                  <a:cubicBezTo>
                    <a:pt x="288" y="84"/>
                    <a:pt x="292" y="80"/>
                    <a:pt x="292" y="76"/>
                  </a:cubicBezTo>
                  <a:cubicBezTo>
                    <a:pt x="292" y="49"/>
                    <a:pt x="292" y="49"/>
                    <a:pt x="292" y="49"/>
                  </a:cubicBezTo>
                  <a:cubicBezTo>
                    <a:pt x="292" y="22"/>
                    <a:pt x="270" y="0"/>
                    <a:pt x="244" y="0"/>
                  </a:cubicBezTo>
                  <a:cubicBezTo>
                    <a:pt x="48" y="0"/>
                    <a:pt x="48" y="0"/>
                    <a:pt x="48" y="0"/>
                  </a:cubicBezTo>
                  <a:cubicBezTo>
                    <a:pt x="22" y="0"/>
                    <a:pt x="0" y="22"/>
                    <a:pt x="0" y="49"/>
                  </a:cubicBezTo>
                  <a:cubicBezTo>
                    <a:pt x="0" y="343"/>
                    <a:pt x="0" y="343"/>
                    <a:pt x="0" y="343"/>
                  </a:cubicBezTo>
                  <a:cubicBezTo>
                    <a:pt x="0" y="370"/>
                    <a:pt x="22" y="391"/>
                    <a:pt x="48" y="391"/>
                  </a:cubicBezTo>
                  <a:cubicBezTo>
                    <a:pt x="244" y="391"/>
                    <a:pt x="244" y="391"/>
                    <a:pt x="244" y="391"/>
                  </a:cubicBezTo>
                  <a:cubicBezTo>
                    <a:pt x="270" y="391"/>
                    <a:pt x="292" y="370"/>
                    <a:pt x="292" y="343"/>
                  </a:cubicBezTo>
                  <a:cubicBezTo>
                    <a:pt x="292" y="108"/>
                    <a:pt x="292" y="108"/>
                    <a:pt x="292" y="108"/>
                  </a:cubicBezTo>
                  <a:cubicBezTo>
                    <a:pt x="292" y="103"/>
                    <a:pt x="288" y="100"/>
                    <a:pt x="284" y="100"/>
                  </a:cubicBezTo>
                  <a:cubicBezTo>
                    <a:pt x="280" y="100"/>
                    <a:pt x="276" y="103"/>
                    <a:pt x="276" y="108"/>
                  </a:cubicBezTo>
                  <a:cubicBezTo>
                    <a:pt x="276" y="343"/>
                    <a:pt x="276" y="343"/>
                    <a:pt x="276" y="343"/>
                  </a:cubicBezTo>
                  <a:cubicBezTo>
                    <a:pt x="276" y="361"/>
                    <a:pt x="262" y="375"/>
                    <a:pt x="244" y="375"/>
                  </a:cubicBezTo>
                  <a:cubicBezTo>
                    <a:pt x="48" y="375"/>
                    <a:pt x="48" y="375"/>
                    <a:pt x="48" y="375"/>
                  </a:cubicBezTo>
                  <a:cubicBezTo>
                    <a:pt x="30" y="375"/>
                    <a:pt x="16" y="361"/>
                    <a:pt x="16" y="343"/>
                  </a:cubicBezTo>
                  <a:cubicBezTo>
                    <a:pt x="16" y="49"/>
                    <a:pt x="16" y="49"/>
                    <a:pt x="16" y="49"/>
                  </a:cubicBezTo>
                  <a:cubicBezTo>
                    <a:pt x="16" y="31"/>
                    <a:pt x="30" y="16"/>
                    <a:pt x="48" y="16"/>
                  </a:cubicBezTo>
                  <a:cubicBezTo>
                    <a:pt x="244" y="16"/>
                    <a:pt x="244" y="16"/>
                    <a:pt x="244" y="16"/>
                  </a:cubicBezTo>
                  <a:cubicBezTo>
                    <a:pt x="262" y="16"/>
                    <a:pt x="276" y="31"/>
                    <a:pt x="276" y="49"/>
                  </a:cubicBezTo>
                  <a:cubicBezTo>
                    <a:pt x="276" y="76"/>
                    <a:pt x="276" y="76"/>
                    <a:pt x="276" y="76"/>
                  </a:cubicBezTo>
                  <a:cubicBezTo>
                    <a:pt x="276" y="80"/>
                    <a:pt x="280" y="84"/>
                    <a:pt x="284" y="84"/>
                  </a:cubicBezTo>
                  <a:close/>
                  <a:moveTo>
                    <a:pt x="216" y="70"/>
                  </a:moveTo>
                  <a:cubicBezTo>
                    <a:pt x="214" y="68"/>
                    <a:pt x="211" y="67"/>
                    <a:pt x="209" y="68"/>
                  </a:cubicBezTo>
                  <a:cubicBezTo>
                    <a:pt x="120" y="89"/>
                    <a:pt x="120" y="89"/>
                    <a:pt x="120" y="89"/>
                  </a:cubicBezTo>
                  <a:cubicBezTo>
                    <a:pt x="117" y="89"/>
                    <a:pt x="114" y="93"/>
                    <a:pt x="114" y="96"/>
                  </a:cubicBezTo>
                  <a:cubicBezTo>
                    <a:pt x="114" y="165"/>
                    <a:pt x="114" y="165"/>
                    <a:pt x="114" y="165"/>
                  </a:cubicBezTo>
                  <a:cubicBezTo>
                    <a:pt x="110" y="164"/>
                    <a:pt x="106" y="163"/>
                    <a:pt x="102" y="163"/>
                  </a:cubicBezTo>
                  <a:cubicBezTo>
                    <a:pt x="86" y="163"/>
                    <a:pt x="73" y="175"/>
                    <a:pt x="73" y="191"/>
                  </a:cubicBezTo>
                  <a:cubicBezTo>
                    <a:pt x="73" y="207"/>
                    <a:pt x="86" y="219"/>
                    <a:pt x="102" y="219"/>
                  </a:cubicBezTo>
                  <a:cubicBezTo>
                    <a:pt x="117" y="219"/>
                    <a:pt x="130" y="207"/>
                    <a:pt x="130" y="191"/>
                  </a:cubicBezTo>
                  <a:cubicBezTo>
                    <a:pt x="130" y="191"/>
                    <a:pt x="130" y="191"/>
                    <a:pt x="130" y="191"/>
                  </a:cubicBezTo>
                  <a:cubicBezTo>
                    <a:pt x="130" y="103"/>
                    <a:pt x="130" y="103"/>
                    <a:pt x="130" y="103"/>
                  </a:cubicBezTo>
                  <a:cubicBezTo>
                    <a:pt x="203" y="86"/>
                    <a:pt x="203" y="86"/>
                    <a:pt x="203" y="86"/>
                  </a:cubicBezTo>
                  <a:cubicBezTo>
                    <a:pt x="203" y="143"/>
                    <a:pt x="203" y="143"/>
                    <a:pt x="203" y="143"/>
                  </a:cubicBezTo>
                  <a:cubicBezTo>
                    <a:pt x="199" y="141"/>
                    <a:pt x="195" y="140"/>
                    <a:pt x="190" y="140"/>
                  </a:cubicBezTo>
                  <a:cubicBezTo>
                    <a:pt x="175" y="140"/>
                    <a:pt x="162" y="153"/>
                    <a:pt x="162" y="169"/>
                  </a:cubicBezTo>
                  <a:cubicBezTo>
                    <a:pt x="162" y="184"/>
                    <a:pt x="175" y="197"/>
                    <a:pt x="190" y="197"/>
                  </a:cubicBezTo>
                  <a:cubicBezTo>
                    <a:pt x="206" y="197"/>
                    <a:pt x="219" y="184"/>
                    <a:pt x="219" y="169"/>
                  </a:cubicBezTo>
                  <a:cubicBezTo>
                    <a:pt x="219" y="76"/>
                    <a:pt x="219" y="76"/>
                    <a:pt x="219" y="76"/>
                  </a:cubicBezTo>
                  <a:cubicBezTo>
                    <a:pt x="219" y="73"/>
                    <a:pt x="218" y="71"/>
                    <a:pt x="216" y="70"/>
                  </a:cubicBezTo>
                  <a:close/>
                  <a:moveTo>
                    <a:pt x="56" y="295"/>
                  </a:moveTo>
                  <a:cubicBezTo>
                    <a:pt x="49" y="295"/>
                    <a:pt x="44" y="300"/>
                    <a:pt x="44" y="307"/>
                  </a:cubicBezTo>
                  <a:cubicBezTo>
                    <a:pt x="44" y="333"/>
                    <a:pt x="44" y="333"/>
                    <a:pt x="44" y="333"/>
                  </a:cubicBezTo>
                  <a:cubicBezTo>
                    <a:pt x="44" y="340"/>
                    <a:pt x="49" y="345"/>
                    <a:pt x="56" y="345"/>
                  </a:cubicBezTo>
                  <a:cubicBezTo>
                    <a:pt x="82" y="345"/>
                    <a:pt x="82" y="345"/>
                    <a:pt x="82" y="345"/>
                  </a:cubicBezTo>
                  <a:cubicBezTo>
                    <a:pt x="88" y="345"/>
                    <a:pt x="93" y="340"/>
                    <a:pt x="93" y="333"/>
                  </a:cubicBezTo>
                  <a:cubicBezTo>
                    <a:pt x="93" y="307"/>
                    <a:pt x="93" y="307"/>
                    <a:pt x="93" y="307"/>
                  </a:cubicBezTo>
                  <a:cubicBezTo>
                    <a:pt x="93" y="300"/>
                    <a:pt x="88" y="295"/>
                    <a:pt x="82" y="295"/>
                  </a:cubicBezTo>
                  <a:lnTo>
                    <a:pt x="56" y="295"/>
                  </a:lnTo>
                  <a:close/>
                  <a:moveTo>
                    <a:pt x="120" y="285"/>
                  </a:moveTo>
                  <a:cubicBezTo>
                    <a:pt x="114" y="285"/>
                    <a:pt x="109" y="290"/>
                    <a:pt x="109" y="296"/>
                  </a:cubicBezTo>
                  <a:cubicBezTo>
                    <a:pt x="109" y="343"/>
                    <a:pt x="109" y="343"/>
                    <a:pt x="109" y="343"/>
                  </a:cubicBezTo>
                  <a:cubicBezTo>
                    <a:pt x="109" y="350"/>
                    <a:pt x="114" y="355"/>
                    <a:pt x="120" y="355"/>
                  </a:cubicBezTo>
                  <a:cubicBezTo>
                    <a:pt x="172" y="355"/>
                    <a:pt x="172" y="355"/>
                    <a:pt x="172" y="355"/>
                  </a:cubicBezTo>
                  <a:cubicBezTo>
                    <a:pt x="178" y="355"/>
                    <a:pt x="183" y="350"/>
                    <a:pt x="183" y="343"/>
                  </a:cubicBezTo>
                  <a:cubicBezTo>
                    <a:pt x="183" y="296"/>
                    <a:pt x="183" y="296"/>
                    <a:pt x="183" y="296"/>
                  </a:cubicBezTo>
                  <a:cubicBezTo>
                    <a:pt x="183" y="290"/>
                    <a:pt x="178" y="285"/>
                    <a:pt x="172" y="285"/>
                  </a:cubicBezTo>
                  <a:lnTo>
                    <a:pt x="120" y="285"/>
                  </a:lnTo>
                  <a:close/>
                  <a:moveTo>
                    <a:pt x="161" y="321"/>
                  </a:moveTo>
                  <a:cubicBezTo>
                    <a:pt x="134" y="336"/>
                    <a:pt x="134" y="336"/>
                    <a:pt x="134" y="336"/>
                  </a:cubicBezTo>
                  <a:cubicBezTo>
                    <a:pt x="134" y="336"/>
                    <a:pt x="133" y="336"/>
                    <a:pt x="133" y="336"/>
                  </a:cubicBezTo>
                  <a:cubicBezTo>
                    <a:pt x="133" y="336"/>
                    <a:pt x="132" y="335"/>
                    <a:pt x="132" y="335"/>
                  </a:cubicBezTo>
                  <a:cubicBezTo>
                    <a:pt x="132" y="305"/>
                    <a:pt x="132" y="305"/>
                    <a:pt x="132" y="305"/>
                  </a:cubicBezTo>
                  <a:cubicBezTo>
                    <a:pt x="132" y="304"/>
                    <a:pt x="133" y="304"/>
                    <a:pt x="133" y="304"/>
                  </a:cubicBezTo>
                  <a:cubicBezTo>
                    <a:pt x="133" y="303"/>
                    <a:pt x="134" y="303"/>
                    <a:pt x="134" y="304"/>
                  </a:cubicBezTo>
                  <a:cubicBezTo>
                    <a:pt x="161" y="319"/>
                    <a:pt x="161" y="319"/>
                    <a:pt x="161" y="319"/>
                  </a:cubicBezTo>
                  <a:cubicBezTo>
                    <a:pt x="161" y="319"/>
                    <a:pt x="161" y="319"/>
                    <a:pt x="161" y="320"/>
                  </a:cubicBezTo>
                  <a:cubicBezTo>
                    <a:pt x="161" y="320"/>
                    <a:pt x="161" y="321"/>
                    <a:pt x="161" y="321"/>
                  </a:cubicBezTo>
                  <a:close/>
                  <a:moveTo>
                    <a:pt x="262" y="233"/>
                  </a:moveTo>
                  <a:cubicBezTo>
                    <a:pt x="262" y="62"/>
                    <a:pt x="262" y="62"/>
                    <a:pt x="262" y="62"/>
                  </a:cubicBezTo>
                  <a:cubicBezTo>
                    <a:pt x="262" y="45"/>
                    <a:pt x="248" y="32"/>
                    <a:pt x="231" y="32"/>
                  </a:cubicBezTo>
                  <a:cubicBezTo>
                    <a:pt x="61" y="32"/>
                    <a:pt x="61" y="32"/>
                    <a:pt x="61" y="32"/>
                  </a:cubicBezTo>
                  <a:cubicBezTo>
                    <a:pt x="44" y="32"/>
                    <a:pt x="30" y="45"/>
                    <a:pt x="30" y="62"/>
                  </a:cubicBezTo>
                  <a:cubicBezTo>
                    <a:pt x="30" y="233"/>
                    <a:pt x="30" y="233"/>
                    <a:pt x="30" y="233"/>
                  </a:cubicBezTo>
                  <a:cubicBezTo>
                    <a:pt x="30" y="250"/>
                    <a:pt x="44" y="264"/>
                    <a:pt x="61" y="264"/>
                  </a:cubicBezTo>
                  <a:cubicBezTo>
                    <a:pt x="231" y="264"/>
                    <a:pt x="231" y="264"/>
                    <a:pt x="231" y="264"/>
                  </a:cubicBezTo>
                  <a:cubicBezTo>
                    <a:pt x="248" y="264"/>
                    <a:pt x="262" y="250"/>
                    <a:pt x="262" y="233"/>
                  </a:cubicBezTo>
                  <a:close/>
                  <a:moveTo>
                    <a:pt x="246" y="233"/>
                  </a:moveTo>
                  <a:cubicBezTo>
                    <a:pt x="246" y="241"/>
                    <a:pt x="239" y="248"/>
                    <a:pt x="231" y="248"/>
                  </a:cubicBezTo>
                  <a:cubicBezTo>
                    <a:pt x="61" y="248"/>
                    <a:pt x="61" y="248"/>
                    <a:pt x="61" y="248"/>
                  </a:cubicBezTo>
                  <a:cubicBezTo>
                    <a:pt x="53" y="248"/>
                    <a:pt x="46" y="241"/>
                    <a:pt x="46" y="233"/>
                  </a:cubicBezTo>
                  <a:cubicBezTo>
                    <a:pt x="46" y="62"/>
                    <a:pt x="46" y="62"/>
                    <a:pt x="46" y="62"/>
                  </a:cubicBezTo>
                  <a:cubicBezTo>
                    <a:pt x="46" y="54"/>
                    <a:pt x="53" y="48"/>
                    <a:pt x="61" y="48"/>
                  </a:cubicBezTo>
                  <a:cubicBezTo>
                    <a:pt x="231" y="48"/>
                    <a:pt x="231" y="48"/>
                    <a:pt x="231" y="48"/>
                  </a:cubicBezTo>
                  <a:cubicBezTo>
                    <a:pt x="239" y="48"/>
                    <a:pt x="246" y="54"/>
                    <a:pt x="246" y="62"/>
                  </a:cubicBezTo>
                  <a:lnTo>
                    <a:pt x="246" y="233"/>
                  </a:lnTo>
                  <a:close/>
                  <a:moveTo>
                    <a:pt x="210" y="295"/>
                  </a:moveTo>
                  <a:cubicBezTo>
                    <a:pt x="203" y="295"/>
                    <a:pt x="198" y="300"/>
                    <a:pt x="198" y="307"/>
                  </a:cubicBezTo>
                  <a:cubicBezTo>
                    <a:pt x="198" y="333"/>
                    <a:pt x="198" y="333"/>
                    <a:pt x="198" y="333"/>
                  </a:cubicBezTo>
                  <a:cubicBezTo>
                    <a:pt x="198" y="340"/>
                    <a:pt x="203" y="345"/>
                    <a:pt x="210" y="345"/>
                  </a:cubicBezTo>
                  <a:cubicBezTo>
                    <a:pt x="235" y="345"/>
                    <a:pt x="235" y="345"/>
                    <a:pt x="235" y="345"/>
                  </a:cubicBezTo>
                  <a:cubicBezTo>
                    <a:pt x="242" y="345"/>
                    <a:pt x="247" y="340"/>
                    <a:pt x="247" y="333"/>
                  </a:cubicBezTo>
                  <a:cubicBezTo>
                    <a:pt x="247" y="307"/>
                    <a:pt x="247" y="307"/>
                    <a:pt x="247" y="307"/>
                  </a:cubicBezTo>
                  <a:cubicBezTo>
                    <a:pt x="247" y="300"/>
                    <a:pt x="242" y="295"/>
                    <a:pt x="235" y="295"/>
                  </a:cubicBezTo>
                  <a:lnTo>
                    <a:pt x="210" y="295"/>
                  </a:lnTo>
                  <a:close/>
                </a:path>
              </a:pathLst>
            </a:custGeom>
            <a:blipFill dpi="0" rotWithShape="1">
              <a:blip r:embed="rId34"/>
              <a:srcRect/>
              <a:stretch>
                <a:fillRect/>
              </a:stretch>
            </a:blipFill>
            <a:ln w="9525">
              <a:noFill/>
              <a:round/>
              <a:headEnd/>
              <a:tailEnd/>
            </a:ln>
          </p:spPr>
          <p:txBody>
            <a:bodyPr/>
            <a:lstStyle/>
            <a:p>
              <a:endParaRPr lang="en-GB"/>
            </a:p>
          </p:txBody>
        </p:sp>
        <p:sp>
          <p:nvSpPr>
            <p:cNvPr id="31851" name="Freeform 3"/>
            <p:cNvSpPr>
              <a:spLocks noChangeAspect="1" noEditPoints="1"/>
            </p:cNvSpPr>
            <p:nvPr/>
          </p:nvSpPr>
          <p:spPr bwMode="auto">
            <a:xfrm>
              <a:off x="3676659" y="3185080"/>
              <a:ext cx="103356" cy="120449"/>
            </a:xfrm>
            <a:custGeom>
              <a:avLst/>
              <a:gdLst>
                <a:gd name="T0" fmla="*/ 2147483647 w 346"/>
                <a:gd name="T1" fmla="*/ 2147483647 h 388"/>
                <a:gd name="T2" fmla="*/ 2147483647 w 346"/>
                <a:gd name="T3" fmla="*/ 2147483647 h 388"/>
                <a:gd name="T4" fmla="*/ 2147483647 w 346"/>
                <a:gd name="T5" fmla="*/ 2147483647 h 388"/>
                <a:gd name="T6" fmla="*/ 2147483647 w 346"/>
                <a:gd name="T7" fmla="*/ 2147483647 h 388"/>
                <a:gd name="T8" fmla="*/ 2147483647 w 346"/>
                <a:gd name="T9" fmla="*/ 2147483647 h 388"/>
                <a:gd name="T10" fmla="*/ 2147483647 w 346"/>
                <a:gd name="T11" fmla="*/ 2147483647 h 388"/>
                <a:gd name="T12" fmla="*/ 2147483647 w 346"/>
                <a:gd name="T13" fmla="*/ 2147483647 h 388"/>
                <a:gd name="T14" fmla="*/ 2147483647 w 346"/>
                <a:gd name="T15" fmla="*/ 2147483647 h 388"/>
                <a:gd name="T16" fmla="*/ 2147483647 w 346"/>
                <a:gd name="T17" fmla="*/ 2147483647 h 388"/>
                <a:gd name="T18" fmla="*/ 2147483647 w 346"/>
                <a:gd name="T19" fmla="*/ 2147483647 h 388"/>
                <a:gd name="T20" fmla="*/ 2147483647 w 346"/>
                <a:gd name="T21" fmla="*/ 2147483647 h 388"/>
                <a:gd name="T22" fmla="*/ 2147483647 w 346"/>
                <a:gd name="T23" fmla="*/ 2147483647 h 388"/>
                <a:gd name="T24" fmla="*/ 2147483647 w 346"/>
                <a:gd name="T25" fmla="*/ 2147483647 h 388"/>
                <a:gd name="T26" fmla="*/ 2147483647 w 346"/>
                <a:gd name="T27" fmla="*/ 2147483647 h 388"/>
                <a:gd name="T28" fmla="*/ 2147483647 w 346"/>
                <a:gd name="T29" fmla="*/ 2147483647 h 388"/>
                <a:gd name="T30" fmla="*/ 2147483647 w 346"/>
                <a:gd name="T31" fmla="*/ 2147483647 h 388"/>
                <a:gd name="T32" fmla="*/ 2147483647 w 346"/>
                <a:gd name="T33" fmla="*/ 2147483647 h 388"/>
                <a:gd name="T34" fmla="*/ 2147483647 w 346"/>
                <a:gd name="T35" fmla="*/ 2147483647 h 388"/>
                <a:gd name="T36" fmla="*/ 2147483647 w 346"/>
                <a:gd name="T37" fmla="*/ 2147483647 h 388"/>
                <a:gd name="T38" fmla="*/ 2147483647 w 346"/>
                <a:gd name="T39" fmla="*/ 2147483647 h 388"/>
                <a:gd name="T40" fmla="*/ 2147483647 w 346"/>
                <a:gd name="T41" fmla="*/ 2147483647 h 388"/>
                <a:gd name="T42" fmla="*/ 2147483647 w 346"/>
                <a:gd name="T43" fmla="*/ 2147483647 h 388"/>
                <a:gd name="T44" fmla="*/ 2147483647 w 346"/>
                <a:gd name="T45" fmla="*/ 2147483647 h 388"/>
                <a:gd name="T46" fmla="*/ 2147483647 w 346"/>
                <a:gd name="T47" fmla="*/ 2147483647 h 388"/>
                <a:gd name="T48" fmla="*/ 2147483647 w 346"/>
                <a:gd name="T49" fmla="*/ 2147483647 h 388"/>
                <a:gd name="T50" fmla="*/ 2147483647 w 346"/>
                <a:gd name="T51" fmla="*/ 2147483647 h 388"/>
                <a:gd name="T52" fmla="*/ 2147483647 w 346"/>
                <a:gd name="T53" fmla="*/ 2147483647 h 388"/>
                <a:gd name="T54" fmla="*/ 2147483647 w 346"/>
                <a:gd name="T55" fmla="*/ 2147483647 h 388"/>
                <a:gd name="T56" fmla="*/ 2147483647 w 346"/>
                <a:gd name="T57" fmla="*/ 2147483647 h 388"/>
                <a:gd name="T58" fmla="*/ 2147483647 w 346"/>
                <a:gd name="T59" fmla="*/ 2147483647 h 388"/>
                <a:gd name="T60" fmla="*/ 2147483647 w 346"/>
                <a:gd name="T61" fmla="*/ 2147483647 h 388"/>
                <a:gd name="T62" fmla="*/ 2147483647 w 346"/>
                <a:gd name="T63" fmla="*/ 2147483647 h 388"/>
                <a:gd name="T64" fmla="*/ 2147483647 w 346"/>
                <a:gd name="T65" fmla="*/ 2147483647 h 388"/>
                <a:gd name="T66" fmla="*/ 2147483647 w 346"/>
                <a:gd name="T67" fmla="*/ 2147483647 h 388"/>
                <a:gd name="T68" fmla="*/ 2147483647 w 346"/>
                <a:gd name="T69" fmla="*/ 2147483647 h 388"/>
                <a:gd name="T70" fmla="*/ 2147483647 w 346"/>
                <a:gd name="T71" fmla="*/ 2147483647 h 388"/>
                <a:gd name="T72" fmla="*/ 2147483647 w 346"/>
                <a:gd name="T73" fmla="*/ 2147483647 h 38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346"/>
                <a:gd name="T112" fmla="*/ 0 h 388"/>
                <a:gd name="T113" fmla="*/ 346 w 346"/>
                <a:gd name="T114" fmla="*/ 388 h 38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346" h="388">
                  <a:moveTo>
                    <a:pt x="99" y="274"/>
                  </a:moveTo>
                  <a:cubicBezTo>
                    <a:pt x="124" y="274"/>
                    <a:pt x="145" y="253"/>
                    <a:pt x="145" y="228"/>
                  </a:cubicBezTo>
                  <a:cubicBezTo>
                    <a:pt x="145" y="228"/>
                    <a:pt x="145" y="228"/>
                    <a:pt x="145" y="228"/>
                  </a:cubicBezTo>
                  <a:cubicBezTo>
                    <a:pt x="145" y="48"/>
                    <a:pt x="145" y="48"/>
                    <a:pt x="145" y="48"/>
                  </a:cubicBezTo>
                  <a:cubicBezTo>
                    <a:pt x="277" y="18"/>
                    <a:pt x="277" y="18"/>
                    <a:pt x="277" y="18"/>
                  </a:cubicBezTo>
                  <a:cubicBezTo>
                    <a:pt x="277" y="41"/>
                    <a:pt x="277" y="41"/>
                    <a:pt x="277" y="41"/>
                  </a:cubicBezTo>
                  <a:cubicBezTo>
                    <a:pt x="277" y="45"/>
                    <a:pt x="281" y="49"/>
                    <a:pt x="285" y="49"/>
                  </a:cubicBezTo>
                  <a:cubicBezTo>
                    <a:pt x="289" y="49"/>
                    <a:pt x="293" y="45"/>
                    <a:pt x="293" y="41"/>
                  </a:cubicBezTo>
                  <a:cubicBezTo>
                    <a:pt x="293" y="8"/>
                    <a:pt x="293" y="8"/>
                    <a:pt x="293" y="8"/>
                  </a:cubicBezTo>
                  <a:cubicBezTo>
                    <a:pt x="293" y="6"/>
                    <a:pt x="292" y="3"/>
                    <a:pt x="290" y="2"/>
                  </a:cubicBezTo>
                  <a:cubicBezTo>
                    <a:pt x="288" y="0"/>
                    <a:pt x="286" y="0"/>
                    <a:pt x="283" y="0"/>
                  </a:cubicBezTo>
                  <a:cubicBezTo>
                    <a:pt x="135" y="34"/>
                    <a:pt x="135" y="34"/>
                    <a:pt x="135" y="34"/>
                  </a:cubicBezTo>
                  <a:cubicBezTo>
                    <a:pt x="131" y="35"/>
                    <a:pt x="129" y="38"/>
                    <a:pt x="129" y="42"/>
                  </a:cubicBezTo>
                  <a:cubicBezTo>
                    <a:pt x="129" y="194"/>
                    <a:pt x="129" y="194"/>
                    <a:pt x="129" y="194"/>
                  </a:cubicBezTo>
                  <a:cubicBezTo>
                    <a:pt x="121" y="187"/>
                    <a:pt x="110" y="183"/>
                    <a:pt x="99" y="183"/>
                  </a:cubicBezTo>
                  <a:cubicBezTo>
                    <a:pt x="74" y="183"/>
                    <a:pt x="53" y="203"/>
                    <a:pt x="53" y="228"/>
                  </a:cubicBezTo>
                  <a:cubicBezTo>
                    <a:pt x="53" y="253"/>
                    <a:pt x="74" y="274"/>
                    <a:pt x="99" y="274"/>
                  </a:cubicBezTo>
                  <a:close/>
                  <a:moveTo>
                    <a:pt x="285" y="65"/>
                  </a:moveTo>
                  <a:cubicBezTo>
                    <a:pt x="281" y="65"/>
                    <a:pt x="277" y="69"/>
                    <a:pt x="277" y="73"/>
                  </a:cubicBezTo>
                  <a:cubicBezTo>
                    <a:pt x="277" y="160"/>
                    <a:pt x="277" y="160"/>
                    <a:pt x="277" y="160"/>
                  </a:cubicBezTo>
                  <a:cubicBezTo>
                    <a:pt x="269" y="153"/>
                    <a:pt x="259" y="149"/>
                    <a:pt x="247" y="149"/>
                  </a:cubicBezTo>
                  <a:cubicBezTo>
                    <a:pt x="222" y="149"/>
                    <a:pt x="202" y="169"/>
                    <a:pt x="202" y="195"/>
                  </a:cubicBezTo>
                  <a:cubicBezTo>
                    <a:pt x="202" y="220"/>
                    <a:pt x="222" y="240"/>
                    <a:pt x="247" y="240"/>
                  </a:cubicBezTo>
                  <a:cubicBezTo>
                    <a:pt x="272" y="240"/>
                    <a:pt x="293" y="220"/>
                    <a:pt x="293" y="195"/>
                  </a:cubicBezTo>
                  <a:cubicBezTo>
                    <a:pt x="293" y="195"/>
                    <a:pt x="293" y="195"/>
                    <a:pt x="293" y="195"/>
                  </a:cubicBezTo>
                  <a:cubicBezTo>
                    <a:pt x="293" y="73"/>
                    <a:pt x="293" y="73"/>
                    <a:pt x="293" y="73"/>
                  </a:cubicBezTo>
                  <a:cubicBezTo>
                    <a:pt x="293" y="69"/>
                    <a:pt x="289" y="65"/>
                    <a:pt x="285" y="65"/>
                  </a:cubicBezTo>
                  <a:close/>
                  <a:moveTo>
                    <a:pt x="2" y="309"/>
                  </a:moveTo>
                  <a:cubicBezTo>
                    <a:pt x="2" y="310"/>
                    <a:pt x="6" y="319"/>
                    <a:pt x="17" y="328"/>
                  </a:cubicBezTo>
                  <a:cubicBezTo>
                    <a:pt x="28" y="337"/>
                    <a:pt x="45" y="346"/>
                    <a:pt x="71" y="346"/>
                  </a:cubicBezTo>
                  <a:cubicBezTo>
                    <a:pt x="72" y="346"/>
                    <a:pt x="72" y="346"/>
                    <a:pt x="72" y="346"/>
                  </a:cubicBezTo>
                  <a:cubicBezTo>
                    <a:pt x="98" y="346"/>
                    <a:pt x="132" y="337"/>
                    <a:pt x="177" y="313"/>
                  </a:cubicBezTo>
                  <a:cubicBezTo>
                    <a:pt x="221" y="290"/>
                    <a:pt x="252" y="282"/>
                    <a:pt x="275" y="282"/>
                  </a:cubicBezTo>
                  <a:cubicBezTo>
                    <a:pt x="297" y="282"/>
                    <a:pt x="311" y="289"/>
                    <a:pt x="319" y="296"/>
                  </a:cubicBezTo>
                  <a:cubicBezTo>
                    <a:pt x="323" y="300"/>
                    <a:pt x="326" y="303"/>
                    <a:pt x="327" y="305"/>
                  </a:cubicBezTo>
                  <a:cubicBezTo>
                    <a:pt x="328" y="307"/>
                    <a:pt x="329" y="308"/>
                    <a:pt x="329" y="308"/>
                  </a:cubicBezTo>
                  <a:cubicBezTo>
                    <a:pt x="329" y="309"/>
                    <a:pt x="329" y="309"/>
                    <a:pt x="330" y="309"/>
                  </a:cubicBezTo>
                  <a:cubicBezTo>
                    <a:pt x="330" y="309"/>
                    <a:pt x="330" y="309"/>
                    <a:pt x="330" y="309"/>
                  </a:cubicBezTo>
                  <a:cubicBezTo>
                    <a:pt x="331" y="313"/>
                    <a:pt x="336" y="315"/>
                    <a:pt x="340" y="313"/>
                  </a:cubicBezTo>
                  <a:cubicBezTo>
                    <a:pt x="344" y="312"/>
                    <a:pt x="346" y="307"/>
                    <a:pt x="344" y="303"/>
                  </a:cubicBezTo>
                  <a:cubicBezTo>
                    <a:pt x="344" y="302"/>
                    <a:pt x="340" y="293"/>
                    <a:pt x="329" y="284"/>
                  </a:cubicBezTo>
                  <a:cubicBezTo>
                    <a:pt x="319" y="275"/>
                    <a:pt x="301" y="266"/>
                    <a:pt x="275" y="266"/>
                  </a:cubicBezTo>
                  <a:cubicBezTo>
                    <a:pt x="249" y="266"/>
                    <a:pt x="215" y="275"/>
                    <a:pt x="169" y="299"/>
                  </a:cubicBezTo>
                  <a:cubicBezTo>
                    <a:pt x="126" y="322"/>
                    <a:pt x="94" y="330"/>
                    <a:pt x="72" y="330"/>
                  </a:cubicBezTo>
                  <a:cubicBezTo>
                    <a:pt x="49" y="330"/>
                    <a:pt x="36" y="323"/>
                    <a:pt x="27" y="316"/>
                  </a:cubicBezTo>
                  <a:cubicBezTo>
                    <a:pt x="23" y="312"/>
                    <a:pt x="21" y="309"/>
                    <a:pt x="19" y="306"/>
                  </a:cubicBezTo>
                  <a:cubicBezTo>
                    <a:pt x="18" y="305"/>
                    <a:pt x="18" y="304"/>
                    <a:pt x="17" y="304"/>
                  </a:cubicBezTo>
                  <a:cubicBezTo>
                    <a:pt x="17" y="303"/>
                    <a:pt x="17" y="303"/>
                    <a:pt x="17" y="303"/>
                  </a:cubicBezTo>
                  <a:cubicBezTo>
                    <a:pt x="17" y="303"/>
                    <a:pt x="17" y="303"/>
                    <a:pt x="17" y="303"/>
                  </a:cubicBezTo>
                  <a:cubicBezTo>
                    <a:pt x="15" y="299"/>
                    <a:pt x="10" y="297"/>
                    <a:pt x="6" y="299"/>
                  </a:cubicBezTo>
                  <a:cubicBezTo>
                    <a:pt x="2" y="300"/>
                    <a:pt x="0" y="305"/>
                    <a:pt x="2" y="309"/>
                  </a:cubicBezTo>
                  <a:close/>
                  <a:moveTo>
                    <a:pt x="329" y="326"/>
                  </a:moveTo>
                  <a:cubicBezTo>
                    <a:pt x="319" y="317"/>
                    <a:pt x="301" y="308"/>
                    <a:pt x="275" y="308"/>
                  </a:cubicBezTo>
                  <a:cubicBezTo>
                    <a:pt x="249" y="308"/>
                    <a:pt x="215" y="316"/>
                    <a:pt x="169" y="341"/>
                  </a:cubicBezTo>
                  <a:cubicBezTo>
                    <a:pt x="126" y="364"/>
                    <a:pt x="94" y="372"/>
                    <a:pt x="72" y="372"/>
                  </a:cubicBezTo>
                  <a:cubicBezTo>
                    <a:pt x="49" y="372"/>
                    <a:pt x="36" y="364"/>
                    <a:pt x="27" y="358"/>
                  </a:cubicBezTo>
                  <a:cubicBezTo>
                    <a:pt x="23" y="354"/>
                    <a:pt x="21" y="351"/>
                    <a:pt x="19" y="348"/>
                  </a:cubicBezTo>
                  <a:cubicBezTo>
                    <a:pt x="18" y="347"/>
                    <a:pt x="18" y="346"/>
                    <a:pt x="17" y="345"/>
                  </a:cubicBezTo>
                  <a:cubicBezTo>
                    <a:pt x="17" y="345"/>
                    <a:pt x="17" y="345"/>
                    <a:pt x="17" y="345"/>
                  </a:cubicBezTo>
                  <a:cubicBezTo>
                    <a:pt x="17" y="345"/>
                    <a:pt x="17" y="345"/>
                    <a:pt x="17" y="345"/>
                  </a:cubicBezTo>
                  <a:cubicBezTo>
                    <a:pt x="15" y="341"/>
                    <a:pt x="10" y="339"/>
                    <a:pt x="6" y="340"/>
                  </a:cubicBezTo>
                  <a:cubicBezTo>
                    <a:pt x="2" y="342"/>
                    <a:pt x="0" y="347"/>
                    <a:pt x="2" y="351"/>
                  </a:cubicBezTo>
                  <a:cubicBezTo>
                    <a:pt x="2" y="352"/>
                    <a:pt x="6" y="361"/>
                    <a:pt x="17" y="370"/>
                  </a:cubicBezTo>
                  <a:cubicBezTo>
                    <a:pt x="28" y="379"/>
                    <a:pt x="45" y="388"/>
                    <a:pt x="71" y="388"/>
                  </a:cubicBezTo>
                  <a:cubicBezTo>
                    <a:pt x="72" y="388"/>
                    <a:pt x="72" y="388"/>
                    <a:pt x="72" y="388"/>
                  </a:cubicBezTo>
                  <a:cubicBezTo>
                    <a:pt x="98" y="388"/>
                    <a:pt x="132" y="379"/>
                    <a:pt x="177" y="355"/>
                  </a:cubicBezTo>
                  <a:cubicBezTo>
                    <a:pt x="221" y="331"/>
                    <a:pt x="252" y="324"/>
                    <a:pt x="275" y="324"/>
                  </a:cubicBezTo>
                  <a:cubicBezTo>
                    <a:pt x="297" y="324"/>
                    <a:pt x="311" y="331"/>
                    <a:pt x="319" y="338"/>
                  </a:cubicBezTo>
                  <a:cubicBezTo>
                    <a:pt x="323" y="341"/>
                    <a:pt x="326" y="345"/>
                    <a:pt x="327" y="347"/>
                  </a:cubicBezTo>
                  <a:cubicBezTo>
                    <a:pt x="328" y="348"/>
                    <a:pt x="329" y="349"/>
                    <a:pt x="329" y="350"/>
                  </a:cubicBezTo>
                  <a:cubicBezTo>
                    <a:pt x="329" y="350"/>
                    <a:pt x="329" y="351"/>
                    <a:pt x="330" y="351"/>
                  </a:cubicBezTo>
                  <a:cubicBezTo>
                    <a:pt x="330" y="351"/>
                    <a:pt x="330" y="351"/>
                    <a:pt x="330" y="351"/>
                  </a:cubicBezTo>
                  <a:cubicBezTo>
                    <a:pt x="331" y="355"/>
                    <a:pt x="336" y="357"/>
                    <a:pt x="340" y="355"/>
                  </a:cubicBezTo>
                  <a:cubicBezTo>
                    <a:pt x="344" y="353"/>
                    <a:pt x="346" y="349"/>
                    <a:pt x="344" y="345"/>
                  </a:cubicBezTo>
                  <a:cubicBezTo>
                    <a:pt x="344" y="344"/>
                    <a:pt x="340" y="335"/>
                    <a:pt x="329" y="326"/>
                  </a:cubicBezTo>
                  <a:close/>
                </a:path>
              </a:pathLst>
            </a:custGeom>
            <a:blipFill dpi="0" rotWithShape="1">
              <a:blip r:embed="rId35"/>
              <a:srcRect/>
              <a:stretch>
                <a:fillRect/>
              </a:stretch>
            </a:blipFill>
            <a:ln w="9525">
              <a:noFill/>
              <a:round/>
              <a:headEnd/>
              <a:tailEnd/>
            </a:ln>
          </p:spPr>
          <p:txBody>
            <a:bodyPr/>
            <a:lstStyle/>
            <a:p>
              <a:endParaRPr lang="en-GB"/>
            </a:p>
          </p:txBody>
        </p:sp>
        <p:sp>
          <p:nvSpPr>
            <p:cNvPr id="31852" name="Freeform 3"/>
            <p:cNvSpPr>
              <a:spLocks noChangeAspect="1" noEditPoints="1"/>
            </p:cNvSpPr>
            <p:nvPr/>
          </p:nvSpPr>
          <p:spPr bwMode="auto">
            <a:xfrm>
              <a:off x="4102750" y="3914262"/>
              <a:ext cx="80712" cy="110192"/>
            </a:xfrm>
            <a:custGeom>
              <a:avLst/>
              <a:gdLst>
                <a:gd name="T0" fmla="*/ 2147483647 w 270"/>
                <a:gd name="T1" fmla="*/ 2147483647 h 355"/>
                <a:gd name="T2" fmla="*/ 2147483647 w 270"/>
                <a:gd name="T3" fmla="*/ 2147483647 h 355"/>
                <a:gd name="T4" fmla="*/ 2147483647 w 270"/>
                <a:gd name="T5" fmla="*/ 2147483647 h 355"/>
                <a:gd name="T6" fmla="*/ 2147483647 w 270"/>
                <a:gd name="T7" fmla="*/ 2147483647 h 355"/>
                <a:gd name="T8" fmla="*/ 2147483647 w 270"/>
                <a:gd name="T9" fmla="*/ 2147483647 h 355"/>
                <a:gd name="T10" fmla="*/ 2147483647 w 270"/>
                <a:gd name="T11" fmla="*/ 2147483647 h 355"/>
                <a:gd name="T12" fmla="*/ 2147483647 w 270"/>
                <a:gd name="T13" fmla="*/ 2147483647 h 355"/>
                <a:gd name="T14" fmla="*/ 2147483647 w 270"/>
                <a:gd name="T15" fmla="*/ 2147483647 h 355"/>
                <a:gd name="T16" fmla="*/ 2147483647 w 270"/>
                <a:gd name="T17" fmla="*/ 2147483647 h 355"/>
                <a:gd name="T18" fmla="*/ 2147483647 w 270"/>
                <a:gd name="T19" fmla="*/ 2147483647 h 355"/>
                <a:gd name="T20" fmla="*/ 2147483647 w 270"/>
                <a:gd name="T21" fmla="*/ 2147483647 h 355"/>
                <a:gd name="T22" fmla="*/ 2147483647 w 270"/>
                <a:gd name="T23" fmla="*/ 2147483647 h 355"/>
                <a:gd name="T24" fmla="*/ 2147483647 w 270"/>
                <a:gd name="T25" fmla="*/ 2147483647 h 355"/>
                <a:gd name="T26" fmla="*/ 2147483647 w 270"/>
                <a:gd name="T27" fmla="*/ 2147483647 h 355"/>
                <a:gd name="T28" fmla="*/ 2147483647 w 270"/>
                <a:gd name="T29" fmla="*/ 2147483647 h 355"/>
                <a:gd name="T30" fmla="*/ 2147483647 w 270"/>
                <a:gd name="T31" fmla="*/ 2147483647 h 355"/>
                <a:gd name="T32" fmla="*/ 2147483647 w 270"/>
                <a:gd name="T33" fmla="*/ 2147483647 h 355"/>
                <a:gd name="T34" fmla="*/ 2147483647 w 270"/>
                <a:gd name="T35" fmla="*/ 2147483647 h 355"/>
                <a:gd name="T36" fmla="*/ 2147483647 w 270"/>
                <a:gd name="T37" fmla="*/ 2147483647 h 355"/>
                <a:gd name="T38" fmla="*/ 2147483647 w 270"/>
                <a:gd name="T39" fmla="*/ 2147483647 h 355"/>
                <a:gd name="T40" fmla="*/ 2147483647 w 270"/>
                <a:gd name="T41" fmla="*/ 2147483647 h 355"/>
                <a:gd name="T42" fmla="*/ 2147483647 w 270"/>
                <a:gd name="T43" fmla="*/ 2147483647 h 355"/>
                <a:gd name="T44" fmla="*/ 2147483647 w 270"/>
                <a:gd name="T45" fmla="*/ 0 h 355"/>
                <a:gd name="T46" fmla="*/ 2147483647 w 270"/>
                <a:gd name="T47" fmla="*/ 2147483647 h 355"/>
                <a:gd name="T48" fmla="*/ 2147483647 w 270"/>
                <a:gd name="T49" fmla="*/ 2147483647 h 355"/>
                <a:gd name="T50" fmla="*/ 0 w 270"/>
                <a:gd name="T51" fmla="*/ 2147483647 h 355"/>
                <a:gd name="T52" fmla="*/ 2147483647 w 270"/>
                <a:gd name="T53" fmla="*/ 2147483647 h 355"/>
                <a:gd name="T54" fmla="*/ 2147483647 w 270"/>
                <a:gd name="T55" fmla="*/ 2147483647 h 355"/>
                <a:gd name="T56" fmla="*/ 2147483647 w 270"/>
                <a:gd name="T57" fmla="*/ 2147483647 h 355"/>
                <a:gd name="T58" fmla="*/ 2147483647 w 270"/>
                <a:gd name="T59" fmla="*/ 2147483647 h 355"/>
                <a:gd name="T60" fmla="*/ 2147483647 w 270"/>
                <a:gd name="T61" fmla="*/ 2147483647 h 355"/>
                <a:gd name="T62" fmla="*/ 2147483647 w 270"/>
                <a:gd name="T63" fmla="*/ 2147483647 h 355"/>
                <a:gd name="T64" fmla="*/ 2147483647 w 270"/>
                <a:gd name="T65" fmla="*/ 2147483647 h 355"/>
                <a:gd name="T66" fmla="*/ 2147483647 w 270"/>
                <a:gd name="T67" fmla="*/ 2147483647 h 35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70"/>
                <a:gd name="T103" fmla="*/ 0 h 355"/>
                <a:gd name="T104" fmla="*/ 270 w 270"/>
                <a:gd name="T105" fmla="*/ 355 h 355"/>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70" h="355">
                  <a:moveTo>
                    <a:pt x="113" y="254"/>
                  </a:moveTo>
                  <a:cubicBezTo>
                    <a:pt x="106" y="297"/>
                    <a:pt x="106" y="297"/>
                    <a:pt x="106" y="297"/>
                  </a:cubicBezTo>
                  <a:cubicBezTo>
                    <a:pt x="105" y="300"/>
                    <a:pt x="106" y="302"/>
                    <a:pt x="107" y="304"/>
                  </a:cubicBezTo>
                  <a:cubicBezTo>
                    <a:pt x="109" y="306"/>
                    <a:pt x="111" y="307"/>
                    <a:pt x="113" y="307"/>
                  </a:cubicBezTo>
                  <a:cubicBezTo>
                    <a:pt x="157" y="307"/>
                    <a:pt x="157" y="307"/>
                    <a:pt x="157" y="307"/>
                  </a:cubicBezTo>
                  <a:cubicBezTo>
                    <a:pt x="160" y="307"/>
                    <a:pt x="162" y="306"/>
                    <a:pt x="164" y="304"/>
                  </a:cubicBezTo>
                  <a:cubicBezTo>
                    <a:pt x="165" y="302"/>
                    <a:pt x="166" y="300"/>
                    <a:pt x="165" y="297"/>
                  </a:cubicBezTo>
                  <a:cubicBezTo>
                    <a:pt x="157" y="254"/>
                    <a:pt x="157" y="254"/>
                    <a:pt x="157" y="254"/>
                  </a:cubicBezTo>
                  <a:cubicBezTo>
                    <a:pt x="167" y="248"/>
                    <a:pt x="173" y="237"/>
                    <a:pt x="173" y="225"/>
                  </a:cubicBezTo>
                  <a:cubicBezTo>
                    <a:pt x="173" y="206"/>
                    <a:pt x="157" y="188"/>
                    <a:pt x="135" y="188"/>
                  </a:cubicBezTo>
                  <a:cubicBezTo>
                    <a:pt x="114" y="188"/>
                    <a:pt x="97" y="206"/>
                    <a:pt x="97" y="225"/>
                  </a:cubicBezTo>
                  <a:cubicBezTo>
                    <a:pt x="97" y="237"/>
                    <a:pt x="103" y="248"/>
                    <a:pt x="113" y="254"/>
                  </a:cubicBezTo>
                  <a:close/>
                  <a:moveTo>
                    <a:pt x="135" y="204"/>
                  </a:moveTo>
                  <a:cubicBezTo>
                    <a:pt x="148" y="204"/>
                    <a:pt x="157" y="214"/>
                    <a:pt x="157" y="225"/>
                  </a:cubicBezTo>
                  <a:cubicBezTo>
                    <a:pt x="157" y="233"/>
                    <a:pt x="152" y="240"/>
                    <a:pt x="145" y="243"/>
                  </a:cubicBezTo>
                  <a:cubicBezTo>
                    <a:pt x="141" y="244"/>
                    <a:pt x="139" y="248"/>
                    <a:pt x="140" y="252"/>
                  </a:cubicBezTo>
                  <a:cubicBezTo>
                    <a:pt x="147" y="291"/>
                    <a:pt x="147" y="291"/>
                    <a:pt x="147" y="291"/>
                  </a:cubicBezTo>
                  <a:cubicBezTo>
                    <a:pt x="123" y="291"/>
                    <a:pt x="123" y="291"/>
                    <a:pt x="123" y="291"/>
                  </a:cubicBezTo>
                  <a:cubicBezTo>
                    <a:pt x="130" y="252"/>
                    <a:pt x="130" y="252"/>
                    <a:pt x="130" y="252"/>
                  </a:cubicBezTo>
                  <a:cubicBezTo>
                    <a:pt x="131" y="248"/>
                    <a:pt x="129" y="244"/>
                    <a:pt x="125" y="243"/>
                  </a:cubicBezTo>
                  <a:cubicBezTo>
                    <a:pt x="118" y="240"/>
                    <a:pt x="113" y="233"/>
                    <a:pt x="113" y="225"/>
                  </a:cubicBezTo>
                  <a:cubicBezTo>
                    <a:pt x="113" y="214"/>
                    <a:pt x="122" y="204"/>
                    <a:pt x="135" y="204"/>
                  </a:cubicBezTo>
                  <a:close/>
                  <a:moveTo>
                    <a:pt x="256" y="141"/>
                  </a:moveTo>
                  <a:cubicBezTo>
                    <a:pt x="243" y="141"/>
                    <a:pt x="243" y="141"/>
                    <a:pt x="243" y="141"/>
                  </a:cubicBezTo>
                  <a:cubicBezTo>
                    <a:pt x="243" y="106"/>
                    <a:pt x="243" y="106"/>
                    <a:pt x="243" y="106"/>
                  </a:cubicBezTo>
                  <a:cubicBezTo>
                    <a:pt x="243" y="106"/>
                    <a:pt x="243" y="105"/>
                    <a:pt x="243" y="105"/>
                  </a:cubicBezTo>
                  <a:cubicBezTo>
                    <a:pt x="243" y="93"/>
                    <a:pt x="242" y="82"/>
                    <a:pt x="238" y="70"/>
                  </a:cubicBezTo>
                  <a:cubicBezTo>
                    <a:pt x="236" y="66"/>
                    <a:pt x="232" y="64"/>
                    <a:pt x="227" y="66"/>
                  </a:cubicBezTo>
                  <a:cubicBezTo>
                    <a:pt x="223" y="67"/>
                    <a:pt x="221" y="72"/>
                    <a:pt x="223" y="76"/>
                  </a:cubicBezTo>
                  <a:cubicBezTo>
                    <a:pt x="226" y="85"/>
                    <a:pt x="227" y="94"/>
                    <a:pt x="227" y="106"/>
                  </a:cubicBezTo>
                  <a:cubicBezTo>
                    <a:pt x="227" y="106"/>
                    <a:pt x="227" y="107"/>
                    <a:pt x="227" y="107"/>
                  </a:cubicBezTo>
                  <a:cubicBezTo>
                    <a:pt x="227" y="141"/>
                    <a:pt x="227" y="141"/>
                    <a:pt x="227" y="141"/>
                  </a:cubicBezTo>
                  <a:cubicBezTo>
                    <a:pt x="211" y="141"/>
                    <a:pt x="211" y="141"/>
                    <a:pt x="211" y="141"/>
                  </a:cubicBezTo>
                  <a:cubicBezTo>
                    <a:pt x="211" y="106"/>
                    <a:pt x="211" y="106"/>
                    <a:pt x="211" y="106"/>
                  </a:cubicBezTo>
                  <a:cubicBezTo>
                    <a:pt x="211" y="89"/>
                    <a:pt x="204" y="71"/>
                    <a:pt x="191" y="56"/>
                  </a:cubicBezTo>
                  <a:cubicBezTo>
                    <a:pt x="177" y="41"/>
                    <a:pt x="158" y="30"/>
                    <a:pt x="135" y="30"/>
                  </a:cubicBezTo>
                  <a:cubicBezTo>
                    <a:pt x="93" y="30"/>
                    <a:pt x="59" y="64"/>
                    <a:pt x="59" y="106"/>
                  </a:cubicBezTo>
                  <a:cubicBezTo>
                    <a:pt x="59" y="141"/>
                    <a:pt x="59" y="141"/>
                    <a:pt x="59" y="141"/>
                  </a:cubicBezTo>
                  <a:cubicBezTo>
                    <a:pt x="43" y="141"/>
                    <a:pt x="43" y="141"/>
                    <a:pt x="43" y="141"/>
                  </a:cubicBezTo>
                  <a:cubicBezTo>
                    <a:pt x="43" y="106"/>
                    <a:pt x="43" y="106"/>
                    <a:pt x="43" y="106"/>
                  </a:cubicBezTo>
                  <a:cubicBezTo>
                    <a:pt x="43" y="106"/>
                    <a:pt x="43" y="106"/>
                    <a:pt x="43" y="106"/>
                  </a:cubicBezTo>
                  <a:cubicBezTo>
                    <a:pt x="44" y="56"/>
                    <a:pt x="85" y="16"/>
                    <a:pt x="135" y="16"/>
                  </a:cubicBezTo>
                  <a:cubicBezTo>
                    <a:pt x="179" y="16"/>
                    <a:pt x="199" y="40"/>
                    <a:pt x="207" y="50"/>
                  </a:cubicBezTo>
                  <a:cubicBezTo>
                    <a:pt x="210" y="54"/>
                    <a:pt x="215" y="55"/>
                    <a:pt x="218" y="52"/>
                  </a:cubicBezTo>
                  <a:cubicBezTo>
                    <a:pt x="222" y="49"/>
                    <a:pt x="223" y="44"/>
                    <a:pt x="220" y="41"/>
                  </a:cubicBezTo>
                  <a:cubicBezTo>
                    <a:pt x="211" y="29"/>
                    <a:pt x="185" y="0"/>
                    <a:pt x="135" y="0"/>
                  </a:cubicBezTo>
                  <a:cubicBezTo>
                    <a:pt x="77" y="0"/>
                    <a:pt x="29" y="46"/>
                    <a:pt x="27" y="104"/>
                  </a:cubicBezTo>
                  <a:cubicBezTo>
                    <a:pt x="27" y="105"/>
                    <a:pt x="27" y="105"/>
                    <a:pt x="27" y="106"/>
                  </a:cubicBezTo>
                  <a:cubicBezTo>
                    <a:pt x="27" y="141"/>
                    <a:pt x="27" y="141"/>
                    <a:pt x="27" y="141"/>
                  </a:cubicBezTo>
                  <a:cubicBezTo>
                    <a:pt x="14" y="141"/>
                    <a:pt x="14" y="141"/>
                    <a:pt x="14" y="141"/>
                  </a:cubicBezTo>
                  <a:cubicBezTo>
                    <a:pt x="6" y="141"/>
                    <a:pt x="0" y="148"/>
                    <a:pt x="0" y="156"/>
                  </a:cubicBezTo>
                  <a:cubicBezTo>
                    <a:pt x="0" y="341"/>
                    <a:pt x="0" y="341"/>
                    <a:pt x="0" y="341"/>
                  </a:cubicBezTo>
                  <a:cubicBezTo>
                    <a:pt x="0" y="349"/>
                    <a:pt x="6" y="355"/>
                    <a:pt x="14" y="355"/>
                  </a:cubicBezTo>
                  <a:cubicBezTo>
                    <a:pt x="14" y="355"/>
                    <a:pt x="256" y="355"/>
                    <a:pt x="256" y="355"/>
                  </a:cubicBezTo>
                  <a:cubicBezTo>
                    <a:pt x="264" y="355"/>
                    <a:pt x="270" y="349"/>
                    <a:pt x="270" y="341"/>
                  </a:cubicBezTo>
                  <a:cubicBezTo>
                    <a:pt x="270" y="156"/>
                    <a:pt x="270" y="156"/>
                    <a:pt x="270" y="156"/>
                  </a:cubicBezTo>
                  <a:cubicBezTo>
                    <a:pt x="270" y="148"/>
                    <a:pt x="264" y="141"/>
                    <a:pt x="256" y="141"/>
                  </a:cubicBezTo>
                  <a:close/>
                  <a:moveTo>
                    <a:pt x="75" y="106"/>
                  </a:moveTo>
                  <a:cubicBezTo>
                    <a:pt x="75" y="72"/>
                    <a:pt x="102" y="46"/>
                    <a:pt x="135" y="46"/>
                  </a:cubicBezTo>
                  <a:cubicBezTo>
                    <a:pt x="153" y="46"/>
                    <a:pt x="168" y="54"/>
                    <a:pt x="178" y="67"/>
                  </a:cubicBezTo>
                  <a:cubicBezTo>
                    <a:pt x="189" y="79"/>
                    <a:pt x="195" y="94"/>
                    <a:pt x="195" y="106"/>
                  </a:cubicBezTo>
                  <a:cubicBezTo>
                    <a:pt x="195" y="141"/>
                    <a:pt x="195" y="141"/>
                    <a:pt x="195" y="141"/>
                  </a:cubicBezTo>
                  <a:cubicBezTo>
                    <a:pt x="75" y="141"/>
                    <a:pt x="75" y="141"/>
                    <a:pt x="75" y="141"/>
                  </a:cubicBezTo>
                  <a:lnTo>
                    <a:pt x="75" y="106"/>
                  </a:lnTo>
                  <a:close/>
                  <a:moveTo>
                    <a:pt x="254" y="339"/>
                  </a:moveTo>
                  <a:cubicBezTo>
                    <a:pt x="16" y="339"/>
                    <a:pt x="16" y="339"/>
                    <a:pt x="16" y="339"/>
                  </a:cubicBezTo>
                  <a:cubicBezTo>
                    <a:pt x="16" y="157"/>
                    <a:pt x="16" y="157"/>
                    <a:pt x="16" y="157"/>
                  </a:cubicBezTo>
                  <a:cubicBezTo>
                    <a:pt x="254" y="157"/>
                    <a:pt x="254" y="157"/>
                    <a:pt x="254" y="157"/>
                  </a:cubicBezTo>
                  <a:lnTo>
                    <a:pt x="254" y="339"/>
                  </a:lnTo>
                  <a:close/>
                </a:path>
              </a:pathLst>
            </a:custGeom>
            <a:blipFill dpi="0" rotWithShape="1">
              <a:blip r:embed="rId36"/>
              <a:srcRect/>
              <a:stretch>
                <a:fillRect/>
              </a:stretch>
            </a:blipFill>
            <a:ln w="9525">
              <a:noFill/>
              <a:round/>
              <a:headEnd/>
              <a:tailEnd/>
            </a:ln>
          </p:spPr>
          <p:txBody>
            <a:bodyPr/>
            <a:lstStyle/>
            <a:p>
              <a:endParaRPr lang="en-GB"/>
            </a:p>
          </p:txBody>
        </p:sp>
        <p:sp>
          <p:nvSpPr>
            <p:cNvPr id="31853" name="Freeform 3"/>
            <p:cNvSpPr>
              <a:spLocks noChangeAspect="1" noEditPoints="1"/>
            </p:cNvSpPr>
            <p:nvPr/>
          </p:nvSpPr>
          <p:spPr bwMode="auto">
            <a:xfrm>
              <a:off x="3615909" y="3802806"/>
              <a:ext cx="89341" cy="69245"/>
            </a:xfrm>
            <a:custGeom>
              <a:avLst/>
              <a:gdLst>
                <a:gd name="T0" fmla="*/ 2147483647 w 366"/>
                <a:gd name="T1" fmla="*/ 2147483647 h 273"/>
                <a:gd name="T2" fmla="*/ 2147483647 w 366"/>
                <a:gd name="T3" fmla="*/ 2147483647 h 273"/>
                <a:gd name="T4" fmla="*/ 2147483647 w 366"/>
                <a:gd name="T5" fmla="*/ 2147483647 h 273"/>
                <a:gd name="T6" fmla="*/ 2147483647 w 366"/>
                <a:gd name="T7" fmla="*/ 0 h 273"/>
                <a:gd name="T8" fmla="*/ 2147483647 w 366"/>
                <a:gd name="T9" fmla="*/ 0 h 273"/>
                <a:gd name="T10" fmla="*/ 0 w 366"/>
                <a:gd name="T11" fmla="*/ 2147483647 h 273"/>
                <a:gd name="T12" fmla="*/ 0 w 366"/>
                <a:gd name="T13" fmla="*/ 2147483647 h 273"/>
                <a:gd name="T14" fmla="*/ 2147483647 w 366"/>
                <a:gd name="T15" fmla="*/ 2147483647 h 273"/>
                <a:gd name="T16" fmla="*/ 2147483647 w 366"/>
                <a:gd name="T17" fmla="*/ 2147483647 h 273"/>
                <a:gd name="T18" fmla="*/ 2147483647 w 366"/>
                <a:gd name="T19" fmla="*/ 2147483647 h 273"/>
                <a:gd name="T20" fmla="*/ 2147483647 w 366"/>
                <a:gd name="T21" fmla="*/ 2147483647 h 273"/>
                <a:gd name="T22" fmla="*/ 2147483647 w 366"/>
                <a:gd name="T23" fmla="*/ 2147483647 h 273"/>
                <a:gd name="T24" fmla="*/ 2147483647 w 366"/>
                <a:gd name="T25" fmla="*/ 2147483647 h 273"/>
                <a:gd name="T26" fmla="*/ 2147483647 w 366"/>
                <a:gd name="T27" fmla="*/ 2147483647 h 273"/>
                <a:gd name="T28" fmla="*/ 2147483647 w 366"/>
                <a:gd name="T29" fmla="*/ 2147483647 h 273"/>
                <a:gd name="T30" fmla="*/ 2147483647 w 366"/>
                <a:gd name="T31" fmla="*/ 2147483647 h 273"/>
                <a:gd name="T32" fmla="*/ 2147483647 w 366"/>
                <a:gd name="T33" fmla="*/ 2147483647 h 273"/>
                <a:gd name="T34" fmla="*/ 2147483647 w 366"/>
                <a:gd name="T35" fmla="*/ 2147483647 h 273"/>
                <a:gd name="T36" fmla="*/ 2147483647 w 366"/>
                <a:gd name="T37" fmla="*/ 2147483647 h 273"/>
                <a:gd name="T38" fmla="*/ 2147483647 w 366"/>
                <a:gd name="T39" fmla="*/ 2147483647 h 273"/>
                <a:gd name="T40" fmla="*/ 2147483647 w 366"/>
                <a:gd name="T41" fmla="*/ 2147483647 h 273"/>
                <a:gd name="T42" fmla="*/ 2147483647 w 366"/>
                <a:gd name="T43" fmla="*/ 2147483647 h 273"/>
                <a:gd name="T44" fmla="*/ 2147483647 w 366"/>
                <a:gd name="T45" fmla="*/ 2147483647 h 273"/>
                <a:gd name="T46" fmla="*/ 2147483647 w 366"/>
                <a:gd name="T47" fmla="*/ 2147483647 h 273"/>
                <a:gd name="T48" fmla="*/ 2147483647 w 366"/>
                <a:gd name="T49" fmla="*/ 2147483647 h 273"/>
                <a:gd name="T50" fmla="*/ 2147483647 w 366"/>
                <a:gd name="T51" fmla="*/ 2147483647 h 273"/>
                <a:gd name="T52" fmla="*/ 2147483647 w 366"/>
                <a:gd name="T53" fmla="*/ 2147483647 h 273"/>
                <a:gd name="T54" fmla="*/ 2147483647 w 366"/>
                <a:gd name="T55" fmla="*/ 2147483647 h 273"/>
                <a:gd name="T56" fmla="*/ 2147483647 w 366"/>
                <a:gd name="T57" fmla="*/ 2147483647 h 273"/>
                <a:gd name="T58" fmla="*/ 2147483647 w 366"/>
                <a:gd name="T59" fmla="*/ 2147483647 h 273"/>
                <a:gd name="T60" fmla="*/ 2147483647 w 366"/>
                <a:gd name="T61" fmla="*/ 2147483647 h 273"/>
                <a:gd name="T62" fmla="*/ 2147483647 w 366"/>
                <a:gd name="T63" fmla="*/ 2147483647 h 273"/>
                <a:gd name="T64" fmla="*/ 2147483647 w 366"/>
                <a:gd name="T65" fmla="*/ 2147483647 h 273"/>
                <a:gd name="T66" fmla="*/ 2147483647 w 366"/>
                <a:gd name="T67" fmla="*/ 2147483647 h 27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66"/>
                <a:gd name="T103" fmla="*/ 0 h 273"/>
                <a:gd name="T104" fmla="*/ 366 w 366"/>
                <a:gd name="T105" fmla="*/ 273 h 27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66" h="273">
                  <a:moveTo>
                    <a:pt x="358" y="57"/>
                  </a:moveTo>
                  <a:cubicBezTo>
                    <a:pt x="362" y="57"/>
                    <a:pt x="366" y="53"/>
                    <a:pt x="366" y="49"/>
                  </a:cubicBezTo>
                  <a:cubicBezTo>
                    <a:pt x="366" y="26"/>
                    <a:pt x="366" y="26"/>
                    <a:pt x="366" y="26"/>
                  </a:cubicBezTo>
                  <a:cubicBezTo>
                    <a:pt x="366" y="15"/>
                    <a:pt x="359" y="0"/>
                    <a:pt x="340" y="0"/>
                  </a:cubicBezTo>
                  <a:cubicBezTo>
                    <a:pt x="26" y="0"/>
                    <a:pt x="26" y="0"/>
                    <a:pt x="26" y="0"/>
                  </a:cubicBezTo>
                  <a:cubicBezTo>
                    <a:pt x="16" y="0"/>
                    <a:pt x="0" y="7"/>
                    <a:pt x="0" y="26"/>
                  </a:cubicBezTo>
                  <a:cubicBezTo>
                    <a:pt x="0" y="247"/>
                    <a:pt x="0" y="247"/>
                    <a:pt x="0" y="247"/>
                  </a:cubicBezTo>
                  <a:cubicBezTo>
                    <a:pt x="0" y="258"/>
                    <a:pt x="7" y="273"/>
                    <a:pt x="26" y="273"/>
                  </a:cubicBezTo>
                  <a:cubicBezTo>
                    <a:pt x="340" y="273"/>
                    <a:pt x="340" y="273"/>
                    <a:pt x="340" y="273"/>
                  </a:cubicBezTo>
                  <a:cubicBezTo>
                    <a:pt x="350" y="273"/>
                    <a:pt x="366" y="266"/>
                    <a:pt x="366" y="247"/>
                  </a:cubicBezTo>
                  <a:cubicBezTo>
                    <a:pt x="366" y="81"/>
                    <a:pt x="366" y="81"/>
                    <a:pt x="366" y="81"/>
                  </a:cubicBezTo>
                  <a:cubicBezTo>
                    <a:pt x="366" y="76"/>
                    <a:pt x="362" y="73"/>
                    <a:pt x="358" y="73"/>
                  </a:cubicBezTo>
                  <a:cubicBezTo>
                    <a:pt x="354" y="73"/>
                    <a:pt x="350" y="76"/>
                    <a:pt x="350" y="81"/>
                  </a:cubicBezTo>
                  <a:cubicBezTo>
                    <a:pt x="350" y="247"/>
                    <a:pt x="350" y="247"/>
                    <a:pt x="350" y="247"/>
                  </a:cubicBezTo>
                  <a:cubicBezTo>
                    <a:pt x="221" y="137"/>
                    <a:pt x="221" y="137"/>
                    <a:pt x="221" y="137"/>
                  </a:cubicBezTo>
                  <a:cubicBezTo>
                    <a:pt x="350" y="28"/>
                    <a:pt x="350" y="28"/>
                    <a:pt x="350" y="28"/>
                  </a:cubicBezTo>
                  <a:cubicBezTo>
                    <a:pt x="350" y="49"/>
                    <a:pt x="350" y="49"/>
                    <a:pt x="350" y="49"/>
                  </a:cubicBezTo>
                  <a:cubicBezTo>
                    <a:pt x="350" y="53"/>
                    <a:pt x="354" y="57"/>
                    <a:pt x="358" y="57"/>
                  </a:cubicBezTo>
                  <a:close/>
                  <a:moveTo>
                    <a:pt x="16" y="246"/>
                  </a:moveTo>
                  <a:cubicBezTo>
                    <a:pt x="16" y="28"/>
                    <a:pt x="16" y="28"/>
                    <a:pt x="16" y="28"/>
                  </a:cubicBezTo>
                  <a:cubicBezTo>
                    <a:pt x="146" y="137"/>
                    <a:pt x="146" y="137"/>
                    <a:pt x="146" y="137"/>
                  </a:cubicBezTo>
                  <a:lnTo>
                    <a:pt x="16" y="246"/>
                  </a:lnTo>
                  <a:close/>
                  <a:moveTo>
                    <a:pt x="338" y="257"/>
                  </a:moveTo>
                  <a:cubicBezTo>
                    <a:pt x="28" y="257"/>
                    <a:pt x="28" y="257"/>
                    <a:pt x="28" y="257"/>
                  </a:cubicBezTo>
                  <a:cubicBezTo>
                    <a:pt x="158" y="148"/>
                    <a:pt x="158" y="148"/>
                    <a:pt x="158" y="148"/>
                  </a:cubicBezTo>
                  <a:cubicBezTo>
                    <a:pt x="178" y="165"/>
                    <a:pt x="178" y="165"/>
                    <a:pt x="178" y="165"/>
                  </a:cubicBezTo>
                  <a:cubicBezTo>
                    <a:pt x="179" y="166"/>
                    <a:pt x="181" y="166"/>
                    <a:pt x="183" y="166"/>
                  </a:cubicBezTo>
                  <a:cubicBezTo>
                    <a:pt x="185" y="166"/>
                    <a:pt x="187" y="166"/>
                    <a:pt x="188" y="165"/>
                  </a:cubicBezTo>
                  <a:cubicBezTo>
                    <a:pt x="208" y="148"/>
                    <a:pt x="208" y="148"/>
                    <a:pt x="208" y="148"/>
                  </a:cubicBezTo>
                  <a:lnTo>
                    <a:pt x="338" y="257"/>
                  </a:lnTo>
                  <a:close/>
                  <a:moveTo>
                    <a:pt x="183" y="148"/>
                  </a:moveTo>
                  <a:cubicBezTo>
                    <a:pt x="26" y="16"/>
                    <a:pt x="26" y="16"/>
                    <a:pt x="26" y="16"/>
                  </a:cubicBezTo>
                  <a:cubicBezTo>
                    <a:pt x="340" y="16"/>
                    <a:pt x="340" y="16"/>
                    <a:pt x="340" y="16"/>
                  </a:cubicBezTo>
                  <a:lnTo>
                    <a:pt x="183" y="148"/>
                  </a:lnTo>
                  <a:close/>
                </a:path>
              </a:pathLst>
            </a:custGeom>
            <a:blipFill dpi="0" rotWithShape="1">
              <a:blip r:embed="rId37"/>
              <a:srcRect/>
              <a:stretch>
                <a:fillRect/>
              </a:stretch>
            </a:blipFill>
            <a:ln w="9525">
              <a:noFill/>
              <a:round/>
              <a:headEnd/>
              <a:tailEnd/>
            </a:ln>
          </p:spPr>
          <p:txBody>
            <a:bodyPr/>
            <a:lstStyle/>
            <a:p>
              <a:endParaRPr lang="en-GB"/>
            </a:p>
          </p:txBody>
        </p:sp>
        <p:sp>
          <p:nvSpPr>
            <p:cNvPr id="31854" name="Freeform 3"/>
            <p:cNvSpPr>
              <a:spLocks noChangeAspect="1" noEditPoints="1"/>
            </p:cNvSpPr>
            <p:nvPr/>
          </p:nvSpPr>
          <p:spPr bwMode="auto">
            <a:xfrm>
              <a:off x="3370088" y="3670118"/>
              <a:ext cx="104938" cy="108001"/>
            </a:xfrm>
            <a:custGeom>
              <a:avLst/>
              <a:gdLst>
                <a:gd name="T0" fmla="*/ 2147483647 w 430"/>
                <a:gd name="T1" fmla="*/ 2147483647 h 426"/>
                <a:gd name="T2" fmla="*/ 2147483647 w 430"/>
                <a:gd name="T3" fmla="*/ 2147483647 h 426"/>
                <a:gd name="T4" fmla="*/ 2147483647 w 430"/>
                <a:gd name="T5" fmla="*/ 2147483647 h 426"/>
                <a:gd name="T6" fmla="*/ 2147483647 w 430"/>
                <a:gd name="T7" fmla="*/ 2147483647 h 426"/>
                <a:gd name="T8" fmla="*/ 2147483647 w 430"/>
                <a:gd name="T9" fmla="*/ 2147483647 h 426"/>
                <a:gd name="T10" fmla="*/ 2147483647 w 430"/>
                <a:gd name="T11" fmla="*/ 2147483647 h 426"/>
                <a:gd name="T12" fmla="*/ 2147483647 w 430"/>
                <a:gd name="T13" fmla="*/ 2147483647 h 426"/>
                <a:gd name="T14" fmla="*/ 2147483647 w 430"/>
                <a:gd name="T15" fmla="*/ 2147483647 h 426"/>
                <a:gd name="T16" fmla="*/ 2147483647 w 430"/>
                <a:gd name="T17" fmla="*/ 2147483647 h 426"/>
                <a:gd name="T18" fmla="*/ 2147483647 w 430"/>
                <a:gd name="T19" fmla="*/ 2147483647 h 426"/>
                <a:gd name="T20" fmla="*/ 2147483647 w 430"/>
                <a:gd name="T21" fmla="*/ 2147483647 h 426"/>
                <a:gd name="T22" fmla="*/ 2147483647 w 430"/>
                <a:gd name="T23" fmla="*/ 2147483647 h 426"/>
                <a:gd name="T24" fmla="*/ 2147483647 w 430"/>
                <a:gd name="T25" fmla="*/ 2147483647 h 426"/>
                <a:gd name="T26" fmla="*/ 2147483647 w 430"/>
                <a:gd name="T27" fmla="*/ 2147483647 h 426"/>
                <a:gd name="T28" fmla="*/ 2147483647 w 430"/>
                <a:gd name="T29" fmla="*/ 2147483647 h 426"/>
                <a:gd name="T30" fmla="*/ 2147483647 w 430"/>
                <a:gd name="T31" fmla="*/ 2147483647 h 426"/>
                <a:gd name="T32" fmla="*/ 2147483647 w 430"/>
                <a:gd name="T33" fmla="*/ 2147483647 h 426"/>
                <a:gd name="T34" fmla="*/ 2147483647 w 430"/>
                <a:gd name="T35" fmla="*/ 2147483647 h 426"/>
                <a:gd name="T36" fmla="*/ 2147483647 w 430"/>
                <a:gd name="T37" fmla="*/ 2147483647 h 426"/>
                <a:gd name="T38" fmla="*/ 2147483647 w 430"/>
                <a:gd name="T39" fmla="*/ 2147483647 h 426"/>
                <a:gd name="T40" fmla="*/ 2147483647 w 430"/>
                <a:gd name="T41" fmla="*/ 2147483647 h 426"/>
                <a:gd name="T42" fmla="*/ 2147483647 w 430"/>
                <a:gd name="T43" fmla="*/ 2147483647 h 426"/>
                <a:gd name="T44" fmla="*/ 2147483647 w 430"/>
                <a:gd name="T45" fmla="*/ 2147483647 h 426"/>
                <a:gd name="T46" fmla="*/ 2147483647 w 430"/>
                <a:gd name="T47" fmla="*/ 2147483647 h 426"/>
                <a:gd name="T48" fmla="*/ 2147483647 w 430"/>
                <a:gd name="T49" fmla="*/ 2147483647 h 426"/>
                <a:gd name="T50" fmla="*/ 2147483647 w 430"/>
                <a:gd name="T51" fmla="*/ 2147483647 h 426"/>
                <a:gd name="T52" fmla="*/ 2147483647 w 430"/>
                <a:gd name="T53" fmla="*/ 2147483647 h 426"/>
                <a:gd name="T54" fmla="*/ 2147483647 w 430"/>
                <a:gd name="T55" fmla="*/ 2147483647 h 426"/>
                <a:gd name="T56" fmla="*/ 2147483647 w 430"/>
                <a:gd name="T57" fmla="*/ 2147483647 h 426"/>
                <a:gd name="T58" fmla="*/ 2147483647 w 430"/>
                <a:gd name="T59" fmla="*/ 2147483647 h 426"/>
                <a:gd name="T60" fmla="*/ 2147483647 w 430"/>
                <a:gd name="T61" fmla="*/ 2147483647 h 426"/>
                <a:gd name="T62" fmla="*/ 2147483647 w 430"/>
                <a:gd name="T63" fmla="*/ 2147483647 h 426"/>
                <a:gd name="T64" fmla="*/ 2147483647 w 430"/>
                <a:gd name="T65" fmla="*/ 2147483647 h 426"/>
                <a:gd name="T66" fmla="*/ 2147483647 w 430"/>
                <a:gd name="T67" fmla="*/ 2147483647 h 426"/>
                <a:gd name="T68" fmla="*/ 2147483647 w 430"/>
                <a:gd name="T69" fmla="*/ 2147483647 h 426"/>
                <a:gd name="T70" fmla="*/ 2147483647 w 430"/>
                <a:gd name="T71" fmla="*/ 2147483647 h 426"/>
                <a:gd name="T72" fmla="*/ 2147483647 w 430"/>
                <a:gd name="T73" fmla="*/ 2147483647 h 426"/>
                <a:gd name="T74" fmla="*/ 2147483647 w 430"/>
                <a:gd name="T75" fmla="*/ 2147483647 h 426"/>
                <a:gd name="T76" fmla="*/ 2147483647 w 430"/>
                <a:gd name="T77" fmla="*/ 2147483647 h 426"/>
                <a:gd name="T78" fmla="*/ 2147483647 w 430"/>
                <a:gd name="T79" fmla="*/ 2147483647 h 426"/>
                <a:gd name="T80" fmla="*/ 2147483647 w 430"/>
                <a:gd name="T81" fmla="*/ 2147483647 h 426"/>
                <a:gd name="T82" fmla="*/ 2147483647 w 430"/>
                <a:gd name="T83" fmla="*/ 2147483647 h 426"/>
                <a:gd name="T84" fmla="*/ 2147483647 w 430"/>
                <a:gd name="T85" fmla="*/ 2147483647 h 426"/>
                <a:gd name="T86" fmla="*/ 2147483647 w 430"/>
                <a:gd name="T87" fmla="*/ 2147483647 h 426"/>
                <a:gd name="T88" fmla="*/ 2147483647 w 430"/>
                <a:gd name="T89" fmla="*/ 2147483647 h 426"/>
                <a:gd name="T90" fmla="*/ 2147483647 w 430"/>
                <a:gd name="T91" fmla="*/ 2147483647 h 426"/>
                <a:gd name="T92" fmla="*/ 2147483647 w 430"/>
                <a:gd name="T93" fmla="*/ 2147483647 h 426"/>
                <a:gd name="T94" fmla="*/ 2147483647 w 430"/>
                <a:gd name="T95" fmla="*/ 2147483647 h 426"/>
                <a:gd name="T96" fmla="*/ 2147483647 w 430"/>
                <a:gd name="T97" fmla="*/ 2147483647 h 426"/>
                <a:gd name="T98" fmla="*/ 2147483647 w 430"/>
                <a:gd name="T99" fmla="*/ 2147483647 h 426"/>
                <a:gd name="T100" fmla="*/ 2147483647 w 430"/>
                <a:gd name="T101" fmla="*/ 2147483647 h 426"/>
                <a:gd name="T102" fmla="*/ 2147483647 w 430"/>
                <a:gd name="T103" fmla="*/ 2147483647 h 426"/>
                <a:gd name="T104" fmla="*/ 2147483647 w 430"/>
                <a:gd name="T105" fmla="*/ 2147483647 h 426"/>
                <a:gd name="T106" fmla="*/ 2147483647 w 430"/>
                <a:gd name="T107" fmla="*/ 2147483647 h 426"/>
                <a:gd name="T108" fmla="*/ 2147483647 w 430"/>
                <a:gd name="T109" fmla="*/ 2147483647 h 426"/>
                <a:gd name="T110" fmla="*/ 2147483647 w 430"/>
                <a:gd name="T111" fmla="*/ 2147483647 h 426"/>
                <a:gd name="T112" fmla="*/ 2147483647 w 430"/>
                <a:gd name="T113" fmla="*/ 2147483647 h 426"/>
                <a:gd name="T114" fmla="*/ 2147483647 w 430"/>
                <a:gd name="T115" fmla="*/ 2147483647 h 426"/>
                <a:gd name="T116" fmla="*/ 2147483647 w 430"/>
                <a:gd name="T117" fmla="*/ 2147483647 h 426"/>
                <a:gd name="T118" fmla="*/ 2147483647 w 430"/>
                <a:gd name="T119" fmla="*/ 2147483647 h 426"/>
                <a:gd name="T120" fmla="*/ 2147483647 w 430"/>
                <a:gd name="T121" fmla="*/ 2147483647 h 42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430"/>
                <a:gd name="T184" fmla="*/ 0 h 426"/>
                <a:gd name="T185" fmla="*/ 430 w 430"/>
                <a:gd name="T186" fmla="*/ 426 h 42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430" h="426">
                  <a:moveTo>
                    <a:pt x="366" y="169"/>
                  </a:moveTo>
                  <a:cubicBezTo>
                    <a:pt x="366" y="165"/>
                    <a:pt x="366" y="160"/>
                    <a:pt x="366" y="155"/>
                  </a:cubicBezTo>
                  <a:cubicBezTo>
                    <a:pt x="363" y="133"/>
                    <a:pt x="353" y="113"/>
                    <a:pt x="339" y="97"/>
                  </a:cubicBezTo>
                  <a:cubicBezTo>
                    <a:pt x="336" y="94"/>
                    <a:pt x="331" y="94"/>
                    <a:pt x="328" y="97"/>
                  </a:cubicBezTo>
                  <a:cubicBezTo>
                    <a:pt x="325" y="100"/>
                    <a:pt x="324" y="105"/>
                    <a:pt x="327" y="108"/>
                  </a:cubicBezTo>
                  <a:cubicBezTo>
                    <a:pt x="339" y="121"/>
                    <a:pt x="347" y="138"/>
                    <a:pt x="350" y="157"/>
                  </a:cubicBezTo>
                  <a:cubicBezTo>
                    <a:pt x="350" y="161"/>
                    <a:pt x="350" y="165"/>
                    <a:pt x="350" y="169"/>
                  </a:cubicBezTo>
                  <a:cubicBezTo>
                    <a:pt x="350" y="195"/>
                    <a:pt x="340" y="218"/>
                    <a:pt x="323" y="235"/>
                  </a:cubicBezTo>
                  <a:cubicBezTo>
                    <a:pt x="321" y="234"/>
                    <a:pt x="320" y="233"/>
                    <a:pt x="318" y="232"/>
                  </a:cubicBezTo>
                  <a:cubicBezTo>
                    <a:pt x="321" y="226"/>
                    <a:pt x="322" y="219"/>
                    <a:pt x="322" y="211"/>
                  </a:cubicBezTo>
                  <a:cubicBezTo>
                    <a:pt x="322" y="183"/>
                    <a:pt x="300" y="161"/>
                    <a:pt x="272" y="161"/>
                  </a:cubicBezTo>
                  <a:cubicBezTo>
                    <a:pt x="263" y="161"/>
                    <a:pt x="254" y="163"/>
                    <a:pt x="247" y="168"/>
                  </a:cubicBezTo>
                  <a:cubicBezTo>
                    <a:pt x="233" y="143"/>
                    <a:pt x="210" y="124"/>
                    <a:pt x="183" y="116"/>
                  </a:cubicBezTo>
                  <a:cubicBezTo>
                    <a:pt x="197" y="96"/>
                    <a:pt x="220" y="81"/>
                    <a:pt x="246" y="78"/>
                  </a:cubicBezTo>
                  <a:cubicBezTo>
                    <a:pt x="252" y="77"/>
                    <a:pt x="257" y="77"/>
                    <a:pt x="261" y="77"/>
                  </a:cubicBezTo>
                  <a:cubicBezTo>
                    <a:pt x="277" y="77"/>
                    <a:pt x="290" y="80"/>
                    <a:pt x="303" y="88"/>
                  </a:cubicBezTo>
                  <a:cubicBezTo>
                    <a:pt x="307" y="90"/>
                    <a:pt x="312" y="89"/>
                    <a:pt x="314" y="85"/>
                  </a:cubicBezTo>
                  <a:cubicBezTo>
                    <a:pt x="317" y="81"/>
                    <a:pt x="315" y="76"/>
                    <a:pt x="312" y="74"/>
                  </a:cubicBezTo>
                  <a:cubicBezTo>
                    <a:pt x="312" y="74"/>
                    <a:pt x="312" y="74"/>
                    <a:pt x="312" y="74"/>
                  </a:cubicBezTo>
                  <a:cubicBezTo>
                    <a:pt x="296" y="65"/>
                    <a:pt x="279" y="61"/>
                    <a:pt x="261" y="61"/>
                  </a:cubicBezTo>
                  <a:cubicBezTo>
                    <a:pt x="256" y="61"/>
                    <a:pt x="250" y="61"/>
                    <a:pt x="244" y="62"/>
                  </a:cubicBezTo>
                  <a:cubicBezTo>
                    <a:pt x="210" y="66"/>
                    <a:pt x="182" y="86"/>
                    <a:pt x="166" y="113"/>
                  </a:cubicBezTo>
                  <a:cubicBezTo>
                    <a:pt x="162" y="113"/>
                    <a:pt x="158" y="112"/>
                    <a:pt x="154" y="112"/>
                  </a:cubicBezTo>
                  <a:cubicBezTo>
                    <a:pt x="102" y="112"/>
                    <a:pt x="59" y="151"/>
                    <a:pt x="51" y="201"/>
                  </a:cubicBezTo>
                  <a:cubicBezTo>
                    <a:pt x="22" y="209"/>
                    <a:pt x="0" y="236"/>
                    <a:pt x="0" y="268"/>
                  </a:cubicBezTo>
                  <a:cubicBezTo>
                    <a:pt x="0" y="298"/>
                    <a:pt x="18" y="323"/>
                    <a:pt x="44" y="333"/>
                  </a:cubicBezTo>
                  <a:cubicBezTo>
                    <a:pt x="45" y="334"/>
                    <a:pt x="46" y="334"/>
                    <a:pt x="47" y="334"/>
                  </a:cubicBezTo>
                  <a:cubicBezTo>
                    <a:pt x="50" y="334"/>
                    <a:pt x="53" y="332"/>
                    <a:pt x="54" y="329"/>
                  </a:cubicBezTo>
                  <a:cubicBezTo>
                    <a:pt x="56" y="325"/>
                    <a:pt x="54" y="320"/>
                    <a:pt x="50" y="318"/>
                  </a:cubicBezTo>
                  <a:cubicBezTo>
                    <a:pt x="30" y="310"/>
                    <a:pt x="16" y="291"/>
                    <a:pt x="16" y="268"/>
                  </a:cubicBezTo>
                  <a:cubicBezTo>
                    <a:pt x="16" y="242"/>
                    <a:pt x="35" y="220"/>
                    <a:pt x="60" y="215"/>
                  </a:cubicBezTo>
                  <a:cubicBezTo>
                    <a:pt x="63" y="215"/>
                    <a:pt x="66" y="212"/>
                    <a:pt x="66" y="208"/>
                  </a:cubicBezTo>
                  <a:cubicBezTo>
                    <a:pt x="71" y="163"/>
                    <a:pt x="108" y="128"/>
                    <a:pt x="154" y="128"/>
                  </a:cubicBezTo>
                  <a:cubicBezTo>
                    <a:pt x="191" y="128"/>
                    <a:pt x="223" y="151"/>
                    <a:pt x="236" y="183"/>
                  </a:cubicBezTo>
                  <a:cubicBezTo>
                    <a:pt x="237" y="185"/>
                    <a:pt x="239" y="187"/>
                    <a:pt x="242" y="187"/>
                  </a:cubicBezTo>
                  <a:cubicBezTo>
                    <a:pt x="244" y="188"/>
                    <a:pt x="247" y="187"/>
                    <a:pt x="249" y="186"/>
                  </a:cubicBezTo>
                  <a:cubicBezTo>
                    <a:pt x="255" y="180"/>
                    <a:pt x="263" y="177"/>
                    <a:pt x="272" y="177"/>
                  </a:cubicBezTo>
                  <a:cubicBezTo>
                    <a:pt x="291" y="177"/>
                    <a:pt x="306" y="192"/>
                    <a:pt x="306" y="211"/>
                  </a:cubicBezTo>
                  <a:cubicBezTo>
                    <a:pt x="306" y="219"/>
                    <a:pt x="304" y="227"/>
                    <a:pt x="299" y="232"/>
                  </a:cubicBezTo>
                  <a:cubicBezTo>
                    <a:pt x="297" y="235"/>
                    <a:pt x="297" y="238"/>
                    <a:pt x="298" y="240"/>
                  </a:cubicBezTo>
                  <a:cubicBezTo>
                    <a:pt x="299" y="243"/>
                    <a:pt x="301" y="245"/>
                    <a:pt x="304" y="245"/>
                  </a:cubicBezTo>
                  <a:cubicBezTo>
                    <a:pt x="323" y="248"/>
                    <a:pt x="337" y="264"/>
                    <a:pt x="337" y="284"/>
                  </a:cubicBezTo>
                  <a:cubicBezTo>
                    <a:pt x="337" y="299"/>
                    <a:pt x="329" y="312"/>
                    <a:pt x="317" y="318"/>
                  </a:cubicBezTo>
                  <a:cubicBezTo>
                    <a:pt x="313" y="320"/>
                    <a:pt x="311" y="325"/>
                    <a:pt x="313" y="329"/>
                  </a:cubicBezTo>
                  <a:cubicBezTo>
                    <a:pt x="315" y="333"/>
                    <a:pt x="320" y="334"/>
                    <a:pt x="324" y="332"/>
                  </a:cubicBezTo>
                  <a:cubicBezTo>
                    <a:pt x="324" y="332"/>
                    <a:pt x="324" y="332"/>
                    <a:pt x="324" y="332"/>
                  </a:cubicBezTo>
                  <a:cubicBezTo>
                    <a:pt x="342" y="323"/>
                    <a:pt x="353" y="305"/>
                    <a:pt x="353" y="284"/>
                  </a:cubicBezTo>
                  <a:cubicBezTo>
                    <a:pt x="353" y="268"/>
                    <a:pt x="347" y="254"/>
                    <a:pt x="336" y="244"/>
                  </a:cubicBezTo>
                  <a:cubicBezTo>
                    <a:pt x="355" y="224"/>
                    <a:pt x="366" y="198"/>
                    <a:pt x="366" y="169"/>
                  </a:cubicBezTo>
                  <a:moveTo>
                    <a:pt x="233" y="39"/>
                  </a:moveTo>
                  <a:cubicBezTo>
                    <a:pt x="234" y="43"/>
                    <a:pt x="237" y="46"/>
                    <a:pt x="241" y="46"/>
                  </a:cubicBezTo>
                  <a:cubicBezTo>
                    <a:pt x="242" y="46"/>
                    <a:pt x="242" y="46"/>
                    <a:pt x="242" y="46"/>
                  </a:cubicBezTo>
                  <a:cubicBezTo>
                    <a:pt x="247" y="45"/>
                    <a:pt x="250" y="41"/>
                    <a:pt x="249" y="37"/>
                  </a:cubicBezTo>
                  <a:cubicBezTo>
                    <a:pt x="245" y="8"/>
                    <a:pt x="245" y="8"/>
                    <a:pt x="245" y="8"/>
                  </a:cubicBezTo>
                  <a:cubicBezTo>
                    <a:pt x="245" y="3"/>
                    <a:pt x="241" y="0"/>
                    <a:pt x="236" y="1"/>
                  </a:cubicBezTo>
                  <a:cubicBezTo>
                    <a:pt x="232" y="1"/>
                    <a:pt x="229" y="5"/>
                    <a:pt x="229" y="10"/>
                  </a:cubicBezTo>
                  <a:lnTo>
                    <a:pt x="233" y="39"/>
                  </a:lnTo>
                  <a:close/>
                  <a:moveTo>
                    <a:pt x="185" y="60"/>
                  </a:moveTo>
                  <a:cubicBezTo>
                    <a:pt x="186" y="62"/>
                    <a:pt x="189" y="64"/>
                    <a:pt x="192" y="64"/>
                  </a:cubicBezTo>
                  <a:cubicBezTo>
                    <a:pt x="193" y="64"/>
                    <a:pt x="194" y="63"/>
                    <a:pt x="196" y="63"/>
                  </a:cubicBezTo>
                  <a:cubicBezTo>
                    <a:pt x="199" y="60"/>
                    <a:pt x="201" y="56"/>
                    <a:pt x="199" y="52"/>
                  </a:cubicBezTo>
                  <a:cubicBezTo>
                    <a:pt x="183" y="25"/>
                    <a:pt x="183" y="25"/>
                    <a:pt x="183" y="25"/>
                  </a:cubicBezTo>
                  <a:cubicBezTo>
                    <a:pt x="181" y="21"/>
                    <a:pt x="176" y="20"/>
                    <a:pt x="173" y="22"/>
                  </a:cubicBezTo>
                  <a:cubicBezTo>
                    <a:pt x="169" y="24"/>
                    <a:pt x="167" y="29"/>
                    <a:pt x="170" y="33"/>
                  </a:cubicBezTo>
                  <a:lnTo>
                    <a:pt x="185" y="60"/>
                  </a:lnTo>
                  <a:close/>
                  <a:moveTo>
                    <a:pt x="394" y="266"/>
                  </a:moveTo>
                  <a:cubicBezTo>
                    <a:pt x="366" y="245"/>
                    <a:pt x="366" y="245"/>
                    <a:pt x="366" y="245"/>
                  </a:cubicBezTo>
                  <a:cubicBezTo>
                    <a:pt x="363" y="242"/>
                    <a:pt x="358" y="243"/>
                    <a:pt x="355" y="247"/>
                  </a:cubicBezTo>
                  <a:cubicBezTo>
                    <a:pt x="352" y="250"/>
                    <a:pt x="353" y="255"/>
                    <a:pt x="357" y="258"/>
                  </a:cubicBezTo>
                  <a:cubicBezTo>
                    <a:pt x="384" y="279"/>
                    <a:pt x="384" y="279"/>
                    <a:pt x="384" y="279"/>
                  </a:cubicBezTo>
                  <a:cubicBezTo>
                    <a:pt x="385" y="280"/>
                    <a:pt x="387" y="280"/>
                    <a:pt x="389" y="280"/>
                  </a:cubicBezTo>
                  <a:cubicBezTo>
                    <a:pt x="391" y="280"/>
                    <a:pt x="393" y="279"/>
                    <a:pt x="395" y="277"/>
                  </a:cubicBezTo>
                  <a:cubicBezTo>
                    <a:pt x="398" y="274"/>
                    <a:pt x="397" y="269"/>
                    <a:pt x="394" y="266"/>
                  </a:cubicBezTo>
                  <a:moveTo>
                    <a:pt x="123" y="78"/>
                  </a:moveTo>
                  <a:cubicBezTo>
                    <a:pt x="148" y="97"/>
                    <a:pt x="148" y="97"/>
                    <a:pt x="148" y="97"/>
                  </a:cubicBezTo>
                  <a:cubicBezTo>
                    <a:pt x="150" y="98"/>
                    <a:pt x="151" y="99"/>
                    <a:pt x="153" y="99"/>
                  </a:cubicBezTo>
                  <a:cubicBezTo>
                    <a:pt x="156" y="99"/>
                    <a:pt x="158" y="98"/>
                    <a:pt x="159" y="96"/>
                  </a:cubicBezTo>
                  <a:cubicBezTo>
                    <a:pt x="162" y="92"/>
                    <a:pt x="162" y="87"/>
                    <a:pt x="158" y="84"/>
                  </a:cubicBezTo>
                  <a:cubicBezTo>
                    <a:pt x="133" y="65"/>
                    <a:pt x="133" y="65"/>
                    <a:pt x="133" y="65"/>
                  </a:cubicBezTo>
                  <a:cubicBezTo>
                    <a:pt x="130" y="62"/>
                    <a:pt x="125" y="63"/>
                    <a:pt x="122" y="67"/>
                  </a:cubicBezTo>
                  <a:cubicBezTo>
                    <a:pt x="119" y="70"/>
                    <a:pt x="120" y="75"/>
                    <a:pt x="123" y="78"/>
                  </a:cubicBezTo>
                  <a:moveTo>
                    <a:pt x="419" y="207"/>
                  </a:moveTo>
                  <a:cubicBezTo>
                    <a:pt x="387" y="199"/>
                    <a:pt x="387" y="199"/>
                    <a:pt x="387" y="199"/>
                  </a:cubicBezTo>
                  <a:cubicBezTo>
                    <a:pt x="383" y="198"/>
                    <a:pt x="379" y="200"/>
                    <a:pt x="378" y="204"/>
                  </a:cubicBezTo>
                  <a:cubicBezTo>
                    <a:pt x="377" y="209"/>
                    <a:pt x="379" y="213"/>
                    <a:pt x="383" y="214"/>
                  </a:cubicBezTo>
                  <a:cubicBezTo>
                    <a:pt x="415" y="223"/>
                    <a:pt x="415" y="223"/>
                    <a:pt x="415" y="223"/>
                  </a:cubicBezTo>
                  <a:cubicBezTo>
                    <a:pt x="416" y="223"/>
                    <a:pt x="417" y="223"/>
                    <a:pt x="417" y="223"/>
                  </a:cubicBezTo>
                  <a:cubicBezTo>
                    <a:pt x="421" y="223"/>
                    <a:pt x="424" y="221"/>
                    <a:pt x="425" y="217"/>
                  </a:cubicBezTo>
                  <a:cubicBezTo>
                    <a:pt x="426" y="213"/>
                    <a:pt x="424" y="208"/>
                    <a:pt x="419" y="207"/>
                  </a:cubicBezTo>
                  <a:moveTo>
                    <a:pt x="430" y="150"/>
                  </a:moveTo>
                  <a:cubicBezTo>
                    <a:pt x="429" y="145"/>
                    <a:pt x="425" y="142"/>
                    <a:pt x="421" y="143"/>
                  </a:cubicBezTo>
                  <a:cubicBezTo>
                    <a:pt x="389" y="147"/>
                    <a:pt x="389" y="147"/>
                    <a:pt x="389" y="147"/>
                  </a:cubicBezTo>
                  <a:cubicBezTo>
                    <a:pt x="385" y="148"/>
                    <a:pt x="382" y="152"/>
                    <a:pt x="382" y="156"/>
                  </a:cubicBezTo>
                  <a:cubicBezTo>
                    <a:pt x="383" y="160"/>
                    <a:pt x="386" y="163"/>
                    <a:pt x="390" y="163"/>
                  </a:cubicBezTo>
                  <a:cubicBezTo>
                    <a:pt x="390" y="163"/>
                    <a:pt x="391" y="163"/>
                    <a:pt x="391" y="163"/>
                  </a:cubicBezTo>
                  <a:cubicBezTo>
                    <a:pt x="423" y="159"/>
                    <a:pt x="423" y="159"/>
                    <a:pt x="423" y="159"/>
                  </a:cubicBezTo>
                  <a:cubicBezTo>
                    <a:pt x="427" y="158"/>
                    <a:pt x="430" y="154"/>
                    <a:pt x="430" y="150"/>
                  </a:cubicBezTo>
                  <a:moveTo>
                    <a:pt x="367" y="109"/>
                  </a:moveTo>
                  <a:cubicBezTo>
                    <a:pt x="369" y="112"/>
                    <a:pt x="372" y="113"/>
                    <a:pt x="374" y="113"/>
                  </a:cubicBezTo>
                  <a:cubicBezTo>
                    <a:pt x="376" y="113"/>
                    <a:pt x="377" y="113"/>
                    <a:pt x="378" y="112"/>
                  </a:cubicBezTo>
                  <a:cubicBezTo>
                    <a:pt x="405" y="97"/>
                    <a:pt x="405" y="97"/>
                    <a:pt x="405" y="97"/>
                  </a:cubicBezTo>
                  <a:cubicBezTo>
                    <a:pt x="409" y="95"/>
                    <a:pt x="410" y="90"/>
                    <a:pt x="408" y="86"/>
                  </a:cubicBezTo>
                  <a:cubicBezTo>
                    <a:pt x="406" y="82"/>
                    <a:pt x="401" y="81"/>
                    <a:pt x="397" y="83"/>
                  </a:cubicBezTo>
                  <a:cubicBezTo>
                    <a:pt x="370" y="98"/>
                    <a:pt x="370" y="98"/>
                    <a:pt x="370" y="98"/>
                  </a:cubicBezTo>
                  <a:cubicBezTo>
                    <a:pt x="367" y="100"/>
                    <a:pt x="365" y="105"/>
                    <a:pt x="367" y="109"/>
                  </a:cubicBezTo>
                  <a:moveTo>
                    <a:pt x="336" y="72"/>
                  </a:moveTo>
                  <a:cubicBezTo>
                    <a:pt x="337" y="73"/>
                    <a:pt x="339" y="73"/>
                    <a:pt x="341" y="73"/>
                  </a:cubicBezTo>
                  <a:cubicBezTo>
                    <a:pt x="343" y="73"/>
                    <a:pt x="345" y="72"/>
                    <a:pt x="347" y="70"/>
                  </a:cubicBezTo>
                  <a:cubicBezTo>
                    <a:pt x="365" y="47"/>
                    <a:pt x="365" y="47"/>
                    <a:pt x="365" y="47"/>
                  </a:cubicBezTo>
                  <a:cubicBezTo>
                    <a:pt x="368" y="43"/>
                    <a:pt x="367" y="38"/>
                    <a:pt x="364" y="35"/>
                  </a:cubicBezTo>
                  <a:cubicBezTo>
                    <a:pt x="360" y="33"/>
                    <a:pt x="355" y="33"/>
                    <a:pt x="353" y="37"/>
                  </a:cubicBezTo>
                  <a:cubicBezTo>
                    <a:pt x="334" y="61"/>
                    <a:pt x="334" y="61"/>
                    <a:pt x="334" y="61"/>
                  </a:cubicBezTo>
                  <a:cubicBezTo>
                    <a:pt x="332" y="64"/>
                    <a:pt x="332" y="69"/>
                    <a:pt x="336" y="72"/>
                  </a:cubicBezTo>
                  <a:moveTo>
                    <a:pt x="292" y="49"/>
                  </a:moveTo>
                  <a:cubicBezTo>
                    <a:pt x="292" y="50"/>
                    <a:pt x="293" y="50"/>
                    <a:pt x="294" y="50"/>
                  </a:cubicBezTo>
                  <a:cubicBezTo>
                    <a:pt x="297" y="50"/>
                    <a:pt x="300" y="47"/>
                    <a:pt x="301" y="44"/>
                  </a:cubicBezTo>
                  <a:cubicBezTo>
                    <a:pt x="309" y="15"/>
                    <a:pt x="309" y="15"/>
                    <a:pt x="309" y="15"/>
                  </a:cubicBezTo>
                  <a:cubicBezTo>
                    <a:pt x="310" y="11"/>
                    <a:pt x="308" y="7"/>
                    <a:pt x="304" y="5"/>
                  </a:cubicBezTo>
                  <a:cubicBezTo>
                    <a:pt x="299" y="4"/>
                    <a:pt x="295" y="7"/>
                    <a:pt x="294" y="11"/>
                  </a:cubicBezTo>
                  <a:cubicBezTo>
                    <a:pt x="286" y="40"/>
                    <a:pt x="286" y="40"/>
                    <a:pt x="286" y="40"/>
                  </a:cubicBezTo>
                  <a:cubicBezTo>
                    <a:pt x="285" y="44"/>
                    <a:pt x="287" y="48"/>
                    <a:pt x="292" y="49"/>
                  </a:cubicBezTo>
                  <a:moveTo>
                    <a:pt x="300" y="399"/>
                  </a:moveTo>
                  <a:cubicBezTo>
                    <a:pt x="300" y="399"/>
                    <a:pt x="300" y="399"/>
                    <a:pt x="299" y="399"/>
                  </a:cubicBezTo>
                  <a:cubicBezTo>
                    <a:pt x="299" y="399"/>
                    <a:pt x="299" y="399"/>
                    <a:pt x="299" y="399"/>
                  </a:cubicBezTo>
                  <a:cubicBezTo>
                    <a:pt x="299" y="398"/>
                    <a:pt x="299" y="398"/>
                    <a:pt x="299" y="398"/>
                  </a:cubicBezTo>
                  <a:cubicBezTo>
                    <a:pt x="299" y="398"/>
                    <a:pt x="298" y="397"/>
                    <a:pt x="298" y="397"/>
                  </a:cubicBezTo>
                  <a:cubicBezTo>
                    <a:pt x="287" y="388"/>
                    <a:pt x="265" y="381"/>
                    <a:pt x="262" y="383"/>
                  </a:cubicBezTo>
                  <a:cubicBezTo>
                    <a:pt x="260" y="386"/>
                    <a:pt x="268" y="408"/>
                    <a:pt x="276" y="419"/>
                  </a:cubicBezTo>
                  <a:cubicBezTo>
                    <a:pt x="277" y="419"/>
                    <a:pt x="277" y="420"/>
                    <a:pt x="277" y="420"/>
                  </a:cubicBezTo>
                  <a:cubicBezTo>
                    <a:pt x="277" y="420"/>
                    <a:pt x="278" y="420"/>
                    <a:pt x="278" y="420"/>
                  </a:cubicBezTo>
                  <a:cubicBezTo>
                    <a:pt x="278" y="420"/>
                    <a:pt x="278" y="420"/>
                    <a:pt x="278" y="420"/>
                  </a:cubicBezTo>
                  <a:cubicBezTo>
                    <a:pt x="278" y="420"/>
                    <a:pt x="278" y="421"/>
                    <a:pt x="278" y="421"/>
                  </a:cubicBezTo>
                  <a:cubicBezTo>
                    <a:pt x="284" y="426"/>
                    <a:pt x="293" y="426"/>
                    <a:pt x="299" y="420"/>
                  </a:cubicBezTo>
                  <a:cubicBezTo>
                    <a:pt x="305" y="414"/>
                    <a:pt x="305" y="406"/>
                    <a:pt x="300" y="400"/>
                  </a:cubicBezTo>
                  <a:cubicBezTo>
                    <a:pt x="300" y="399"/>
                    <a:pt x="300" y="399"/>
                    <a:pt x="300" y="399"/>
                  </a:cubicBezTo>
                  <a:moveTo>
                    <a:pt x="219" y="399"/>
                  </a:moveTo>
                  <a:cubicBezTo>
                    <a:pt x="219" y="399"/>
                    <a:pt x="219" y="399"/>
                    <a:pt x="219" y="399"/>
                  </a:cubicBezTo>
                  <a:cubicBezTo>
                    <a:pt x="218" y="399"/>
                    <a:pt x="218" y="399"/>
                    <a:pt x="218" y="399"/>
                  </a:cubicBezTo>
                  <a:cubicBezTo>
                    <a:pt x="218" y="398"/>
                    <a:pt x="218" y="398"/>
                    <a:pt x="218" y="398"/>
                  </a:cubicBezTo>
                  <a:cubicBezTo>
                    <a:pt x="218" y="398"/>
                    <a:pt x="217" y="397"/>
                    <a:pt x="217" y="397"/>
                  </a:cubicBezTo>
                  <a:cubicBezTo>
                    <a:pt x="206" y="388"/>
                    <a:pt x="184" y="381"/>
                    <a:pt x="182" y="383"/>
                  </a:cubicBezTo>
                  <a:cubicBezTo>
                    <a:pt x="179" y="386"/>
                    <a:pt x="187" y="408"/>
                    <a:pt x="195" y="419"/>
                  </a:cubicBezTo>
                  <a:cubicBezTo>
                    <a:pt x="196" y="419"/>
                    <a:pt x="196" y="420"/>
                    <a:pt x="197" y="420"/>
                  </a:cubicBezTo>
                  <a:cubicBezTo>
                    <a:pt x="197" y="420"/>
                    <a:pt x="197" y="420"/>
                    <a:pt x="197" y="420"/>
                  </a:cubicBezTo>
                  <a:cubicBezTo>
                    <a:pt x="197" y="420"/>
                    <a:pt x="197" y="420"/>
                    <a:pt x="197" y="420"/>
                  </a:cubicBezTo>
                  <a:cubicBezTo>
                    <a:pt x="197" y="420"/>
                    <a:pt x="197" y="421"/>
                    <a:pt x="197" y="421"/>
                  </a:cubicBezTo>
                  <a:cubicBezTo>
                    <a:pt x="203" y="426"/>
                    <a:pt x="212" y="426"/>
                    <a:pt x="218" y="420"/>
                  </a:cubicBezTo>
                  <a:cubicBezTo>
                    <a:pt x="224" y="414"/>
                    <a:pt x="224" y="406"/>
                    <a:pt x="219" y="400"/>
                  </a:cubicBezTo>
                  <a:cubicBezTo>
                    <a:pt x="219" y="399"/>
                    <a:pt x="219" y="399"/>
                    <a:pt x="219" y="399"/>
                  </a:cubicBezTo>
                  <a:moveTo>
                    <a:pt x="138" y="400"/>
                  </a:moveTo>
                  <a:cubicBezTo>
                    <a:pt x="138" y="399"/>
                    <a:pt x="138" y="399"/>
                    <a:pt x="138" y="399"/>
                  </a:cubicBezTo>
                  <a:cubicBezTo>
                    <a:pt x="138" y="399"/>
                    <a:pt x="138" y="399"/>
                    <a:pt x="138" y="399"/>
                  </a:cubicBezTo>
                  <a:cubicBezTo>
                    <a:pt x="138" y="399"/>
                    <a:pt x="138" y="399"/>
                    <a:pt x="138" y="399"/>
                  </a:cubicBezTo>
                  <a:cubicBezTo>
                    <a:pt x="137" y="398"/>
                    <a:pt x="137" y="398"/>
                    <a:pt x="137" y="398"/>
                  </a:cubicBezTo>
                  <a:cubicBezTo>
                    <a:pt x="137" y="398"/>
                    <a:pt x="136" y="397"/>
                    <a:pt x="136" y="397"/>
                  </a:cubicBezTo>
                  <a:cubicBezTo>
                    <a:pt x="125" y="388"/>
                    <a:pt x="103" y="381"/>
                    <a:pt x="101" y="383"/>
                  </a:cubicBezTo>
                  <a:cubicBezTo>
                    <a:pt x="98" y="386"/>
                    <a:pt x="106" y="408"/>
                    <a:pt x="114" y="419"/>
                  </a:cubicBezTo>
                  <a:cubicBezTo>
                    <a:pt x="115" y="419"/>
                    <a:pt x="115" y="420"/>
                    <a:pt x="116" y="420"/>
                  </a:cubicBezTo>
                  <a:cubicBezTo>
                    <a:pt x="116" y="420"/>
                    <a:pt x="116" y="420"/>
                    <a:pt x="116" y="420"/>
                  </a:cubicBezTo>
                  <a:cubicBezTo>
                    <a:pt x="116" y="420"/>
                    <a:pt x="116" y="420"/>
                    <a:pt x="116" y="420"/>
                  </a:cubicBezTo>
                  <a:cubicBezTo>
                    <a:pt x="116" y="420"/>
                    <a:pt x="116" y="421"/>
                    <a:pt x="116" y="421"/>
                  </a:cubicBezTo>
                  <a:cubicBezTo>
                    <a:pt x="122" y="426"/>
                    <a:pt x="132" y="426"/>
                    <a:pt x="137" y="420"/>
                  </a:cubicBezTo>
                  <a:cubicBezTo>
                    <a:pt x="143" y="414"/>
                    <a:pt x="143" y="406"/>
                    <a:pt x="138" y="400"/>
                  </a:cubicBezTo>
                  <a:close/>
                  <a:moveTo>
                    <a:pt x="109" y="356"/>
                  </a:moveTo>
                  <a:cubicBezTo>
                    <a:pt x="109" y="348"/>
                    <a:pt x="109" y="348"/>
                    <a:pt x="109" y="348"/>
                  </a:cubicBezTo>
                  <a:cubicBezTo>
                    <a:pt x="116" y="352"/>
                    <a:pt x="116" y="352"/>
                    <a:pt x="116" y="352"/>
                  </a:cubicBezTo>
                  <a:cubicBezTo>
                    <a:pt x="117" y="353"/>
                    <a:pt x="119" y="353"/>
                    <a:pt x="120" y="353"/>
                  </a:cubicBezTo>
                  <a:cubicBezTo>
                    <a:pt x="123" y="353"/>
                    <a:pt x="126" y="351"/>
                    <a:pt x="127" y="349"/>
                  </a:cubicBezTo>
                  <a:cubicBezTo>
                    <a:pt x="129" y="345"/>
                    <a:pt x="128" y="340"/>
                    <a:pt x="124" y="338"/>
                  </a:cubicBezTo>
                  <a:cubicBezTo>
                    <a:pt x="117" y="334"/>
                    <a:pt x="117" y="334"/>
                    <a:pt x="117" y="334"/>
                  </a:cubicBezTo>
                  <a:cubicBezTo>
                    <a:pt x="124" y="330"/>
                    <a:pt x="124" y="330"/>
                    <a:pt x="124" y="330"/>
                  </a:cubicBezTo>
                  <a:cubicBezTo>
                    <a:pt x="128" y="328"/>
                    <a:pt x="129" y="323"/>
                    <a:pt x="127" y="319"/>
                  </a:cubicBezTo>
                  <a:cubicBezTo>
                    <a:pt x="125" y="315"/>
                    <a:pt x="120" y="314"/>
                    <a:pt x="116" y="316"/>
                  </a:cubicBezTo>
                  <a:cubicBezTo>
                    <a:pt x="109" y="320"/>
                    <a:pt x="109" y="320"/>
                    <a:pt x="109" y="320"/>
                  </a:cubicBezTo>
                  <a:cubicBezTo>
                    <a:pt x="109" y="312"/>
                    <a:pt x="109" y="312"/>
                    <a:pt x="109" y="312"/>
                  </a:cubicBezTo>
                  <a:cubicBezTo>
                    <a:pt x="109" y="308"/>
                    <a:pt x="106" y="304"/>
                    <a:pt x="101" y="304"/>
                  </a:cubicBezTo>
                  <a:cubicBezTo>
                    <a:pt x="97" y="304"/>
                    <a:pt x="93" y="308"/>
                    <a:pt x="93" y="312"/>
                  </a:cubicBezTo>
                  <a:cubicBezTo>
                    <a:pt x="93" y="320"/>
                    <a:pt x="93" y="320"/>
                    <a:pt x="93" y="320"/>
                  </a:cubicBezTo>
                  <a:cubicBezTo>
                    <a:pt x="86" y="316"/>
                    <a:pt x="86" y="316"/>
                    <a:pt x="86" y="316"/>
                  </a:cubicBezTo>
                  <a:cubicBezTo>
                    <a:pt x="83" y="314"/>
                    <a:pt x="78" y="315"/>
                    <a:pt x="75" y="319"/>
                  </a:cubicBezTo>
                  <a:cubicBezTo>
                    <a:pt x="73" y="323"/>
                    <a:pt x="75" y="328"/>
                    <a:pt x="78" y="330"/>
                  </a:cubicBezTo>
                  <a:cubicBezTo>
                    <a:pt x="85" y="334"/>
                    <a:pt x="85" y="334"/>
                    <a:pt x="85" y="334"/>
                  </a:cubicBezTo>
                  <a:cubicBezTo>
                    <a:pt x="78" y="338"/>
                    <a:pt x="78" y="338"/>
                    <a:pt x="78" y="338"/>
                  </a:cubicBezTo>
                  <a:cubicBezTo>
                    <a:pt x="75" y="340"/>
                    <a:pt x="73" y="345"/>
                    <a:pt x="75" y="349"/>
                  </a:cubicBezTo>
                  <a:cubicBezTo>
                    <a:pt x="77" y="351"/>
                    <a:pt x="80" y="353"/>
                    <a:pt x="82" y="353"/>
                  </a:cubicBezTo>
                  <a:cubicBezTo>
                    <a:pt x="84" y="353"/>
                    <a:pt x="85" y="353"/>
                    <a:pt x="86" y="352"/>
                  </a:cubicBezTo>
                  <a:cubicBezTo>
                    <a:pt x="93" y="348"/>
                    <a:pt x="93" y="348"/>
                    <a:pt x="93" y="348"/>
                  </a:cubicBezTo>
                  <a:cubicBezTo>
                    <a:pt x="93" y="356"/>
                    <a:pt x="93" y="356"/>
                    <a:pt x="93" y="356"/>
                  </a:cubicBezTo>
                  <a:cubicBezTo>
                    <a:pt x="93" y="360"/>
                    <a:pt x="97" y="364"/>
                    <a:pt x="101" y="364"/>
                  </a:cubicBezTo>
                  <a:cubicBezTo>
                    <a:pt x="106" y="364"/>
                    <a:pt x="109" y="360"/>
                    <a:pt x="109" y="356"/>
                  </a:cubicBezTo>
                  <a:moveTo>
                    <a:pt x="190" y="356"/>
                  </a:moveTo>
                  <a:cubicBezTo>
                    <a:pt x="190" y="348"/>
                    <a:pt x="190" y="348"/>
                    <a:pt x="190" y="348"/>
                  </a:cubicBezTo>
                  <a:cubicBezTo>
                    <a:pt x="197" y="352"/>
                    <a:pt x="197" y="352"/>
                    <a:pt x="197" y="352"/>
                  </a:cubicBezTo>
                  <a:cubicBezTo>
                    <a:pt x="198" y="353"/>
                    <a:pt x="199" y="353"/>
                    <a:pt x="201" y="353"/>
                  </a:cubicBezTo>
                  <a:cubicBezTo>
                    <a:pt x="204" y="353"/>
                    <a:pt x="206" y="351"/>
                    <a:pt x="208" y="349"/>
                  </a:cubicBezTo>
                  <a:cubicBezTo>
                    <a:pt x="210" y="345"/>
                    <a:pt x="209" y="340"/>
                    <a:pt x="205" y="338"/>
                  </a:cubicBezTo>
                  <a:cubicBezTo>
                    <a:pt x="198" y="334"/>
                    <a:pt x="198" y="334"/>
                    <a:pt x="198" y="334"/>
                  </a:cubicBezTo>
                  <a:cubicBezTo>
                    <a:pt x="205" y="330"/>
                    <a:pt x="205" y="330"/>
                    <a:pt x="205" y="330"/>
                  </a:cubicBezTo>
                  <a:cubicBezTo>
                    <a:pt x="209" y="328"/>
                    <a:pt x="210" y="323"/>
                    <a:pt x="208" y="319"/>
                  </a:cubicBezTo>
                  <a:cubicBezTo>
                    <a:pt x="205" y="315"/>
                    <a:pt x="201" y="314"/>
                    <a:pt x="197" y="316"/>
                  </a:cubicBezTo>
                  <a:cubicBezTo>
                    <a:pt x="190" y="320"/>
                    <a:pt x="190" y="320"/>
                    <a:pt x="190" y="320"/>
                  </a:cubicBezTo>
                  <a:cubicBezTo>
                    <a:pt x="190" y="312"/>
                    <a:pt x="190" y="312"/>
                    <a:pt x="190" y="312"/>
                  </a:cubicBezTo>
                  <a:cubicBezTo>
                    <a:pt x="190" y="308"/>
                    <a:pt x="186" y="304"/>
                    <a:pt x="182" y="304"/>
                  </a:cubicBezTo>
                  <a:cubicBezTo>
                    <a:pt x="177" y="304"/>
                    <a:pt x="174" y="308"/>
                    <a:pt x="174" y="312"/>
                  </a:cubicBezTo>
                  <a:cubicBezTo>
                    <a:pt x="174" y="320"/>
                    <a:pt x="174" y="320"/>
                    <a:pt x="174" y="320"/>
                  </a:cubicBezTo>
                  <a:cubicBezTo>
                    <a:pt x="167" y="316"/>
                    <a:pt x="167" y="316"/>
                    <a:pt x="167" y="316"/>
                  </a:cubicBezTo>
                  <a:cubicBezTo>
                    <a:pt x="163" y="314"/>
                    <a:pt x="158" y="315"/>
                    <a:pt x="156" y="319"/>
                  </a:cubicBezTo>
                  <a:cubicBezTo>
                    <a:pt x="154" y="323"/>
                    <a:pt x="155" y="328"/>
                    <a:pt x="159" y="330"/>
                  </a:cubicBezTo>
                  <a:cubicBezTo>
                    <a:pt x="166" y="334"/>
                    <a:pt x="166" y="334"/>
                    <a:pt x="166" y="334"/>
                  </a:cubicBezTo>
                  <a:cubicBezTo>
                    <a:pt x="159" y="338"/>
                    <a:pt x="159" y="338"/>
                    <a:pt x="159" y="338"/>
                  </a:cubicBezTo>
                  <a:cubicBezTo>
                    <a:pt x="155" y="340"/>
                    <a:pt x="154" y="345"/>
                    <a:pt x="156" y="349"/>
                  </a:cubicBezTo>
                  <a:cubicBezTo>
                    <a:pt x="158" y="351"/>
                    <a:pt x="160" y="353"/>
                    <a:pt x="163" y="353"/>
                  </a:cubicBezTo>
                  <a:cubicBezTo>
                    <a:pt x="164" y="353"/>
                    <a:pt x="166" y="353"/>
                    <a:pt x="167" y="352"/>
                  </a:cubicBezTo>
                  <a:cubicBezTo>
                    <a:pt x="174" y="348"/>
                    <a:pt x="174" y="348"/>
                    <a:pt x="174" y="348"/>
                  </a:cubicBezTo>
                  <a:cubicBezTo>
                    <a:pt x="174" y="356"/>
                    <a:pt x="174" y="356"/>
                    <a:pt x="174" y="356"/>
                  </a:cubicBezTo>
                  <a:cubicBezTo>
                    <a:pt x="174" y="360"/>
                    <a:pt x="177" y="364"/>
                    <a:pt x="182" y="364"/>
                  </a:cubicBezTo>
                  <a:cubicBezTo>
                    <a:pt x="186" y="364"/>
                    <a:pt x="190" y="360"/>
                    <a:pt x="190" y="356"/>
                  </a:cubicBezTo>
                  <a:moveTo>
                    <a:pt x="271" y="356"/>
                  </a:moveTo>
                  <a:cubicBezTo>
                    <a:pt x="271" y="348"/>
                    <a:pt x="271" y="348"/>
                    <a:pt x="271" y="348"/>
                  </a:cubicBezTo>
                  <a:cubicBezTo>
                    <a:pt x="277" y="352"/>
                    <a:pt x="277" y="352"/>
                    <a:pt x="277" y="352"/>
                  </a:cubicBezTo>
                  <a:cubicBezTo>
                    <a:pt x="279" y="353"/>
                    <a:pt x="280" y="353"/>
                    <a:pt x="281" y="353"/>
                  </a:cubicBezTo>
                  <a:cubicBezTo>
                    <a:pt x="284" y="353"/>
                    <a:pt x="287" y="351"/>
                    <a:pt x="288" y="349"/>
                  </a:cubicBezTo>
                  <a:cubicBezTo>
                    <a:pt x="291" y="345"/>
                    <a:pt x="289" y="340"/>
                    <a:pt x="285" y="338"/>
                  </a:cubicBezTo>
                  <a:cubicBezTo>
                    <a:pt x="279" y="334"/>
                    <a:pt x="279" y="334"/>
                    <a:pt x="279" y="334"/>
                  </a:cubicBezTo>
                  <a:cubicBezTo>
                    <a:pt x="285" y="330"/>
                    <a:pt x="285" y="330"/>
                    <a:pt x="285" y="330"/>
                  </a:cubicBezTo>
                  <a:cubicBezTo>
                    <a:pt x="289" y="328"/>
                    <a:pt x="291" y="323"/>
                    <a:pt x="288" y="319"/>
                  </a:cubicBezTo>
                  <a:cubicBezTo>
                    <a:pt x="286" y="315"/>
                    <a:pt x="281" y="314"/>
                    <a:pt x="277" y="316"/>
                  </a:cubicBezTo>
                  <a:cubicBezTo>
                    <a:pt x="271" y="320"/>
                    <a:pt x="271" y="320"/>
                    <a:pt x="271" y="320"/>
                  </a:cubicBezTo>
                  <a:cubicBezTo>
                    <a:pt x="271" y="312"/>
                    <a:pt x="271" y="312"/>
                    <a:pt x="271" y="312"/>
                  </a:cubicBezTo>
                  <a:cubicBezTo>
                    <a:pt x="271" y="308"/>
                    <a:pt x="267" y="304"/>
                    <a:pt x="263" y="304"/>
                  </a:cubicBezTo>
                  <a:cubicBezTo>
                    <a:pt x="258" y="304"/>
                    <a:pt x="255" y="308"/>
                    <a:pt x="255" y="312"/>
                  </a:cubicBezTo>
                  <a:cubicBezTo>
                    <a:pt x="255" y="320"/>
                    <a:pt x="255" y="320"/>
                    <a:pt x="255" y="320"/>
                  </a:cubicBezTo>
                  <a:cubicBezTo>
                    <a:pt x="248" y="316"/>
                    <a:pt x="248" y="316"/>
                    <a:pt x="248" y="316"/>
                  </a:cubicBezTo>
                  <a:cubicBezTo>
                    <a:pt x="244" y="314"/>
                    <a:pt x="239" y="315"/>
                    <a:pt x="237" y="319"/>
                  </a:cubicBezTo>
                  <a:cubicBezTo>
                    <a:pt x="235" y="323"/>
                    <a:pt x="236" y="328"/>
                    <a:pt x="240" y="330"/>
                  </a:cubicBezTo>
                  <a:cubicBezTo>
                    <a:pt x="247" y="334"/>
                    <a:pt x="247" y="334"/>
                    <a:pt x="247" y="334"/>
                  </a:cubicBezTo>
                  <a:cubicBezTo>
                    <a:pt x="240" y="338"/>
                    <a:pt x="240" y="338"/>
                    <a:pt x="240" y="338"/>
                  </a:cubicBezTo>
                  <a:cubicBezTo>
                    <a:pt x="236" y="340"/>
                    <a:pt x="235" y="345"/>
                    <a:pt x="237" y="349"/>
                  </a:cubicBezTo>
                  <a:cubicBezTo>
                    <a:pt x="238" y="351"/>
                    <a:pt x="241" y="353"/>
                    <a:pt x="244" y="353"/>
                  </a:cubicBezTo>
                  <a:cubicBezTo>
                    <a:pt x="245" y="353"/>
                    <a:pt x="246" y="353"/>
                    <a:pt x="248" y="352"/>
                  </a:cubicBezTo>
                  <a:cubicBezTo>
                    <a:pt x="255" y="348"/>
                    <a:pt x="255" y="348"/>
                    <a:pt x="255" y="348"/>
                  </a:cubicBezTo>
                  <a:cubicBezTo>
                    <a:pt x="255" y="356"/>
                    <a:pt x="255" y="356"/>
                    <a:pt x="255" y="356"/>
                  </a:cubicBezTo>
                  <a:cubicBezTo>
                    <a:pt x="255" y="360"/>
                    <a:pt x="258" y="364"/>
                    <a:pt x="263" y="364"/>
                  </a:cubicBezTo>
                  <a:cubicBezTo>
                    <a:pt x="267" y="364"/>
                    <a:pt x="271" y="360"/>
                    <a:pt x="271" y="356"/>
                  </a:cubicBezTo>
                </a:path>
              </a:pathLst>
            </a:custGeom>
            <a:blipFill dpi="0" rotWithShape="1">
              <a:blip r:embed="rId38"/>
              <a:srcRect/>
              <a:stretch>
                <a:fillRect/>
              </a:stretch>
            </a:blipFill>
            <a:ln w="9525">
              <a:noFill/>
              <a:round/>
              <a:headEnd/>
              <a:tailEnd/>
            </a:ln>
          </p:spPr>
          <p:txBody>
            <a:bodyPr/>
            <a:lstStyle/>
            <a:p>
              <a:endParaRPr lang="en-GB"/>
            </a:p>
          </p:txBody>
        </p:sp>
        <p:sp>
          <p:nvSpPr>
            <p:cNvPr id="31855" name="Freeform 6"/>
            <p:cNvSpPr>
              <a:spLocks noEditPoints="1"/>
            </p:cNvSpPr>
            <p:nvPr/>
          </p:nvSpPr>
          <p:spPr bwMode="auto">
            <a:xfrm>
              <a:off x="3522417" y="3032076"/>
              <a:ext cx="95514" cy="98227"/>
            </a:xfrm>
            <a:custGeom>
              <a:avLst/>
              <a:gdLst>
                <a:gd name="T0" fmla="*/ 2147483647 w 320"/>
                <a:gd name="T1" fmla="*/ 2147483647 h 316"/>
                <a:gd name="T2" fmla="*/ 2147483647 w 320"/>
                <a:gd name="T3" fmla="*/ 2147483647 h 316"/>
                <a:gd name="T4" fmla="*/ 2147483647 w 320"/>
                <a:gd name="T5" fmla="*/ 2147483647 h 316"/>
                <a:gd name="T6" fmla="*/ 2147483647 w 320"/>
                <a:gd name="T7" fmla="*/ 2147483647 h 316"/>
                <a:gd name="T8" fmla="*/ 2147483647 w 320"/>
                <a:gd name="T9" fmla="*/ 2147483647 h 316"/>
                <a:gd name="T10" fmla="*/ 2147483647 w 320"/>
                <a:gd name="T11" fmla="*/ 2147483647 h 316"/>
                <a:gd name="T12" fmla="*/ 2147483647 w 320"/>
                <a:gd name="T13" fmla="*/ 2147483647 h 316"/>
                <a:gd name="T14" fmla="*/ 2147483647 w 320"/>
                <a:gd name="T15" fmla="*/ 2147483647 h 316"/>
                <a:gd name="T16" fmla="*/ 2147483647 w 320"/>
                <a:gd name="T17" fmla="*/ 2147483647 h 316"/>
                <a:gd name="T18" fmla="*/ 2147483647 w 320"/>
                <a:gd name="T19" fmla="*/ 2147483647 h 316"/>
                <a:gd name="T20" fmla="*/ 2147483647 w 320"/>
                <a:gd name="T21" fmla="*/ 2147483647 h 316"/>
                <a:gd name="T22" fmla="*/ 2147483647 w 320"/>
                <a:gd name="T23" fmla="*/ 2147483647 h 316"/>
                <a:gd name="T24" fmla="*/ 2147483647 w 320"/>
                <a:gd name="T25" fmla="*/ 2147483647 h 316"/>
                <a:gd name="T26" fmla="*/ 2147483647 w 320"/>
                <a:gd name="T27" fmla="*/ 2147483647 h 316"/>
                <a:gd name="T28" fmla="*/ 2147483647 w 320"/>
                <a:gd name="T29" fmla="*/ 2147483647 h 316"/>
                <a:gd name="T30" fmla="*/ 2147483647 w 320"/>
                <a:gd name="T31" fmla="*/ 2147483647 h 316"/>
                <a:gd name="T32" fmla="*/ 2147483647 w 320"/>
                <a:gd name="T33" fmla="*/ 2147483647 h 316"/>
                <a:gd name="T34" fmla="*/ 2147483647 w 320"/>
                <a:gd name="T35" fmla="*/ 2147483647 h 316"/>
                <a:gd name="T36" fmla="*/ 2147483647 w 320"/>
                <a:gd name="T37" fmla="*/ 2147483647 h 316"/>
                <a:gd name="T38" fmla="*/ 2147483647 w 320"/>
                <a:gd name="T39" fmla="*/ 2147483647 h 316"/>
                <a:gd name="T40" fmla="*/ 2147483647 w 320"/>
                <a:gd name="T41" fmla="*/ 0 h 316"/>
                <a:gd name="T42" fmla="*/ 0 w 320"/>
                <a:gd name="T43" fmla="*/ 2147483647 h 316"/>
                <a:gd name="T44" fmla="*/ 2147483647 w 320"/>
                <a:gd name="T45" fmla="*/ 2147483647 h 316"/>
                <a:gd name="T46" fmla="*/ 2147483647 w 320"/>
                <a:gd name="T47" fmla="*/ 2147483647 h 316"/>
                <a:gd name="T48" fmla="*/ 2147483647 w 320"/>
                <a:gd name="T49" fmla="*/ 2147483647 h 316"/>
                <a:gd name="T50" fmla="*/ 2147483647 w 320"/>
                <a:gd name="T51" fmla="*/ 2147483647 h 316"/>
                <a:gd name="T52" fmla="*/ 2147483647 w 320"/>
                <a:gd name="T53" fmla="*/ 2147483647 h 316"/>
                <a:gd name="T54" fmla="*/ 2147483647 w 320"/>
                <a:gd name="T55" fmla="*/ 2147483647 h 316"/>
                <a:gd name="T56" fmla="*/ 2147483647 w 320"/>
                <a:gd name="T57" fmla="*/ 2147483647 h 316"/>
                <a:gd name="T58" fmla="*/ 2147483647 w 320"/>
                <a:gd name="T59" fmla="*/ 2147483647 h 316"/>
                <a:gd name="T60" fmla="*/ 2147483647 w 320"/>
                <a:gd name="T61" fmla="*/ 2147483647 h 316"/>
                <a:gd name="T62" fmla="*/ 2147483647 w 320"/>
                <a:gd name="T63" fmla="*/ 2147483647 h 316"/>
                <a:gd name="T64" fmla="*/ 2147483647 w 320"/>
                <a:gd name="T65" fmla="*/ 2147483647 h 316"/>
                <a:gd name="T66" fmla="*/ 2147483647 w 320"/>
                <a:gd name="T67" fmla="*/ 2147483647 h 316"/>
                <a:gd name="T68" fmla="*/ 2147483647 w 320"/>
                <a:gd name="T69" fmla="*/ 2147483647 h 316"/>
                <a:gd name="T70" fmla="*/ 2147483647 w 320"/>
                <a:gd name="T71" fmla="*/ 2147483647 h 316"/>
                <a:gd name="T72" fmla="*/ 2147483647 w 320"/>
                <a:gd name="T73" fmla="*/ 2147483647 h 316"/>
                <a:gd name="T74" fmla="*/ 2147483647 w 320"/>
                <a:gd name="T75" fmla="*/ 2147483647 h 316"/>
                <a:gd name="T76" fmla="*/ 2147483647 w 320"/>
                <a:gd name="T77" fmla="*/ 2147483647 h 316"/>
                <a:gd name="T78" fmla="*/ 2147483647 w 320"/>
                <a:gd name="T79" fmla="*/ 2147483647 h 316"/>
                <a:gd name="T80" fmla="*/ 2147483647 w 320"/>
                <a:gd name="T81" fmla="*/ 2147483647 h 316"/>
                <a:gd name="T82" fmla="*/ 2147483647 w 320"/>
                <a:gd name="T83" fmla="*/ 2147483647 h 316"/>
                <a:gd name="T84" fmla="*/ 2147483647 w 320"/>
                <a:gd name="T85" fmla="*/ 2147483647 h 316"/>
                <a:gd name="T86" fmla="*/ 2147483647 w 320"/>
                <a:gd name="T87" fmla="*/ 2147483647 h 316"/>
                <a:gd name="T88" fmla="*/ 2147483647 w 320"/>
                <a:gd name="T89" fmla="*/ 2147483647 h 316"/>
                <a:gd name="T90" fmla="*/ 2147483647 w 320"/>
                <a:gd name="T91" fmla="*/ 2147483647 h 316"/>
                <a:gd name="T92" fmla="*/ 2147483647 w 320"/>
                <a:gd name="T93" fmla="*/ 2147483647 h 316"/>
                <a:gd name="T94" fmla="*/ 2147483647 w 320"/>
                <a:gd name="T95" fmla="*/ 2147483647 h 316"/>
                <a:gd name="T96" fmla="*/ 2147483647 w 320"/>
                <a:gd name="T97" fmla="*/ 2147483647 h 316"/>
                <a:gd name="T98" fmla="*/ 2147483647 w 320"/>
                <a:gd name="T99" fmla="*/ 2147483647 h 316"/>
                <a:gd name="T100" fmla="*/ 2147483647 w 320"/>
                <a:gd name="T101" fmla="*/ 2147483647 h 316"/>
                <a:gd name="T102" fmla="*/ 2147483647 w 320"/>
                <a:gd name="T103" fmla="*/ 2147483647 h 316"/>
                <a:gd name="T104" fmla="*/ 2147483647 w 320"/>
                <a:gd name="T105" fmla="*/ 2147483647 h 316"/>
                <a:gd name="T106" fmla="*/ 2147483647 w 320"/>
                <a:gd name="T107" fmla="*/ 2147483647 h 316"/>
                <a:gd name="T108" fmla="*/ 2147483647 w 320"/>
                <a:gd name="T109" fmla="*/ 2147483647 h 316"/>
                <a:gd name="T110" fmla="*/ 2147483647 w 320"/>
                <a:gd name="T111" fmla="*/ 2147483647 h 316"/>
                <a:gd name="T112" fmla="*/ 2147483647 w 320"/>
                <a:gd name="T113" fmla="*/ 2147483647 h 316"/>
                <a:gd name="T114" fmla="*/ 2147483647 w 320"/>
                <a:gd name="T115" fmla="*/ 2147483647 h 316"/>
                <a:gd name="T116" fmla="*/ 2147483647 w 320"/>
                <a:gd name="T117" fmla="*/ 2147483647 h 316"/>
                <a:gd name="T118" fmla="*/ 2147483647 w 320"/>
                <a:gd name="T119" fmla="*/ 2147483647 h 316"/>
                <a:gd name="T120" fmla="*/ 2147483647 w 320"/>
                <a:gd name="T121" fmla="*/ 2147483647 h 316"/>
                <a:gd name="T122" fmla="*/ 2147483647 w 320"/>
                <a:gd name="T123" fmla="*/ 2147483647 h 31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20"/>
                <a:gd name="T187" fmla="*/ 0 h 316"/>
                <a:gd name="T188" fmla="*/ 320 w 320"/>
                <a:gd name="T189" fmla="*/ 316 h 31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20" h="316">
                  <a:moveTo>
                    <a:pt x="160" y="63"/>
                  </a:moveTo>
                  <a:cubicBezTo>
                    <a:pt x="213" y="63"/>
                    <a:pt x="257" y="106"/>
                    <a:pt x="257" y="160"/>
                  </a:cubicBezTo>
                  <a:cubicBezTo>
                    <a:pt x="257" y="175"/>
                    <a:pt x="253" y="190"/>
                    <a:pt x="246" y="204"/>
                  </a:cubicBezTo>
                  <a:cubicBezTo>
                    <a:pt x="244" y="208"/>
                    <a:pt x="246" y="213"/>
                    <a:pt x="250" y="215"/>
                  </a:cubicBezTo>
                  <a:cubicBezTo>
                    <a:pt x="254" y="217"/>
                    <a:pt x="258" y="215"/>
                    <a:pt x="260" y="212"/>
                  </a:cubicBezTo>
                  <a:cubicBezTo>
                    <a:pt x="269" y="196"/>
                    <a:pt x="273" y="178"/>
                    <a:pt x="273" y="160"/>
                  </a:cubicBezTo>
                  <a:cubicBezTo>
                    <a:pt x="273" y="97"/>
                    <a:pt x="222" y="47"/>
                    <a:pt x="160" y="47"/>
                  </a:cubicBezTo>
                  <a:cubicBezTo>
                    <a:pt x="98" y="47"/>
                    <a:pt x="47" y="97"/>
                    <a:pt x="47" y="160"/>
                  </a:cubicBezTo>
                  <a:cubicBezTo>
                    <a:pt x="47" y="178"/>
                    <a:pt x="52" y="197"/>
                    <a:pt x="61" y="213"/>
                  </a:cubicBezTo>
                  <a:cubicBezTo>
                    <a:pt x="62" y="216"/>
                    <a:pt x="65" y="218"/>
                    <a:pt x="68" y="218"/>
                  </a:cubicBezTo>
                  <a:cubicBezTo>
                    <a:pt x="69" y="218"/>
                    <a:pt x="70" y="217"/>
                    <a:pt x="71" y="217"/>
                  </a:cubicBezTo>
                  <a:cubicBezTo>
                    <a:pt x="75" y="215"/>
                    <a:pt x="77" y="210"/>
                    <a:pt x="75" y="206"/>
                  </a:cubicBezTo>
                  <a:cubicBezTo>
                    <a:pt x="67" y="192"/>
                    <a:pt x="63" y="176"/>
                    <a:pt x="63" y="160"/>
                  </a:cubicBezTo>
                  <a:cubicBezTo>
                    <a:pt x="63" y="106"/>
                    <a:pt x="107" y="63"/>
                    <a:pt x="160" y="63"/>
                  </a:cubicBezTo>
                  <a:close/>
                  <a:moveTo>
                    <a:pt x="72" y="274"/>
                  </a:moveTo>
                  <a:cubicBezTo>
                    <a:pt x="37" y="246"/>
                    <a:pt x="16" y="205"/>
                    <a:pt x="16" y="160"/>
                  </a:cubicBezTo>
                  <a:cubicBezTo>
                    <a:pt x="16" y="80"/>
                    <a:pt x="81" y="16"/>
                    <a:pt x="160" y="16"/>
                  </a:cubicBezTo>
                  <a:cubicBezTo>
                    <a:pt x="193" y="16"/>
                    <a:pt x="224" y="27"/>
                    <a:pt x="249" y="47"/>
                  </a:cubicBezTo>
                  <a:cubicBezTo>
                    <a:pt x="253" y="50"/>
                    <a:pt x="258" y="49"/>
                    <a:pt x="261" y="46"/>
                  </a:cubicBezTo>
                  <a:cubicBezTo>
                    <a:pt x="263" y="42"/>
                    <a:pt x="263" y="37"/>
                    <a:pt x="259" y="35"/>
                  </a:cubicBezTo>
                  <a:cubicBezTo>
                    <a:pt x="231" y="12"/>
                    <a:pt x="196" y="0"/>
                    <a:pt x="160" y="0"/>
                  </a:cubicBezTo>
                  <a:cubicBezTo>
                    <a:pt x="72" y="0"/>
                    <a:pt x="0" y="72"/>
                    <a:pt x="0" y="160"/>
                  </a:cubicBezTo>
                  <a:cubicBezTo>
                    <a:pt x="0" y="210"/>
                    <a:pt x="23" y="256"/>
                    <a:pt x="63" y="286"/>
                  </a:cubicBezTo>
                  <a:cubicBezTo>
                    <a:pt x="64" y="287"/>
                    <a:pt x="66" y="288"/>
                    <a:pt x="68" y="288"/>
                  </a:cubicBezTo>
                  <a:cubicBezTo>
                    <a:pt x="70" y="288"/>
                    <a:pt x="72" y="287"/>
                    <a:pt x="74" y="285"/>
                  </a:cubicBezTo>
                  <a:cubicBezTo>
                    <a:pt x="77" y="281"/>
                    <a:pt x="76" y="276"/>
                    <a:pt x="72" y="274"/>
                  </a:cubicBezTo>
                  <a:close/>
                  <a:moveTo>
                    <a:pt x="160" y="93"/>
                  </a:moveTo>
                  <a:cubicBezTo>
                    <a:pt x="123" y="93"/>
                    <a:pt x="92" y="123"/>
                    <a:pt x="92" y="161"/>
                  </a:cubicBezTo>
                  <a:cubicBezTo>
                    <a:pt x="92" y="161"/>
                    <a:pt x="92" y="161"/>
                    <a:pt x="92" y="162"/>
                  </a:cubicBezTo>
                  <a:cubicBezTo>
                    <a:pt x="92" y="162"/>
                    <a:pt x="92" y="162"/>
                    <a:pt x="92" y="162"/>
                  </a:cubicBezTo>
                  <a:cubicBezTo>
                    <a:pt x="92" y="292"/>
                    <a:pt x="92" y="292"/>
                    <a:pt x="92" y="292"/>
                  </a:cubicBezTo>
                  <a:cubicBezTo>
                    <a:pt x="92" y="305"/>
                    <a:pt x="103" y="316"/>
                    <a:pt x="117" y="316"/>
                  </a:cubicBezTo>
                  <a:cubicBezTo>
                    <a:pt x="204" y="316"/>
                    <a:pt x="204" y="316"/>
                    <a:pt x="204" y="316"/>
                  </a:cubicBezTo>
                  <a:cubicBezTo>
                    <a:pt x="218" y="316"/>
                    <a:pt x="229" y="305"/>
                    <a:pt x="229" y="292"/>
                  </a:cubicBezTo>
                  <a:cubicBezTo>
                    <a:pt x="229" y="162"/>
                    <a:pt x="229" y="162"/>
                    <a:pt x="229" y="162"/>
                  </a:cubicBezTo>
                  <a:cubicBezTo>
                    <a:pt x="229" y="162"/>
                    <a:pt x="229" y="162"/>
                    <a:pt x="229" y="162"/>
                  </a:cubicBezTo>
                  <a:cubicBezTo>
                    <a:pt x="229" y="161"/>
                    <a:pt x="229" y="161"/>
                    <a:pt x="229" y="161"/>
                  </a:cubicBezTo>
                  <a:cubicBezTo>
                    <a:pt x="229" y="123"/>
                    <a:pt x="198" y="93"/>
                    <a:pt x="160" y="93"/>
                  </a:cubicBezTo>
                  <a:close/>
                  <a:moveTo>
                    <a:pt x="213" y="162"/>
                  </a:moveTo>
                  <a:cubicBezTo>
                    <a:pt x="213" y="162"/>
                    <a:pt x="213" y="163"/>
                    <a:pt x="213" y="163"/>
                  </a:cubicBezTo>
                  <a:cubicBezTo>
                    <a:pt x="213" y="292"/>
                    <a:pt x="213" y="292"/>
                    <a:pt x="213" y="292"/>
                  </a:cubicBezTo>
                  <a:cubicBezTo>
                    <a:pt x="213" y="296"/>
                    <a:pt x="209" y="300"/>
                    <a:pt x="204" y="300"/>
                  </a:cubicBezTo>
                  <a:cubicBezTo>
                    <a:pt x="117" y="300"/>
                    <a:pt x="117" y="300"/>
                    <a:pt x="117" y="300"/>
                  </a:cubicBezTo>
                  <a:cubicBezTo>
                    <a:pt x="112" y="300"/>
                    <a:pt x="108" y="296"/>
                    <a:pt x="108" y="292"/>
                  </a:cubicBezTo>
                  <a:cubicBezTo>
                    <a:pt x="108" y="163"/>
                    <a:pt x="108" y="163"/>
                    <a:pt x="108" y="163"/>
                  </a:cubicBezTo>
                  <a:cubicBezTo>
                    <a:pt x="108" y="163"/>
                    <a:pt x="108" y="162"/>
                    <a:pt x="108" y="162"/>
                  </a:cubicBezTo>
                  <a:cubicBezTo>
                    <a:pt x="108" y="162"/>
                    <a:pt x="108" y="162"/>
                    <a:pt x="108" y="162"/>
                  </a:cubicBezTo>
                  <a:cubicBezTo>
                    <a:pt x="108" y="161"/>
                    <a:pt x="108" y="161"/>
                    <a:pt x="108" y="161"/>
                  </a:cubicBezTo>
                  <a:cubicBezTo>
                    <a:pt x="108" y="132"/>
                    <a:pt x="132" y="109"/>
                    <a:pt x="160" y="109"/>
                  </a:cubicBezTo>
                  <a:cubicBezTo>
                    <a:pt x="189" y="109"/>
                    <a:pt x="213" y="132"/>
                    <a:pt x="213" y="161"/>
                  </a:cubicBezTo>
                  <a:cubicBezTo>
                    <a:pt x="213" y="162"/>
                    <a:pt x="213" y="162"/>
                    <a:pt x="213" y="162"/>
                  </a:cubicBezTo>
                  <a:cubicBezTo>
                    <a:pt x="213" y="162"/>
                    <a:pt x="213" y="162"/>
                    <a:pt x="213" y="162"/>
                  </a:cubicBezTo>
                  <a:close/>
                  <a:moveTo>
                    <a:pt x="283" y="58"/>
                  </a:moveTo>
                  <a:cubicBezTo>
                    <a:pt x="280" y="55"/>
                    <a:pt x="275" y="54"/>
                    <a:pt x="272" y="57"/>
                  </a:cubicBezTo>
                  <a:cubicBezTo>
                    <a:pt x="269" y="60"/>
                    <a:pt x="268" y="65"/>
                    <a:pt x="271" y="68"/>
                  </a:cubicBezTo>
                  <a:cubicBezTo>
                    <a:pt x="292" y="94"/>
                    <a:pt x="304" y="126"/>
                    <a:pt x="304" y="160"/>
                  </a:cubicBezTo>
                  <a:cubicBezTo>
                    <a:pt x="304" y="204"/>
                    <a:pt x="284" y="245"/>
                    <a:pt x="248" y="273"/>
                  </a:cubicBezTo>
                  <a:cubicBezTo>
                    <a:pt x="245" y="276"/>
                    <a:pt x="244" y="281"/>
                    <a:pt x="247" y="284"/>
                  </a:cubicBezTo>
                  <a:cubicBezTo>
                    <a:pt x="249" y="286"/>
                    <a:pt x="251" y="287"/>
                    <a:pt x="253" y="287"/>
                  </a:cubicBezTo>
                  <a:cubicBezTo>
                    <a:pt x="255" y="287"/>
                    <a:pt x="257" y="287"/>
                    <a:pt x="258" y="285"/>
                  </a:cubicBezTo>
                  <a:cubicBezTo>
                    <a:pt x="297" y="255"/>
                    <a:pt x="320" y="209"/>
                    <a:pt x="320" y="160"/>
                  </a:cubicBezTo>
                  <a:cubicBezTo>
                    <a:pt x="320" y="123"/>
                    <a:pt x="307" y="87"/>
                    <a:pt x="283" y="58"/>
                  </a:cubicBezTo>
                  <a:close/>
                </a:path>
              </a:pathLst>
            </a:custGeom>
            <a:blipFill dpi="0" rotWithShape="1">
              <a:blip r:embed="rId5"/>
              <a:srcRect/>
              <a:stretch>
                <a:fillRect/>
              </a:stretch>
            </a:blipFill>
            <a:ln w="9525">
              <a:noFill/>
              <a:round/>
              <a:headEnd/>
              <a:tailEnd/>
            </a:ln>
          </p:spPr>
          <p:txBody>
            <a:bodyPr/>
            <a:lstStyle/>
            <a:p>
              <a:endParaRPr lang="en-GB"/>
            </a:p>
          </p:txBody>
        </p:sp>
        <p:sp>
          <p:nvSpPr>
            <p:cNvPr id="31856" name="Freeform 6"/>
            <p:cNvSpPr>
              <a:spLocks noEditPoints="1"/>
            </p:cNvSpPr>
            <p:nvPr/>
          </p:nvSpPr>
          <p:spPr bwMode="auto">
            <a:xfrm>
              <a:off x="4235558" y="3353953"/>
              <a:ext cx="74766" cy="127681"/>
            </a:xfrm>
            <a:custGeom>
              <a:avLst/>
              <a:gdLst>
                <a:gd name="T0" fmla="*/ 2147483647 w 250"/>
                <a:gd name="T1" fmla="*/ 2147483647 h 411"/>
                <a:gd name="T2" fmla="*/ 2147483647 w 250"/>
                <a:gd name="T3" fmla="*/ 2147483647 h 411"/>
                <a:gd name="T4" fmla="*/ 2147483647 w 250"/>
                <a:gd name="T5" fmla="*/ 2147483647 h 411"/>
                <a:gd name="T6" fmla="*/ 2147483647 w 250"/>
                <a:gd name="T7" fmla="*/ 2147483647 h 411"/>
                <a:gd name="T8" fmla="*/ 2147483647 w 250"/>
                <a:gd name="T9" fmla="*/ 2147483647 h 411"/>
                <a:gd name="T10" fmla="*/ 2147483647 w 250"/>
                <a:gd name="T11" fmla="*/ 2147483647 h 411"/>
                <a:gd name="T12" fmla="*/ 2147483647 w 250"/>
                <a:gd name="T13" fmla="*/ 2147483647 h 411"/>
                <a:gd name="T14" fmla="*/ 2147483647 w 250"/>
                <a:gd name="T15" fmla="*/ 2147483647 h 411"/>
                <a:gd name="T16" fmla="*/ 2147483647 w 250"/>
                <a:gd name="T17" fmla="*/ 2147483647 h 411"/>
                <a:gd name="T18" fmla="*/ 2147483647 w 250"/>
                <a:gd name="T19" fmla="*/ 2147483647 h 411"/>
                <a:gd name="T20" fmla="*/ 2147483647 w 250"/>
                <a:gd name="T21" fmla="*/ 2147483647 h 411"/>
                <a:gd name="T22" fmla="*/ 2147483647 w 250"/>
                <a:gd name="T23" fmla="*/ 2147483647 h 411"/>
                <a:gd name="T24" fmla="*/ 2147483647 w 250"/>
                <a:gd name="T25" fmla="*/ 2147483647 h 411"/>
                <a:gd name="T26" fmla="*/ 2147483647 w 250"/>
                <a:gd name="T27" fmla="*/ 2147483647 h 411"/>
                <a:gd name="T28" fmla="*/ 2147483647 w 250"/>
                <a:gd name="T29" fmla="*/ 2147483647 h 411"/>
                <a:gd name="T30" fmla="*/ 2147483647 w 250"/>
                <a:gd name="T31" fmla="*/ 2147483647 h 411"/>
                <a:gd name="T32" fmla="*/ 2147483647 w 250"/>
                <a:gd name="T33" fmla="*/ 2147483647 h 411"/>
                <a:gd name="T34" fmla="*/ 2147483647 w 250"/>
                <a:gd name="T35" fmla="*/ 2147483647 h 411"/>
                <a:gd name="T36" fmla="*/ 2147483647 w 250"/>
                <a:gd name="T37" fmla="*/ 2147483647 h 411"/>
                <a:gd name="T38" fmla="*/ 2147483647 w 250"/>
                <a:gd name="T39" fmla="*/ 0 h 411"/>
                <a:gd name="T40" fmla="*/ 2147483647 w 250"/>
                <a:gd name="T41" fmla="*/ 0 h 411"/>
                <a:gd name="T42" fmla="*/ 0 w 250"/>
                <a:gd name="T43" fmla="*/ 2147483647 h 411"/>
                <a:gd name="T44" fmla="*/ 0 w 250"/>
                <a:gd name="T45" fmla="*/ 2147483647 h 411"/>
                <a:gd name="T46" fmla="*/ 2147483647 w 250"/>
                <a:gd name="T47" fmla="*/ 2147483647 h 411"/>
                <a:gd name="T48" fmla="*/ 2147483647 w 250"/>
                <a:gd name="T49" fmla="*/ 2147483647 h 411"/>
                <a:gd name="T50" fmla="*/ 2147483647 w 250"/>
                <a:gd name="T51" fmla="*/ 2147483647 h 411"/>
                <a:gd name="T52" fmla="*/ 2147483647 w 250"/>
                <a:gd name="T53" fmla="*/ 2147483647 h 411"/>
                <a:gd name="T54" fmla="*/ 2147483647 w 250"/>
                <a:gd name="T55" fmla="*/ 2147483647 h 411"/>
                <a:gd name="T56" fmla="*/ 2147483647 w 250"/>
                <a:gd name="T57" fmla="*/ 2147483647 h 411"/>
                <a:gd name="T58" fmla="*/ 2147483647 w 250"/>
                <a:gd name="T59" fmla="*/ 2147483647 h 411"/>
                <a:gd name="T60" fmla="*/ 2147483647 w 250"/>
                <a:gd name="T61" fmla="*/ 2147483647 h 411"/>
                <a:gd name="T62" fmla="*/ 2147483647 w 250"/>
                <a:gd name="T63" fmla="*/ 2147483647 h 411"/>
                <a:gd name="T64" fmla="*/ 2147483647 w 250"/>
                <a:gd name="T65" fmla="*/ 2147483647 h 411"/>
                <a:gd name="T66" fmla="*/ 2147483647 w 250"/>
                <a:gd name="T67" fmla="*/ 2147483647 h 411"/>
                <a:gd name="T68" fmla="*/ 2147483647 w 250"/>
                <a:gd name="T69" fmla="*/ 2147483647 h 411"/>
                <a:gd name="T70" fmla="*/ 2147483647 w 250"/>
                <a:gd name="T71" fmla="*/ 2147483647 h 411"/>
                <a:gd name="T72" fmla="*/ 2147483647 w 250"/>
                <a:gd name="T73" fmla="*/ 2147483647 h 411"/>
                <a:gd name="T74" fmla="*/ 2147483647 w 250"/>
                <a:gd name="T75" fmla="*/ 2147483647 h 411"/>
                <a:gd name="T76" fmla="*/ 2147483647 w 250"/>
                <a:gd name="T77" fmla="*/ 2147483647 h 411"/>
                <a:gd name="T78" fmla="*/ 2147483647 w 250"/>
                <a:gd name="T79" fmla="*/ 2147483647 h 411"/>
                <a:gd name="T80" fmla="*/ 2147483647 w 250"/>
                <a:gd name="T81" fmla="*/ 2147483647 h 411"/>
                <a:gd name="T82" fmla="*/ 2147483647 w 250"/>
                <a:gd name="T83" fmla="*/ 2147483647 h 41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50"/>
                <a:gd name="T127" fmla="*/ 0 h 411"/>
                <a:gd name="T128" fmla="*/ 250 w 250"/>
                <a:gd name="T129" fmla="*/ 411 h 411"/>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50" h="411">
                  <a:moveTo>
                    <a:pt x="43" y="279"/>
                  </a:moveTo>
                  <a:cubicBezTo>
                    <a:pt x="47" y="279"/>
                    <a:pt x="51" y="276"/>
                    <a:pt x="51" y="271"/>
                  </a:cubicBezTo>
                  <a:cubicBezTo>
                    <a:pt x="51" y="235"/>
                    <a:pt x="51" y="235"/>
                    <a:pt x="51" y="235"/>
                  </a:cubicBezTo>
                  <a:cubicBezTo>
                    <a:pt x="51" y="231"/>
                    <a:pt x="47" y="227"/>
                    <a:pt x="43" y="227"/>
                  </a:cubicBezTo>
                  <a:cubicBezTo>
                    <a:pt x="39" y="227"/>
                    <a:pt x="35" y="231"/>
                    <a:pt x="35" y="235"/>
                  </a:cubicBezTo>
                  <a:cubicBezTo>
                    <a:pt x="35" y="271"/>
                    <a:pt x="35" y="271"/>
                    <a:pt x="35" y="271"/>
                  </a:cubicBezTo>
                  <a:cubicBezTo>
                    <a:pt x="35" y="276"/>
                    <a:pt x="39" y="279"/>
                    <a:pt x="43" y="279"/>
                  </a:cubicBezTo>
                  <a:close/>
                  <a:moveTo>
                    <a:pt x="242" y="74"/>
                  </a:moveTo>
                  <a:cubicBezTo>
                    <a:pt x="238" y="74"/>
                    <a:pt x="234" y="78"/>
                    <a:pt x="234" y="82"/>
                  </a:cubicBezTo>
                  <a:cubicBezTo>
                    <a:pt x="234" y="198"/>
                    <a:pt x="234" y="198"/>
                    <a:pt x="234" y="198"/>
                  </a:cubicBezTo>
                  <a:cubicBezTo>
                    <a:pt x="16" y="198"/>
                    <a:pt x="16" y="198"/>
                    <a:pt x="16" y="198"/>
                  </a:cubicBezTo>
                  <a:cubicBezTo>
                    <a:pt x="16" y="30"/>
                    <a:pt x="16" y="30"/>
                    <a:pt x="16" y="30"/>
                  </a:cubicBezTo>
                  <a:cubicBezTo>
                    <a:pt x="16" y="22"/>
                    <a:pt x="23" y="16"/>
                    <a:pt x="31" y="16"/>
                  </a:cubicBezTo>
                  <a:cubicBezTo>
                    <a:pt x="219" y="16"/>
                    <a:pt x="219" y="16"/>
                    <a:pt x="219" y="16"/>
                  </a:cubicBezTo>
                  <a:cubicBezTo>
                    <a:pt x="227" y="16"/>
                    <a:pt x="234" y="22"/>
                    <a:pt x="234" y="30"/>
                  </a:cubicBezTo>
                  <a:cubicBezTo>
                    <a:pt x="234" y="50"/>
                    <a:pt x="234" y="50"/>
                    <a:pt x="234" y="50"/>
                  </a:cubicBezTo>
                  <a:cubicBezTo>
                    <a:pt x="234" y="55"/>
                    <a:pt x="238" y="58"/>
                    <a:pt x="242" y="58"/>
                  </a:cubicBezTo>
                  <a:cubicBezTo>
                    <a:pt x="246" y="58"/>
                    <a:pt x="250" y="55"/>
                    <a:pt x="250" y="50"/>
                  </a:cubicBezTo>
                  <a:cubicBezTo>
                    <a:pt x="250" y="30"/>
                    <a:pt x="250" y="30"/>
                    <a:pt x="250" y="30"/>
                  </a:cubicBezTo>
                  <a:cubicBezTo>
                    <a:pt x="250" y="14"/>
                    <a:pt x="236" y="0"/>
                    <a:pt x="219" y="0"/>
                  </a:cubicBezTo>
                  <a:cubicBezTo>
                    <a:pt x="31" y="0"/>
                    <a:pt x="31" y="0"/>
                    <a:pt x="31" y="0"/>
                  </a:cubicBezTo>
                  <a:cubicBezTo>
                    <a:pt x="14" y="0"/>
                    <a:pt x="0" y="14"/>
                    <a:pt x="0" y="30"/>
                  </a:cubicBezTo>
                  <a:cubicBezTo>
                    <a:pt x="0" y="381"/>
                    <a:pt x="0" y="381"/>
                    <a:pt x="0" y="381"/>
                  </a:cubicBezTo>
                  <a:cubicBezTo>
                    <a:pt x="0" y="398"/>
                    <a:pt x="14" y="411"/>
                    <a:pt x="31" y="411"/>
                  </a:cubicBezTo>
                  <a:cubicBezTo>
                    <a:pt x="219" y="411"/>
                    <a:pt x="219" y="411"/>
                    <a:pt x="219" y="411"/>
                  </a:cubicBezTo>
                  <a:cubicBezTo>
                    <a:pt x="236" y="411"/>
                    <a:pt x="250" y="398"/>
                    <a:pt x="250" y="381"/>
                  </a:cubicBezTo>
                  <a:cubicBezTo>
                    <a:pt x="250" y="82"/>
                    <a:pt x="250" y="82"/>
                    <a:pt x="250" y="82"/>
                  </a:cubicBezTo>
                  <a:cubicBezTo>
                    <a:pt x="250" y="78"/>
                    <a:pt x="246" y="74"/>
                    <a:pt x="242" y="74"/>
                  </a:cubicBezTo>
                  <a:close/>
                  <a:moveTo>
                    <a:pt x="234" y="381"/>
                  </a:moveTo>
                  <a:cubicBezTo>
                    <a:pt x="234" y="389"/>
                    <a:pt x="227" y="395"/>
                    <a:pt x="219" y="395"/>
                  </a:cubicBezTo>
                  <a:cubicBezTo>
                    <a:pt x="31" y="395"/>
                    <a:pt x="31" y="395"/>
                    <a:pt x="31" y="395"/>
                  </a:cubicBezTo>
                  <a:cubicBezTo>
                    <a:pt x="23" y="395"/>
                    <a:pt x="16" y="389"/>
                    <a:pt x="16" y="381"/>
                  </a:cubicBezTo>
                  <a:cubicBezTo>
                    <a:pt x="16" y="214"/>
                    <a:pt x="16" y="214"/>
                    <a:pt x="16" y="214"/>
                  </a:cubicBezTo>
                  <a:cubicBezTo>
                    <a:pt x="234" y="214"/>
                    <a:pt x="234" y="214"/>
                    <a:pt x="234" y="214"/>
                  </a:cubicBezTo>
                  <a:lnTo>
                    <a:pt x="234" y="381"/>
                  </a:lnTo>
                  <a:close/>
                  <a:moveTo>
                    <a:pt x="35" y="138"/>
                  </a:moveTo>
                  <a:cubicBezTo>
                    <a:pt x="35" y="174"/>
                    <a:pt x="35" y="174"/>
                    <a:pt x="35" y="174"/>
                  </a:cubicBezTo>
                  <a:cubicBezTo>
                    <a:pt x="35" y="179"/>
                    <a:pt x="39" y="182"/>
                    <a:pt x="43" y="182"/>
                  </a:cubicBezTo>
                  <a:cubicBezTo>
                    <a:pt x="47" y="182"/>
                    <a:pt x="51" y="179"/>
                    <a:pt x="51" y="174"/>
                  </a:cubicBezTo>
                  <a:cubicBezTo>
                    <a:pt x="51" y="138"/>
                    <a:pt x="51" y="138"/>
                    <a:pt x="51" y="138"/>
                  </a:cubicBezTo>
                  <a:cubicBezTo>
                    <a:pt x="51" y="134"/>
                    <a:pt x="47" y="130"/>
                    <a:pt x="43" y="130"/>
                  </a:cubicBezTo>
                  <a:cubicBezTo>
                    <a:pt x="39" y="130"/>
                    <a:pt x="35" y="134"/>
                    <a:pt x="35" y="138"/>
                  </a:cubicBezTo>
                  <a:close/>
                </a:path>
              </a:pathLst>
            </a:custGeom>
            <a:blipFill dpi="0" rotWithShape="1">
              <a:blip r:embed="rId42"/>
              <a:srcRect/>
              <a:stretch>
                <a:fillRect/>
              </a:stretch>
            </a:blipFill>
            <a:ln w="9525">
              <a:noFill/>
              <a:round/>
              <a:headEnd/>
              <a:tailEnd/>
            </a:ln>
          </p:spPr>
          <p:txBody>
            <a:bodyPr/>
            <a:lstStyle/>
            <a:p>
              <a:endParaRPr lang="en-GB"/>
            </a:p>
          </p:txBody>
        </p:sp>
        <p:sp>
          <p:nvSpPr>
            <p:cNvPr id="31857" name="Freeform 6"/>
            <p:cNvSpPr>
              <a:spLocks noEditPoints="1"/>
            </p:cNvSpPr>
            <p:nvPr/>
          </p:nvSpPr>
          <p:spPr bwMode="auto">
            <a:xfrm>
              <a:off x="3509467" y="2744625"/>
              <a:ext cx="135996" cy="92572"/>
            </a:xfrm>
            <a:custGeom>
              <a:avLst/>
              <a:gdLst>
                <a:gd name="T0" fmla="*/ 2147483647 w 455"/>
                <a:gd name="T1" fmla="*/ 2147483647 h 298"/>
                <a:gd name="T2" fmla="*/ 2147483647 w 455"/>
                <a:gd name="T3" fmla="*/ 2147483647 h 298"/>
                <a:gd name="T4" fmla="*/ 2147483647 w 455"/>
                <a:gd name="T5" fmla="*/ 2147483647 h 298"/>
                <a:gd name="T6" fmla="*/ 2147483647 w 455"/>
                <a:gd name="T7" fmla="*/ 2147483647 h 298"/>
                <a:gd name="T8" fmla="*/ 2147483647 w 455"/>
                <a:gd name="T9" fmla="*/ 2147483647 h 298"/>
                <a:gd name="T10" fmla="*/ 2147483647 w 455"/>
                <a:gd name="T11" fmla="*/ 2147483647 h 298"/>
                <a:gd name="T12" fmla="*/ 2147483647 w 455"/>
                <a:gd name="T13" fmla="*/ 2147483647 h 298"/>
                <a:gd name="T14" fmla="*/ 2147483647 w 455"/>
                <a:gd name="T15" fmla="*/ 0 h 298"/>
                <a:gd name="T16" fmla="*/ 2147483647 w 455"/>
                <a:gd name="T17" fmla="*/ 2147483647 h 298"/>
                <a:gd name="T18" fmla="*/ 2147483647 w 455"/>
                <a:gd name="T19" fmla="*/ 2147483647 h 298"/>
                <a:gd name="T20" fmla="*/ 0 w 455"/>
                <a:gd name="T21" fmla="*/ 2147483647 h 298"/>
                <a:gd name="T22" fmla="*/ 2147483647 w 455"/>
                <a:gd name="T23" fmla="*/ 2147483647 h 298"/>
                <a:gd name="T24" fmla="*/ 2147483647 w 455"/>
                <a:gd name="T25" fmla="*/ 2147483647 h 298"/>
                <a:gd name="T26" fmla="*/ 2147483647 w 455"/>
                <a:gd name="T27" fmla="*/ 2147483647 h 298"/>
                <a:gd name="T28" fmla="*/ 2147483647 w 455"/>
                <a:gd name="T29" fmla="*/ 2147483647 h 298"/>
                <a:gd name="T30" fmla="*/ 2147483647 w 455"/>
                <a:gd name="T31" fmla="*/ 2147483647 h 298"/>
                <a:gd name="T32" fmla="*/ 2147483647 w 455"/>
                <a:gd name="T33" fmla="*/ 2147483647 h 298"/>
                <a:gd name="T34" fmla="*/ 2147483647 w 455"/>
                <a:gd name="T35" fmla="*/ 2147483647 h 298"/>
                <a:gd name="T36" fmla="*/ 2147483647 w 455"/>
                <a:gd name="T37" fmla="*/ 2147483647 h 298"/>
                <a:gd name="T38" fmla="*/ 2147483647 w 455"/>
                <a:gd name="T39" fmla="*/ 2147483647 h 298"/>
                <a:gd name="T40" fmla="*/ 2147483647 w 455"/>
                <a:gd name="T41" fmla="*/ 2147483647 h 298"/>
                <a:gd name="T42" fmla="*/ 2147483647 w 455"/>
                <a:gd name="T43" fmla="*/ 2147483647 h 298"/>
                <a:gd name="T44" fmla="*/ 2147483647 w 455"/>
                <a:gd name="T45" fmla="*/ 2147483647 h 298"/>
                <a:gd name="T46" fmla="*/ 2147483647 w 455"/>
                <a:gd name="T47" fmla="*/ 2147483647 h 298"/>
                <a:gd name="T48" fmla="*/ 2147483647 w 455"/>
                <a:gd name="T49" fmla="*/ 2147483647 h 298"/>
                <a:gd name="T50" fmla="*/ 2147483647 w 455"/>
                <a:gd name="T51" fmla="*/ 2147483647 h 298"/>
                <a:gd name="T52" fmla="*/ 2147483647 w 455"/>
                <a:gd name="T53" fmla="*/ 2147483647 h 298"/>
                <a:gd name="T54" fmla="*/ 2147483647 w 455"/>
                <a:gd name="T55" fmla="*/ 2147483647 h 298"/>
                <a:gd name="T56" fmla="*/ 2147483647 w 455"/>
                <a:gd name="T57" fmla="*/ 2147483647 h 298"/>
                <a:gd name="T58" fmla="*/ 2147483647 w 455"/>
                <a:gd name="T59" fmla="*/ 2147483647 h 298"/>
                <a:gd name="T60" fmla="*/ 2147483647 w 455"/>
                <a:gd name="T61" fmla="*/ 2147483647 h 298"/>
                <a:gd name="T62" fmla="*/ 2147483647 w 455"/>
                <a:gd name="T63" fmla="*/ 2147483647 h 298"/>
                <a:gd name="T64" fmla="*/ 2147483647 w 455"/>
                <a:gd name="T65" fmla="*/ 2147483647 h 298"/>
                <a:gd name="T66" fmla="*/ 2147483647 w 455"/>
                <a:gd name="T67" fmla="*/ 2147483647 h 298"/>
                <a:gd name="T68" fmla="*/ 2147483647 w 455"/>
                <a:gd name="T69" fmla="*/ 2147483647 h 298"/>
                <a:gd name="T70" fmla="*/ 2147483647 w 455"/>
                <a:gd name="T71" fmla="*/ 2147483647 h 298"/>
                <a:gd name="T72" fmla="*/ 2147483647 w 455"/>
                <a:gd name="T73" fmla="*/ 2147483647 h 298"/>
                <a:gd name="T74" fmla="*/ 2147483647 w 455"/>
                <a:gd name="T75" fmla="*/ 2147483647 h 298"/>
                <a:gd name="T76" fmla="*/ 2147483647 w 455"/>
                <a:gd name="T77" fmla="*/ 2147483647 h 298"/>
                <a:gd name="T78" fmla="*/ 2147483647 w 455"/>
                <a:gd name="T79" fmla="*/ 2147483647 h 298"/>
                <a:gd name="T80" fmla="*/ 2147483647 w 455"/>
                <a:gd name="T81" fmla="*/ 2147483647 h 29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455"/>
                <a:gd name="T124" fmla="*/ 0 h 298"/>
                <a:gd name="T125" fmla="*/ 455 w 455"/>
                <a:gd name="T126" fmla="*/ 298 h 29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455" h="298">
                  <a:moveTo>
                    <a:pt x="439" y="252"/>
                  </a:moveTo>
                  <a:cubicBezTo>
                    <a:pt x="425" y="252"/>
                    <a:pt x="425" y="252"/>
                    <a:pt x="425" y="252"/>
                  </a:cubicBezTo>
                  <a:cubicBezTo>
                    <a:pt x="425" y="70"/>
                    <a:pt x="425" y="70"/>
                    <a:pt x="425" y="70"/>
                  </a:cubicBezTo>
                  <a:cubicBezTo>
                    <a:pt x="425" y="65"/>
                    <a:pt x="421" y="62"/>
                    <a:pt x="417" y="62"/>
                  </a:cubicBezTo>
                  <a:cubicBezTo>
                    <a:pt x="412" y="62"/>
                    <a:pt x="409" y="65"/>
                    <a:pt x="409" y="70"/>
                  </a:cubicBezTo>
                  <a:cubicBezTo>
                    <a:pt x="409" y="252"/>
                    <a:pt x="409" y="252"/>
                    <a:pt x="409" y="252"/>
                  </a:cubicBezTo>
                  <a:cubicBezTo>
                    <a:pt x="46" y="252"/>
                    <a:pt x="46" y="252"/>
                    <a:pt x="46" y="252"/>
                  </a:cubicBezTo>
                  <a:cubicBezTo>
                    <a:pt x="46" y="16"/>
                    <a:pt x="46" y="16"/>
                    <a:pt x="46" y="16"/>
                  </a:cubicBezTo>
                  <a:cubicBezTo>
                    <a:pt x="409" y="16"/>
                    <a:pt x="409" y="16"/>
                    <a:pt x="409" y="16"/>
                  </a:cubicBezTo>
                  <a:cubicBezTo>
                    <a:pt x="409" y="38"/>
                    <a:pt x="409" y="38"/>
                    <a:pt x="409" y="38"/>
                  </a:cubicBezTo>
                  <a:cubicBezTo>
                    <a:pt x="409" y="42"/>
                    <a:pt x="412" y="46"/>
                    <a:pt x="417" y="46"/>
                  </a:cubicBezTo>
                  <a:cubicBezTo>
                    <a:pt x="421" y="46"/>
                    <a:pt x="425" y="42"/>
                    <a:pt x="425" y="38"/>
                  </a:cubicBezTo>
                  <a:cubicBezTo>
                    <a:pt x="425" y="13"/>
                    <a:pt x="425" y="13"/>
                    <a:pt x="425" y="13"/>
                  </a:cubicBezTo>
                  <a:cubicBezTo>
                    <a:pt x="425" y="10"/>
                    <a:pt x="423" y="6"/>
                    <a:pt x="421" y="4"/>
                  </a:cubicBezTo>
                  <a:cubicBezTo>
                    <a:pt x="418" y="1"/>
                    <a:pt x="415" y="0"/>
                    <a:pt x="411" y="0"/>
                  </a:cubicBezTo>
                  <a:cubicBezTo>
                    <a:pt x="44" y="0"/>
                    <a:pt x="44" y="0"/>
                    <a:pt x="44" y="0"/>
                  </a:cubicBezTo>
                  <a:cubicBezTo>
                    <a:pt x="40" y="0"/>
                    <a:pt x="36" y="1"/>
                    <a:pt x="34" y="4"/>
                  </a:cubicBezTo>
                  <a:cubicBezTo>
                    <a:pt x="31" y="6"/>
                    <a:pt x="30" y="10"/>
                    <a:pt x="30" y="13"/>
                  </a:cubicBezTo>
                  <a:cubicBezTo>
                    <a:pt x="30" y="252"/>
                    <a:pt x="30" y="252"/>
                    <a:pt x="30" y="252"/>
                  </a:cubicBezTo>
                  <a:cubicBezTo>
                    <a:pt x="16" y="252"/>
                    <a:pt x="16" y="252"/>
                    <a:pt x="16" y="252"/>
                  </a:cubicBezTo>
                  <a:cubicBezTo>
                    <a:pt x="7" y="252"/>
                    <a:pt x="0" y="259"/>
                    <a:pt x="0" y="268"/>
                  </a:cubicBezTo>
                  <a:cubicBezTo>
                    <a:pt x="0" y="282"/>
                    <a:pt x="0" y="282"/>
                    <a:pt x="0" y="282"/>
                  </a:cubicBezTo>
                  <a:cubicBezTo>
                    <a:pt x="0" y="291"/>
                    <a:pt x="7" y="298"/>
                    <a:pt x="16" y="298"/>
                  </a:cubicBezTo>
                  <a:cubicBezTo>
                    <a:pt x="439" y="298"/>
                    <a:pt x="439" y="298"/>
                    <a:pt x="439" y="298"/>
                  </a:cubicBezTo>
                  <a:cubicBezTo>
                    <a:pt x="448" y="298"/>
                    <a:pt x="455" y="291"/>
                    <a:pt x="455" y="282"/>
                  </a:cubicBezTo>
                  <a:cubicBezTo>
                    <a:pt x="455" y="268"/>
                    <a:pt x="455" y="268"/>
                    <a:pt x="455" y="268"/>
                  </a:cubicBezTo>
                  <a:cubicBezTo>
                    <a:pt x="455" y="259"/>
                    <a:pt x="448" y="252"/>
                    <a:pt x="439" y="252"/>
                  </a:cubicBezTo>
                  <a:close/>
                  <a:moveTo>
                    <a:pt x="439" y="282"/>
                  </a:moveTo>
                  <a:cubicBezTo>
                    <a:pt x="16" y="282"/>
                    <a:pt x="16" y="282"/>
                    <a:pt x="16" y="282"/>
                  </a:cubicBezTo>
                  <a:cubicBezTo>
                    <a:pt x="16" y="268"/>
                    <a:pt x="16" y="268"/>
                    <a:pt x="16" y="268"/>
                  </a:cubicBezTo>
                  <a:cubicBezTo>
                    <a:pt x="185" y="268"/>
                    <a:pt x="185" y="268"/>
                    <a:pt x="185" y="268"/>
                  </a:cubicBezTo>
                  <a:cubicBezTo>
                    <a:pt x="186" y="271"/>
                    <a:pt x="189" y="274"/>
                    <a:pt x="193" y="274"/>
                  </a:cubicBezTo>
                  <a:cubicBezTo>
                    <a:pt x="262" y="274"/>
                    <a:pt x="262" y="274"/>
                    <a:pt x="262" y="274"/>
                  </a:cubicBezTo>
                  <a:cubicBezTo>
                    <a:pt x="266" y="274"/>
                    <a:pt x="269" y="271"/>
                    <a:pt x="270" y="268"/>
                  </a:cubicBezTo>
                  <a:cubicBezTo>
                    <a:pt x="439" y="268"/>
                    <a:pt x="439" y="268"/>
                    <a:pt x="439" y="268"/>
                  </a:cubicBezTo>
                  <a:lnTo>
                    <a:pt x="439" y="282"/>
                  </a:lnTo>
                  <a:close/>
                  <a:moveTo>
                    <a:pt x="274" y="73"/>
                  </a:moveTo>
                  <a:cubicBezTo>
                    <a:pt x="278" y="74"/>
                    <a:pt x="283" y="72"/>
                    <a:pt x="284" y="68"/>
                  </a:cubicBezTo>
                  <a:cubicBezTo>
                    <a:pt x="286" y="64"/>
                    <a:pt x="284" y="59"/>
                    <a:pt x="280" y="58"/>
                  </a:cubicBezTo>
                  <a:cubicBezTo>
                    <a:pt x="263" y="51"/>
                    <a:pt x="245" y="48"/>
                    <a:pt x="227" y="48"/>
                  </a:cubicBezTo>
                  <a:cubicBezTo>
                    <a:pt x="188" y="48"/>
                    <a:pt x="152" y="63"/>
                    <a:pt x="124" y="90"/>
                  </a:cubicBezTo>
                  <a:cubicBezTo>
                    <a:pt x="121" y="94"/>
                    <a:pt x="121" y="99"/>
                    <a:pt x="124" y="102"/>
                  </a:cubicBezTo>
                  <a:cubicBezTo>
                    <a:pt x="126" y="103"/>
                    <a:pt x="128" y="104"/>
                    <a:pt x="130" y="104"/>
                  </a:cubicBezTo>
                  <a:cubicBezTo>
                    <a:pt x="132" y="104"/>
                    <a:pt x="134" y="103"/>
                    <a:pt x="136" y="102"/>
                  </a:cubicBezTo>
                  <a:cubicBezTo>
                    <a:pt x="160" y="77"/>
                    <a:pt x="193" y="64"/>
                    <a:pt x="227" y="64"/>
                  </a:cubicBezTo>
                  <a:cubicBezTo>
                    <a:pt x="243" y="64"/>
                    <a:pt x="259" y="67"/>
                    <a:pt x="274" y="73"/>
                  </a:cubicBezTo>
                  <a:close/>
                  <a:moveTo>
                    <a:pt x="266" y="162"/>
                  </a:moveTo>
                  <a:cubicBezTo>
                    <a:pt x="268" y="162"/>
                    <a:pt x="270" y="162"/>
                    <a:pt x="272" y="160"/>
                  </a:cubicBezTo>
                  <a:cubicBezTo>
                    <a:pt x="275" y="157"/>
                    <a:pt x="275" y="152"/>
                    <a:pt x="272" y="149"/>
                  </a:cubicBezTo>
                  <a:cubicBezTo>
                    <a:pt x="259" y="137"/>
                    <a:pt x="243" y="130"/>
                    <a:pt x="227" y="130"/>
                  </a:cubicBezTo>
                  <a:cubicBezTo>
                    <a:pt x="211" y="130"/>
                    <a:pt x="195" y="137"/>
                    <a:pt x="183" y="149"/>
                  </a:cubicBezTo>
                  <a:cubicBezTo>
                    <a:pt x="180" y="152"/>
                    <a:pt x="180" y="157"/>
                    <a:pt x="183" y="160"/>
                  </a:cubicBezTo>
                  <a:cubicBezTo>
                    <a:pt x="186" y="163"/>
                    <a:pt x="191" y="163"/>
                    <a:pt x="194" y="160"/>
                  </a:cubicBezTo>
                  <a:cubicBezTo>
                    <a:pt x="203" y="151"/>
                    <a:pt x="215" y="146"/>
                    <a:pt x="227" y="146"/>
                  </a:cubicBezTo>
                  <a:cubicBezTo>
                    <a:pt x="239" y="146"/>
                    <a:pt x="251" y="151"/>
                    <a:pt x="260" y="160"/>
                  </a:cubicBezTo>
                  <a:cubicBezTo>
                    <a:pt x="262" y="162"/>
                    <a:pt x="264" y="162"/>
                    <a:pt x="266" y="162"/>
                  </a:cubicBezTo>
                  <a:close/>
                  <a:moveTo>
                    <a:pt x="319" y="102"/>
                  </a:moveTo>
                  <a:cubicBezTo>
                    <a:pt x="320" y="103"/>
                    <a:pt x="322" y="104"/>
                    <a:pt x="324" y="104"/>
                  </a:cubicBezTo>
                  <a:cubicBezTo>
                    <a:pt x="326" y="104"/>
                    <a:pt x="329" y="103"/>
                    <a:pt x="330" y="102"/>
                  </a:cubicBezTo>
                  <a:cubicBezTo>
                    <a:pt x="333" y="99"/>
                    <a:pt x="333" y="94"/>
                    <a:pt x="330" y="90"/>
                  </a:cubicBezTo>
                  <a:cubicBezTo>
                    <a:pt x="325" y="86"/>
                    <a:pt x="320" y="81"/>
                    <a:pt x="315" y="77"/>
                  </a:cubicBezTo>
                  <a:cubicBezTo>
                    <a:pt x="313" y="76"/>
                    <a:pt x="311" y="75"/>
                    <a:pt x="310" y="73"/>
                  </a:cubicBezTo>
                  <a:cubicBezTo>
                    <a:pt x="306" y="71"/>
                    <a:pt x="301" y="72"/>
                    <a:pt x="298" y="75"/>
                  </a:cubicBezTo>
                  <a:cubicBezTo>
                    <a:pt x="296" y="79"/>
                    <a:pt x="297" y="84"/>
                    <a:pt x="300" y="87"/>
                  </a:cubicBezTo>
                  <a:cubicBezTo>
                    <a:pt x="302" y="88"/>
                    <a:pt x="304" y="89"/>
                    <a:pt x="305" y="90"/>
                  </a:cubicBezTo>
                  <a:cubicBezTo>
                    <a:pt x="310" y="94"/>
                    <a:pt x="315" y="98"/>
                    <a:pt x="319" y="102"/>
                  </a:cubicBezTo>
                  <a:close/>
                  <a:moveTo>
                    <a:pt x="209" y="182"/>
                  </a:moveTo>
                  <a:cubicBezTo>
                    <a:pt x="199" y="192"/>
                    <a:pt x="199" y="209"/>
                    <a:pt x="209" y="218"/>
                  </a:cubicBezTo>
                  <a:cubicBezTo>
                    <a:pt x="219" y="228"/>
                    <a:pt x="235" y="228"/>
                    <a:pt x="245" y="218"/>
                  </a:cubicBezTo>
                  <a:cubicBezTo>
                    <a:pt x="255" y="209"/>
                    <a:pt x="255" y="192"/>
                    <a:pt x="245" y="182"/>
                  </a:cubicBezTo>
                  <a:cubicBezTo>
                    <a:pt x="235" y="172"/>
                    <a:pt x="219" y="172"/>
                    <a:pt x="209" y="182"/>
                  </a:cubicBezTo>
                  <a:close/>
                  <a:moveTo>
                    <a:pt x="295" y="133"/>
                  </a:moveTo>
                  <a:cubicBezTo>
                    <a:pt x="297" y="133"/>
                    <a:pt x="299" y="133"/>
                    <a:pt x="301" y="131"/>
                  </a:cubicBezTo>
                  <a:cubicBezTo>
                    <a:pt x="304" y="128"/>
                    <a:pt x="304" y="123"/>
                    <a:pt x="301" y="120"/>
                  </a:cubicBezTo>
                  <a:cubicBezTo>
                    <a:pt x="280" y="100"/>
                    <a:pt x="254" y="89"/>
                    <a:pt x="227" y="89"/>
                  </a:cubicBezTo>
                  <a:cubicBezTo>
                    <a:pt x="201" y="89"/>
                    <a:pt x="174" y="100"/>
                    <a:pt x="154" y="120"/>
                  </a:cubicBezTo>
                  <a:cubicBezTo>
                    <a:pt x="151" y="123"/>
                    <a:pt x="151" y="128"/>
                    <a:pt x="154" y="131"/>
                  </a:cubicBezTo>
                  <a:cubicBezTo>
                    <a:pt x="157" y="134"/>
                    <a:pt x="162" y="134"/>
                    <a:pt x="165" y="131"/>
                  </a:cubicBezTo>
                  <a:cubicBezTo>
                    <a:pt x="165" y="131"/>
                    <a:pt x="165" y="131"/>
                    <a:pt x="165" y="131"/>
                  </a:cubicBezTo>
                  <a:cubicBezTo>
                    <a:pt x="182" y="114"/>
                    <a:pt x="205" y="105"/>
                    <a:pt x="227" y="105"/>
                  </a:cubicBezTo>
                  <a:cubicBezTo>
                    <a:pt x="250" y="105"/>
                    <a:pt x="272" y="114"/>
                    <a:pt x="289" y="131"/>
                  </a:cubicBezTo>
                  <a:cubicBezTo>
                    <a:pt x="291" y="133"/>
                    <a:pt x="293" y="133"/>
                    <a:pt x="295" y="133"/>
                  </a:cubicBezTo>
                  <a:close/>
                </a:path>
              </a:pathLst>
            </a:custGeom>
            <a:blipFill dpi="0" rotWithShape="1">
              <a:blip r:embed="rId7"/>
              <a:srcRect/>
              <a:stretch>
                <a:fillRect/>
              </a:stretch>
            </a:blipFill>
            <a:ln w="9525">
              <a:noFill/>
              <a:round/>
              <a:headEnd/>
              <a:tailEnd/>
            </a:ln>
          </p:spPr>
          <p:txBody>
            <a:bodyPr/>
            <a:lstStyle/>
            <a:p>
              <a:endParaRPr lang="en-GB"/>
            </a:p>
          </p:txBody>
        </p:sp>
        <p:sp>
          <p:nvSpPr>
            <p:cNvPr id="31858" name="Freeform 6"/>
            <p:cNvSpPr>
              <a:spLocks noEditPoints="1"/>
            </p:cNvSpPr>
            <p:nvPr/>
          </p:nvSpPr>
          <p:spPr bwMode="auto">
            <a:xfrm>
              <a:off x="3074987" y="3949943"/>
              <a:ext cx="129797" cy="95465"/>
            </a:xfrm>
            <a:custGeom>
              <a:avLst/>
              <a:gdLst>
                <a:gd name="T0" fmla="*/ 2147483647 w 434"/>
                <a:gd name="T1" fmla="*/ 2147483647 h 307"/>
                <a:gd name="T2" fmla="*/ 2147483647 w 434"/>
                <a:gd name="T3" fmla="*/ 2147483647 h 307"/>
                <a:gd name="T4" fmla="*/ 2147483647 w 434"/>
                <a:gd name="T5" fmla="*/ 2147483647 h 307"/>
                <a:gd name="T6" fmla="*/ 2147483647 w 434"/>
                <a:gd name="T7" fmla="*/ 2147483647 h 307"/>
                <a:gd name="T8" fmla="*/ 2147483647 w 434"/>
                <a:gd name="T9" fmla="*/ 2147483647 h 307"/>
                <a:gd name="T10" fmla="*/ 2147483647 w 434"/>
                <a:gd name="T11" fmla="*/ 2147483647 h 307"/>
                <a:gd name="T12" fmla="*/ 2147483647 w 434"/>
                <a:gd name="T13" fmla="*/ 2147483647 h 307"/>
                <a:gd name="T14" fmla="*/ 2147483647 w 434"/>
                <a:gd name="T15" fmla="*/ 2147483647 h 307"/>
                <a:gd name="T16" fmla="*/ 2147483647 w 434"/>
                <a:gd name="T17" fmla="*/ 2147483647 h 307"/>
                <a:gd name="T18" fmla="*/ 2147483647 w 434"/>
                <a:gd name="T19" fmla="*/ 2147483647 h 307"/>
                <a:gd name="T20" fmla="*/ 2147483647 w 434"/>
                <a:gd name="T21" fmla="*/ 2147483647 h 307"/>
                <a:gd name="T22" fmla="*/ 2147483647 w 434"/>
                <a:gd name="T23" fmla="*/ 2147483647 h 307"/>
                <a:gd name="T24" fmla="*/ 2147483647 w 434"/>
                <a:gd name="T25" fmla="*/ 2147483647 h 307"/>
                <a:gd name="T26" fmla="*/ 2147483647 w 434"/>
                <a:gd name="T27" fmla="*/ 0 h 307"/>
                <a:gd name="T28" fmla="*/ 2147483647 w 434"/>
                <a:gd name="T29" fmla="*/ 2147483647 h 307"/>
                <a:gd name="T30" fmla="*/ 2147483647 w 434"/>
                <a:gd name="T31" fmla="*/ 2147483647 h 307"/>
                <a:gd name="T32" fmla="*/ 2147483647 w 434"/>
                <a:gd name="T33" fmla="*/ 2147483647 h 307"/>
                <a:gd name="T34" fmla="*/ 2147483647 w 434"/>
                <a:gd name="T35" fmla="*/ 2147483647 h 307"/>
                <a:gd name="T36" fmla="*/ 0 w 434"/>
                <a:gd name="T37" fmla="*/ 2147483647 h 307"/>
                <a:gd name="T38" fmla="*/ 0 w 434"/>
                <a:gd name="T39" fmla="*/ 2147483647 h 307"/>
                <a:gd name="T40" fmla="*/ 2147483647 w 434"/>
                <a:gd name="T41" fmla="*/ 2147483647 h 307"/>
                <a:gd name="T42" fmla="*/ 2147483647 w 434"/>
                <a:gd name="T43" fmla="*/ 2147483647 h 307"/>
                <a:gd name="T44" fmla="*/ 2147483647 w 434"/>
                <a:gd name="T45" fmla="*/ 2147483647 h 307"/>
                <a:gd name="T46" fmla="*/ 2147483647 w 434"/>
                <a:gd name="T47" fmla="*/ 2147483647 h 307"/>
                <a:gd name="T48" fmla="*/ 2147483647 w 434"/>
                <a:gd name="T49" fmla="*/ 2147483647 h 307"/>
                <a:gd name="T50" fmla="*/ 2147483647 w 434"/>
                <a:gd name="T51" fmla="*/ 2147483647 h 307"/>
                <a:gd name="T52" fmla="*/ 2147483647 w 434"/>
                <a:gd name="T53" fmla="*/ 2147483647 h 307"/>
                <a:gd name="T54" fmla="*/ 2147483647 w 434"/>
                <a:gd name="T55" fmla="*/ 2147483647 h 307"/>
                <a:gd name="T56" fmla="*/ 2147483647 w 434"/>
                <a:gd name="T57" fmla="*/ 2147483647 h 307"/>
                <a:gd name="T58" fmla="*/ 2147483647 w 434"/>
                <a:gd name="T59" fmla="*/ 2147483647 h 307"/>
                <a:gd name="T60" fmla="*/ 2147483647 w 434"/>
                <a:gd name="T61" fmla="*/ 2147483647 h 307"/>
                <a:gd name="T62" fmla="*/ 2147483647 w 434"/>
                <a:gd name="T63" fmla="*/ 2147483647 h 307"/>
                <a:gd name="T64" fmla="*/ 2147483647 w 434"/>
                <a:gd name="T65" fmla="*/ 2147483647 h 307"/>
                <a:gd name="T66" fmla="*/ 2147483647 w 434"/>
                <a:gd name="T67" fmla="*/ 2147483647 h 307"/>
                <a:gd name="T68" fmla="*/ 2147483647 w 434"/>
                <a:gd name="T69" fmla="*/ 2147483647 h 307"/>
                <a:gd name="T70" fmla="*/ 2147483647 w 434"/>
                <a:gd name="T71" fmla="*/ 2147483647 h 307"/>
                <a:gd name="T72" fmla="*/ 2147483647 w 434"/>
                <a:gd name="T73" fmla="*/ 2147483647 h 307"/>
                <a:gd name="T74" fmla="*/ 2147483647 w 434"/>
                <a:gd name="T75" fmla="*/ 2147483647 h 307"/>
                <a:gd name="T76" fmla="*/ 2147483647 w 434"/>
                <a:gd name="T77" fmla="*/ 2147483647 h 307"/>
                <a:gd name="T78" fmla="*/ 2147483647 w 434"/>
                <a:gd name="T79" fmla="*/ 2147483647 h 307"/>
                <a:gd name="T80" fmla="*/ 2147483647 w 434"/>
                <a:gd name="T81" fmla="*/ 2147483647 h 307"/>
                <a:gd name="T82" fmla="*/ 2147483647 w 434"/>
                <a:gd name="T83" fmla="*/ 2147483647 h 307"/>
                <a:gd name="T84" fmla="*/ 2147483647 w 434"/>
                <a:gd name="T85" fmla="*/ 2147483647 h 307"/>
                <a:gd name="T86" fmla="*/ 2147483647 w 434"/>
                <a:gd name="T87" fmla="*/ 2147483647 h 307"/>
                <a:gd name="T88" fmla="*/ 2147483647 w 434"/>
                <a:gd name="T89" fmla="*/ 2147483647 h 307"/>
                <a:gd name="T90" fmla="*/ 2147483647 w 434"/>
                <a:gd name="T91" fmla="*/ 2147483647 h 307"/>
                <a:gd name="T92" fmla="*/ 2147483647 w 434"/>
                <a:gd name="T93" fmla="*/ 2147483647 h 307"/>
                <a:gd name="T94" fmla="*/ 2147483647 w 434"/>
                <a:gd name="T95" fmla="*/ 2147483647 h 307"/>
                <a:gd name="T96" fmla="*/ 2147483647 w 434"/>
                <a:gd name="T97" fmla="*/ 2147483647 h 307"/>
                <a:gd name="T98" fmla="*/ 2147483647 w 434"/>
                <a:gd name="T99" fmla="*/ 2147483647 h 307"/>
                <a:gd name="T100" fmla="*/ 2147483647 w 434"/>
                <a:gd name="T101" fmla="*/ 2147483647 h 307"/>
                <a:gd name="T102" fmla="*/ 2147483647 w 434"/>
                <a:gd name="T103" fmla="*/ 2147483647 h 307"/>
                <a:gd name="T104" fmla="*/ 2147483647 w 434"/>
                <a:gd name="T105" fmla="*/ 2147483647 h 307"/>
                <a:gd name="T106" fmla="*/ 2147483647 w 434"/>
                <a:gd name="T107" fmla="*/ 2147483647 h 307"/>
                <a:gd name="T108" fmla="*/ 2147483647 w 434"/>
                <a:gd name="T109" fmla="*/ 2147483647 h 307"/>
                <a:gd name="T110" fmla="*/ 2147483647 w 434"/>
                <a:gd name="T111" fmla="*/ 2147483647 h 307"/>
                <a:gd name="T112" fmla="*/ 2147483647 w 434"/>
                <a:gd name="T113" fmla="*/ 2147483647 h 307"/>
                <a:gd name="T114" fmla="*/ 2147483647 w 434"/>
                <a:gd name="T115" fmla="*/ 2147483647 h 307"/>
                <a:gd name="T116" fmla="*/ 2147483647 w 434"/>
                <a:gd name="T117" fmla="*/ 2147483647 h 307"/>
                <a:gd name="T118" fmla="*/ 2147483647 w 434"/>
                <a:gd name="T119" fmla="*/ 2147483647 h 30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434"/>
                <a:gd name="T181" fmla="*/ 0 h 307"/>
                <a:gd name="T182" fmla="*/ 434 w 434"/>
                <a:gd name="T183" fmla="*/ 307 h 30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434" h="307">
                  <a:moveTo>
                    <a:pt x="97" y="107"/>
                  </a:moveTo>
                  <a:cubicBezTo>
                    <a:pt x="113" y="123"/>
                    <a:pt x="113" y="123"/>
                    <a:pt x="113" y="123"/>
                  </a:cubicBezTo>
                  <a:cubicBezTo>
                    <a:pt x="132" y="123"/>
                    <a:pt x="132" y="123"/>
                    <a:pt x="132" y="123"/>
                  </a:cubicBezTo>
                  <a:cubicBezTo>
                    <a:pt x="133" y="123"/>
                    <a:pt x="134" y="123"/>
                    <a:pt x="134" y="122"/>
                  </a:cubicBezTo>
                  <a:cubicBezTo>
                    <a:pt x="134" y="92"/>
                    <a:pt x="134" y="92"/>
                    <a:pt x="134" y="92"/>
                  </a:cubicBezTo>
                  <a:cubicBezTo>
                    <a:pt x="134" y="91"/>
                    <a:pt x="133" y="91"/>
                    <a:pt x="132" y="91"/>
                  </a:cubicBezTo>
                  <a:cubicBezTo>
                    <a:pt x="113" y="91"/>
                    <a:pt x="113" y="91"/>
                    <a:pt x="113" y="91"/>
                  </a:cubicBezTo>
                  <a:lnTo>
                    <a:pt x="97" y="107"/>
                  </a:lnTo>
                  <a:close/>
                  <a:moveTo>
                    <a:pt x="317" y="91"/>
                  </a:moveTo>
                  <a:cubicBezTo>
                    <a:pt x="308" y="91"/>
                    <a:pt x="301" y="98"/>
                    <a:pt x="301" y="107"/>
                  </a:cubicBezTo>
                  <a:cubicBezTo>
                    <a:pt x="301" y="116"/>
                    <a:pt x="308" y="123"/>
                    <a:pt x="317" y="123"/>
                  </a:cubicBezTo>
                  <a:cubicBezTo>
                    <a:pt x="326" y="123"/>
                    <a:pt x="333" y="116"/>
                    <a:pt x="333" y="107"/>
                  </a:cubicBezTo>
                  <a:cubicBezTo>
                    <a:pt x="333" y="98"/>
                    <a:pt x="326" y="91"/>
                    <a:pt x="317" y="91"/>
                  </a:cubicBezTo>
                  <a:close/>
                  <a:moveTo>
                    <a:pt x="67" y="137"/>
                  </a:moveTo>
                  <a:cubicBezTo>
                    <a:pt x="67" y="156"/>
                    <a:pt x="67" y="156"/>
                    <a:pt x="67" y="156"/>
                  </a:cubicBezTo>
                  <a:cubicBezTo>
                    <a:pt x="67" y="157"/>
                    <a:pt x="68" y="157"/>
                    <a:pt x="68" y="157"/>
                  </a:cubicBezTo>
                  <a:cubicBezTo>
                    <a:pt x="98" y="157"/>
                    <a:pt x="98" y="157"/>
                    <a:pt x="98" y="157"/>
                  </a:cubicBezTo>
                  <a:cubicBezTo>
                    <a:pt x="99" y="157"/>
                    <a:pt x="99" y="157"/>
                    <a:pt x="99" y="156"/>
                  </a:cubicBezTo>
                  <a:cubicBezTo>
                    <a:pt x="99" y="137"/>
                    <a:pt x="99" y="137"/>
                    <a:pt x="99" y="137"/>
                  </a:cubicBezTo>
                  <a:cubicBezTo>
                    <a:pt x="83" y="121"/>
                    <a:pt x="83" y="121"/>
                    <a:pt x="83" y="121"/>
                  </a:cubicBezTo>
                  <a:lnTo>
                    <a:pt x="67" y="137"/>
                  </a:lnTo>
                  <a:close/>
                  <a:moveTo>
                    <a:pt x="99" y="77"/>
                  </a:moveTo>
                  <a:cubicBezTo>
                    <a:pt x="99" y="58"/>
                    <a:pt x="99" y="58"/>
                    <a:pt x="99" y="58"/>
                  </a:cubicBezTo>
                  <a:cubicBezTo>
                    <a:pt x="99" y="57"/>
                    <a:pt x="99" y="57"/>
                    <a:pt x="98" y="57"/>
                  </a:cubicBezTo>
                  <a:cubicBezTo>
                    <a:pt x="68" y="57"/>
                    <a:pt x="68" y="57"/>
                    <a:pt x="68" y="57"/>
                  </a:cubicBezTo>
                  <a:cubicBezTo>
                    <a:pt x="68" y="57"/>
                    <a:pt x="67" y="57"/>
                    <a:pt x="67" y="58"/>
                  </a:cubicBezTo>
                  <a:cubicBezTo>
                    <a:pt x="67" y="77"/>
                    <a:pt x="67" y="77"/>
                    <a:pt x="67" y="77"/>
                  </a:cubicBezTo>
                  <a:cubicBezTo>
                    <a:pt x="83" y="93"/>
                    <a:pt x="83" y="93"/>
                    <a:pt x="83" y="93"/>
                  </a:cubicBezTo>
                  <a:lnTo>
                    <a:pt x="99" y="77"/>
                  </a:lnTo>
                  <a:close/>
                  <a:moveTo>
                    <a:pt x="53" y="91"/>
                  </a:moveTo>
                  <a:cubicBezTo>
                    <a:pt x="34" y="91"/>
                    <a:pt x="34" y="91"/>
                    <a:pt x="34" y="91"/>
                  </a:cubicBezTo>
                  <a:cubicBezTo>
                    <a:pt x="33" y="91"/>
                    <a:pt x="33" y="91"/>
                    <a:pt x="33" y="92"/>
                  </a:cubicBezTo>
                  <a:cubicBezTo>
                    <a:pt x="33" y="122"/>
                    <a:pt x="33" y="122"/>
                    <a:pt x="33" y="122"/>
                  </a:cubicBezTo>
                  <a:cubicBezTo>
                    <a:pt x="33" y="123"/>
                    <a:pt x="33" y="123"/>
                    <a:pt x="34" y="123"/>
                  </a:cubicBezTo>
                  <a:cubicBezTo>
                    <a:pt x="53" y="123"/>
                    <a:pt x="53" y="123"/>
                    <a:pt x="53" y="123"/>
                  </a:cubicBezTo>
                  <a:cubicBezTo>
                    <a:pt x="69" y="107"/>
                    <a:pt x="69" y="107"/>
                    <a:pt x="69" y="107"/>
                  </a:cubicBezTo>
                  <a:lnTo>
                    <a:pt x="53" y="91"/>
                  </a:lnTo>
                  <a:close/>
                  <a:moveTo>
                    <a:pt x="434" y="107"/>
                  </a:moveTo>
                  <a:cubicBezTo>
                    <a:pt x="434" y="77"/>
                    <a:pt x="418" y="50"/>
                    <a:pt x="394" y="36"/>
                  </a:cubicBezTo>
                  <a:cubicBezTo>
                    <a:pt x="394" y="31"/>
                    <a:pt x="394" y="24"/>
                    <a:pt x="392" y="17"/>
                  </a:cubicBezTo>
                  <a:cubicBezTo>
                    <a:pt x="391" y="13"/>
                    <a:pt x="389" y="9"/>
                    <a:pt x="386" y="6"/>
                  </a:cubicBezTo>
                  <a:cubicBezTo>
                    <a:pt x="384" y="3"/>
                    <a:pt x="379" y="0"/>
                    <a:pt x="373" y="0"/>
                  </a:cubicBezTo>
                  <a:cubicBezTo>
                    <a:pt x="330" y="0"/>
                    <a:pt x="330" y="0"/>
                    <a:pt x="330" y="0"/>
                  </a:cubicBezTo>
                  <a:cubicBezTo>
                    <a:pt x="324" y="0"/>
                    <a:pt x="318" y="4"/>
                    <a:pt x="316" y="8"/>
                  </a:cubicBezTo>
                  <a:cubicBezTo>
                    <a:pt x="312" y="14"/>
                    <a:pt x="310" y="21"/>
                    <a:pt x="309" y="27"/>
                  </a:cubicBezTo>
                  <a:cubicBezTo>
                    <a:pt x="309" y="30"/>
                    <a:pt x="309" y="33"/>
                    <a:pt x="309" y="35"/>
                  </a:cubicBezTo>
                  <a:cubicBezTo>
                    <a:pt x="305" y="38"/>
                    <a:pt x="301" y="40"/>
                    <a:pt x="298" y="43"/>
                  </a:cubicBezTo>
                  <a:cubicBezTo>
                    <a:pt x="137" y="43"/>
                    <a:pt x="137" y="43"/>
                    <a:pt x="137" y="43"/>
                  </a:cubicBezTo>
                  <a:cubicBezTo>
                    <a:pt x="133" y="40"/>
                    <a:pt x="130" y="38"/>
                    <a:pt x="126" y="36"/>
                  </a:cubicBezTo>
                  <a:cubicBezTo>
                    <a:pt x="126" y="31"/>
                    <a:pt x="126" y="24"/>
                    <a:pt x="124" y="17"/>
                  </a:cubicBezTo>
                  <a:cubicBezTo>
                    <a:pt x="123" y="13"/>
                    <a:pt x="121" y="9"/>
                    <a:pt x="118" y="6"/>
                  </a:cubicBezTo>
                  <a:cubicBezTo>
                    <a:pt x="116" y="3"/>
                    <a:pt x="111" y="0"/>
                    <a:pt x="105" y="0"/>
                  </a:cubicBezTo>
                  <a:cubicBezTo>
                    <a:pt x="62" y="0"/>
                    <a:pt x="62" y="0"/>
                    <a:pt x="62" y="0"/>
                  </a:cubicBezTo>
                  <a:cubicBezTo>
                    <a:pt x="55" y="0"/>
                    <a:pt x="50" y="4"/>
                    <a:pt x="48" y="8"/>
                  </a:cubicBezTo>
                  <a:cubicBezTo>
                    <a:pt x="44" y="14"/>
                    <a:pt x="42" y="21"/>
                    <a:pt x="41" y="27"/>
                  </a:cubicBezTo>
                  <a:cubicBezTo>
                    <a:pt x="41" y="30"/>
                    <a:pt x="41" y="33"/>
                    <a:pt x="41" y="35"/>
                  </a:cubicBezTo>
                  <a:cubicBezTo>
                    <a:pt x="16" y="50"/>
                    <a:pt x="0" y="76"/>
                    <a:pt x="0" y="107"/>
                  </a:cubicBezTo>
                  <a:cubicBezTo>
                    <a:pt x="0" y="107"/>
                    <a:pt x="0" y="107"/>
                    <a:pt x="0" y="107"/>
                  </a:cubicBezTo>
                  <a:cubicBezTo>
                    <a:pt x="0" y="107"/>
                    <a:pt x="0" y="107"/>
                    <a:pt x="0" y="107"/>
                  </a:cubicBezTo>
                  <a:cubicBezTo>
                    <a:pt x="0" y="107"/>
                    <a:pt x="0" y="108"/>
                    <a:pt x="0" y="108"/>
                  </a:cubicBezTo>
                  <a:cubicBezTo>
                    <a:pt x="0" y="111"/>
                    <a:pt x="0" y="114"/>
                    <a:pt x="1" y="117"/>
                  </a:cubicBezTo>
                  <a:cubicBezTo>
                    <a:pt x="3" y="148"/>
                    <a:pt x="9" y="253"/>
                    <a:pt x="11" y="264"/>
                  </a:cubicBezTo>
                  <a:cubicBezTo>
                    <a:pt x="11" y="270"/>
                    <a:pt x="13" y="281"/>
                    <a:pt x="20" y="290"/>
                  </a:cubicBezTo>
                  <a:cubicBezTo>
                    <a:pt x="27" y="300"/>
                    <a:pt x="39" y="307"/>
                    <a:pt x="58" y="307"/>
                  </a:cubicBezTo>
                  <a:cubicBezTo>
                    <a:pt x="76" y="307"/>
                    <a:pt x="90" y="299"/>
                    <a:pt x="99" y="289"/>
                  </a:cubicBezTo>
                  <a:cubicBezTo>
                    <a:pt x="108" y="280"/>
                    <a:pt x="113" y="270"/>
                    <a:pt x="115" y="266"/>
                  </a:cubicBezTo>
                  <a:cubicBezTo>
                    <a:pt x="117" y="262"/>
                    <a:pt x="122" y="252"/>
                    <a:pt x="127" y="240"/>
                  </a:cubicBezTo>
                  <a:cubicBezTo>
                    <a:pt x="132" y="229"/>
                    <a:pt x="137" y="217"/>
                    <a:pt x="141" y="208"/>
                  </a:cubicBezTo>
                  <a:cubicBezTo>
                    <a:pt x="145" y="200"/>
                    <a:pt x="148" y="197"/>
                    <a:pt x="150" y="196"/>
                  </a:cubicBezTo>
                  <a:cubicBezTo>
                    <a:pt x="152" y="195"/>
                    <a:pt x="156" y="194"/>
                    <a:pt x="164" y="194"/>
                  </a:cubicBezTo>
                  <a:cubicBezTo>
                    <a:pt x="270" y="194"/>
                    <a:pt x="270" y="194"/>
                    <a:pt x="270" y="194"/>
                  </a:cubicBezTo>
                  <a:cubicBezTo>
                    <a:pt x="278" y="194"/>
                    <a:pt x="282" y="195"/>
                    <a:pt x="284" y="196"/>
                  </a:cubicBezTo>
                  <a:cubicBezTo>
                    <a:pt x="286" y="197"/>
                    <a:pt x="289" y="200"/>
                    <a:pt x="293" y="208"/>
                  </a:cubicBezTo>
                  <a:cubicBezTo>
                    <a:pt x="297" y="217"/>
                    <a:pt x="303" y="229"/>
                    <a:pt x="308" y="240"/>
                  </a:cubicBezTo>
                  <a:cubicBezTo>
                    <a:pt x="313" y="252"/>
                    <a:pt x="317" y="262"/>
                    <a:pt x="319" y="266"/>
                  </a:cubicBezTo>
                  <a:cubicBezTo>
                    <a:pt x="321" y="270"/>
                    <a:pt x="326" y="280"/>
                    <a:pt x="335" y="289"/>
                  </a:cubicBezTo>
                  <a:cubicBezTo>
                    <a:pt x="344" y="299"/>
                    <a:pt x="358" y="307"/>
                    <a:pt x="377" y="307"/>
                  </a:cubicBezTo>
                  <a:cubicBezTo>
                    <a:pt x="377" y="307"/>
                    <a:pt x="377" y="307"/>
                    <a:pt x="377" y="307"/>
                  </a:cubicBezTo>
                  <a:cubicBezTo>
                    <a:pt x="395" y="307"/>
                    <a:pt x="408" y="300"/>
                    <a:pt x="414" y="290"/>
                  </a:cubicBezTo>
                  <a:cubicBezTo>
                    <a:pt x="421" y="281"/>
                    <a:pt x="423" y="270"/>
                    <a:pt x="424" y="264"/>
                  </a:cubicBezTo>
                  <a:cubicBezTo>
                    <a:pt x="424" y="263"/>
                    <a:pt x="425" y="256"/>
                    <a:pt x="425" y="252"/>
                  </a:cubicBezTo>
                  <a:cubicBezTo>
                    <a:pt x="425" y="248"/>
                    <a:pt x="422" y="244"/>
                    <a:pt x="418" y="243"/>
                  </a:cubicBezTo>
                  <a:cubicBezTo>
                    <a:pt x="413" y="243"/>
                    <a:pt x="410" y="246"/>
                    <a:pt x="409" y="251"/>
                  </a:cubicBezTo>
                  <a:cubicBezTo>
                    <a:pt x="409" y="254"/>
                    <a:pt x="408" y="260"/>
                    <a:pt x="408" y="262"/>
                  </a:cubicBezTo>
                  <a:cubicBezTo>
                    <a:pt x="407" y="267"/>
                    <a:pt x="406" y="275"/>
                    <a:pt x="401" y="281"/>
                  </a:cubicBezTo>
                  <a:cubicBezTo>
                    <a:pt x="397" y="286"/>
                    <a:pt x="391" y="291"/>
                    <a:pt x="377" y="291"/>
                  </a:cubicBezTo>
                  <a:cubicBezTo>
                    <a:pt x="363" y="291"/>
                    <a:pt x="354" y="285"/>
                    <a:pt x="347" y="278"/>
                  </a:cubicBezTo>
                  <a:cubicBezTo>
                    <a:pt x="340" y="271"/>
                    <a:pt x="336" y="263"/>
                    <a:pt x="334" y="259"/>
                  </a:cubicBezTo>
                  <a:cubicBezTo>
                    <a:pt x="332" y="256"/>
                    <a:pt x="327" y="245"/>
                    <a:pt x="322" y="234"/>
                  </a:cubicBezTo>
                  <a:cubicBezTo>
                    <a:pt x="317" y="222"/>
                    <a:pt x="312" y="210"/>
                    <a:pt x="307" y="201"/>
                  </a:cubicBezTo>
                  <a:cubicBezTo>
                    <a:pt x="303" y="193"/>
                    <a:pt x="299" y="186"/>
                    <a:pt x="292" y="182"/>
                  </a:cubicBezTo>
                  <a:cubicBezTo>
                    <a:pt x="286" y="178"/>
                    <a:pt x="279" y="178"/>
                    <a:pt x="270" y="178"/>
                  </a:cubicBezTo>
                  <a:cubicBezTo>
                    <a:pt x="164" y="178"/>
                    <a:pt x="164" y="178"/>
                    <a:pt x="164" y="178"/>
                  </a:cubicBezTo>
                  <a:cubicBezTo>
                    <a:pt x="156" y="178"/>
                    <a:pt x="149" y="178"/>
                    <a:pt x="142" y="182"/>
                  </a:cubicBezTo>
                  <a:cubicBezTo>
                    <a:pt x="135" y="186"/>
                    <a:pt x="132" y="193"/>
                    <a:pt x="127" y="201"/>
                  </a:cubicBezTo>
                  <a:cubicBezTo>
                    <a:pt x="123" y="210"/>
                    <a:pt x="117" y="222"/>
                    <a:pt x="112" y="234"/>
                  </a:cubicBezTo>
                  <a:cubicBezTo>
                    <a:pt x="107" y="245"/>
                    <a:pt x="103" y="256"/>
                    <a:pt x="101" y="259"/>
                  </a:cubicBezTo>
                  <a:cubicBezTo>
                    <a:pt x="99" y="263"/>
                    <a:pt x="95" y="271"/>
                    <a:pt x="88" y="278"/>
                  </a:cubicBezTo>
                  <a:cubicBezTo>
                    <a:pt x="81" y="285"/>
                    <a:pt x="71" y="291"/>
                    <a:pt x="58" y="291"/>
                  </a:cubicBezTo>
                  <a:cubicBezTo>
                    <a:pt x="43" y="291"/>
                    <a:pt x="37" y="286"/>
                    <a:pt x="33" y="281"/>
                  </a:cubicBezTo>
                  <a:cubicBezTo>
                    <a:pt x="29" y="275"/>
                    <a:pt x="27" y="267"/>
                    <a:pt x="27" y="262"/>
                  </a:cubicBezTo>
                  <a:cubicBezTo>
                    <a:pt x="26" y="256"/>
                    <a:pt x="23" y="217"/>
                    <a:pt x="21" y="180"/>
                  </a:cubicBezTo>
                  <a:cubicBezTo>
                    <a:pt x="20" y="173"/>
                    <a:pt x="20" y="167"/>
                    <a:pt x="19" y="160"/>
                  </a:cubicBezTo>
                  <a:cubicBezTo>
                    <a:pt x="35" y="179"/>
                    <a:pt x="58" y="190"/>
                    <a:pt x="83" y="190"/>
                  </a:cubicBezTo>
                  <a:cubicBezTo>
                    <a:pt x="129" y="190"/>
                    <a:pt x="166" y="153"/>
                    <a:pt x="166" y="107"/>
                  </a:cubicBezTo>
                  <a:cubicBezTo>
                    <a:pt x="166" y="89"/>
                    <a:pt x="161" y="73"/>
                    <a:pt x="151" y="59"/>
                  </a:cubicBezTo>
                  <a:cubicBezTo>
                    <a:pt x="283" y="59"/>
                    <a:pt x="283" y="59"/>
                    <a:pt x="283" y="59"/>
                  </a:cubicBezTo>
                  <a:cubicBezTo>
                    <a:pt x="283" y="59"/>
                    <a:pt x="283" y="59"/>
                    <a:pt x="283" y="59"/>
                  </a:cubicBezTo>
                  <a:cubicBezTo>
                    <a:pt x="274" y="73"/>
                    <a:pt x="268" y="89"/>
                    <a:pt x="268" y="107"/>
                  </a:cubicBezTo>
                  <a:cubicBezTo>
                    <a:pt x="268" y="153"/>
                    <a:pt x="305" y="190"/>
                    <a:pt x="351" y="190"/>
                  </a:cubicBezTo>
                  <a:cubicBezTo>
                    <a:pt x="377" y="190"/>
                    <a:pt x="399" y="179"/>
                    <a:pt x="415" y="161"/>
                  </a:cubicBezTo>
                  <a:cubicBezTo>
                    <a:pt x="413" y="178"/>
                    <a:pt x="413" y="190"/>
                    <a:pt x="411" y="219"/>
                  </a:cubicBezTo>
                  <a:cubicBezTo>
                    <a:pt x="410" y="223"/>
                    <a:pt x="414" y="227"/>
                    <a:pt x="418" y="227"/>
                  </a:cubicBezTo>
                  <a:cubicBezTo>
                    <a:pt x="422" y="227"/>
                    <a:pt x="426" y="224"/>
                    <a:pt x="427" y="220"/>
                  </a:cubicBezTo>
                  <a:cubicBezTo>
                    <a:pt x="430" y="174"/>
                    <a:pt x="430" y="171"/>
                    <a:pt x="434" y="117"/>
                  </a:cubicBezTo>
                  <a:cubicBezTo>
                    <a:pt x="434" y="117"/>
                    <a:pt x="434" y="117"/>
                    <a:pt x="434" y="117"/>
                  </a:cubicBezTo>
                  <a:cubicBezTo>
                    <a:pt x="434" y="114"/>
                    <a:pt x="434" y="111"/>
                    <a:pt x="434" y="107"/>
                  </a:cubicBezTo>
                  <a:cubicBezTo>
                    <a:pt x="434" y="107"/>
                    <a:pt x="434" y="107"/>
                    <a:pt x="434" y="107"/>
                  </a:cubicBezTo>
                  <a:cubicBezTo>
                    <a:pt x="434" y="107"/>
                    <a:pt x="434" y="107"/>
                    <a:pt x="434" y="107"/>
                  </a:cubicBezTo>
                  <a:cubicBezTo>
                    <a:pt x="434" y="107"/>
                    <a:pt x="434" y="107"/>
                    <a:pt x="434" y="107"/>
                  </a:cubicBezTo>
                  <a:close/>
                  <a:moveTo>
                    <a:pt x="83" y="174"/>
                  </a:moveTo>
                  <a:cubicBezTo>
                    <a:pt x="46" y="174"/>
                    <a:pt x="16" y="144"/>
                    <a:pt x="16" y="107"/>
                  </a:cubicBezTo>
                  <a:cubicBezTo>
                    <a:pt x="16" y="81"/>
                    <a:pt x="31" y="58"/>
                    <a:pt x="52" y="47"/>
                  </a:cubicBezTo>
                  <a:cubicBezTo>
                    <a:pt x="55" y="46"/>
                    <a:pt x="56" y="44"/>
                    <a:pt x="56" y="41"/>
                  </a:cubicBezTo>
                  <a:cubicBezTo>
                    <a:pt x="57" y="41"/>
                    <a:pt x="57" y="40"/>
                    <a:pt x="57" y="40"/>
                  </a:cubicBezTo>
                  <a:cubicBezTo>
                    <a:pt x="57" y="38"/>
                    <a:pt x="57" y="31"/>
                    <a:pt x="58" y="24"/>
                  </a:cubicBezTo>
                  <a:cubicBezTo>
                    <a:pt x="59" y="21"/>
                    <a:pt x="60" y="18"/>
                    <a:pt x="61" y="17"/>
                  </a:cubicBezTo>
                  <a:cubicBezTo>
                    <a:pt x="61" y="16"/>
                    <a:pt x="62" y="16"/>
                    <a:pt x="62" y="16"/>
                  </a:cubicBezTo>
                  <a:cubicBezTo>
                    <a:pt x="62" y="16"/>
                    <a:pt x="62" y="16"/>
                    <a:pt x="62" y="16"/>
                  </a:cubicBezTo>
                  <a:cubicBezTo>
                    <a:pt x="105" y="16"/>
                    <a:pt x="105" y="16"/>
                    <a:pt x="105" y="16"/>
                  </a:cubicBezTo>
                  <a:cubicBezTo>
                    <a:pt x="106" y="16"/>
                    <a:pt x="106" y="16"/>
                    <a:pt x="106" y="16"/>
                  </a:cubicBezTo>
                  <a:cubicBezTo>
                    <a:pt x="106" y="16"/>
                    <a:pt x="106" y="16"/>
                    <a:pt x="106" y="16"/>
                  </a:cubicBezTo>
                  <a:cubicBezTo>
                    <a:pt x="107" y="17"/>
                    <a:pt x="109" y="21"/>
                    <a:pt x="109" y="25"/>
                  </a:cubicBezTo>
                  <a:cubicBezTo>
                    <a:pt x="110" y="29"/>
                    <a:pt x="110" y="34"/>
                    <a:pt x="110" y="37"/>
                  </a:cubicBezTo>
                  <a:cubicBezTo>
                    <a:pt x="110" y="38"/>
                    <a:pt x="110" y="39"/>
                    <a:pt x="110" y="39"/>
                  </a:cubicBezTo>
                  <a:cubicBezTo>
                    <a:pt x="110" y="43"/>
                    <a:pt x="111" y="46"/>
                    <a:pt x="114" y="47"/>
                  </a:cubicBezTo>
                  <a:cubicBezTo>
                    <a:pt x="136" y="59"/>
                    <a:pt x="150" y="81"/>
                    <a:pt x="150" y="107"/>
                  </a:cubicBezTo>
                  <a:cubicBezTo>
                    <a:pt x="150" y="144"/>
                    <a:pt x="120" y="174"/>
                    <a:pt x="83" y="174"/>
                  </a:cubicBezTo>
                  <a:close/>
                  <a:moveTo>
                    <a:pt x="351" y="174"/>
                  </a:moveTo>
                  <a:cubicBezTo>
                    <a:pt x="314" y="174"/>
                    <a:pt x="284" y="144"/>
                    <a:pt x="284" y="107"/>
                  </a:cubicBezTo>
                  <a:cubicBezTo>
                    <a:pt x="284" y="81"/>
                    <a:pt x="299" y="58"/>
                    <a:pt x="320" y="47"/>
                  </a:cubicBezTo>
                  <a:cubicBezTo>
                    <a:pt x="322" y="46"/>
                    <a:pt x="324" y="44"/>
                    <a:pt x="324" y="42"/>
                  </a:cubicBezTo>
                  <a:cubicBezTo>
                    <a:pt x="325" y="41"/>
                    <a:pt x="325" y="40"/>
                    <a:pt x="325" y="40"/>
                  </a:cubicBezTo>
                  <a:cubicBezTo>
                    <a:pt x="325" y="38"/>
                    <a:pt x="325" y="31"/>
                    <a:pt x="326" y="24"/>
                  </a:cubicBezTo>
                  <a:cubicBezTo>
                    <a:pt x="327" y="21"/>
                    <a:pt x="328" y="18"/>
                    <a:pt x="329" y="17"/>
                  </a:cubicBezTo>
                  <a:cubicBezTo>
                    <a:pt x="329" y="16"/>
                    <a:pt x="330" y="16"/>
                    <a:pt x="330" y="16"/>
                  </a:cubicBezTo>
                  <a:cubicBezTo>
                    <a:pt x="373" y="16"/>
                    <a:pt x="373" y="16"/>
                    <a:pt x="373" y="16"/>
                  </a:cubicBezTo>
                  <a:cubicBezTo>
                    <a:pt x="374" y="16"/>
                    <a:pt x="374" y="16"/>
                    <a:pt x="374" y="16"/>
                  </a:cubicBezTo>
                  <a:cubicBezTo>
                    <a:pt x="374" y="16"/>
                    <a:pt x="374" y="16"/>
                    <a:pt x="374" y="16"/>
                  </a:cubicBezTo>
                  <a:cubicBezTo>
                    <a:pt x="375" y="17"/>
                    <a:pt x="377" y="21"/>
                    <a:pt x="377" y="25"/>
                  </a:cubicBezTo>
                  <a:cubicBezTo>
                    <a:pt x="378" y="29"/>
                    <a:pt x="378" y="34"/>
                    <a:pt x="378" y="37"/>
                  </a:cubicBezTo>
                  <a:cubicBezTo>
                    <a:pt x="378" y="38"/>
                    <a:pt x="378" y="39"/>
                    <a:pt x="378" y="39"/>
                  </a:cubicBezTo>
                  <a:cubicBezTo>
                    <a:pt x="378" y="40"/>
                    <a:pt x="378" y="41"/>
                    <a:pt x="378" y="42"/>
                  </a:cubicBezTo>
                  <a:cubicBezTo>
                    <a:pt x="379" y="44"/>
                    <a:pt x="380" y="46"/>
                    <a:pt x="382" y="47"/>
                  </a:cubicBezTo>
                  <a:cubicBezTo>
                    <a:pt x="404" y="59"/>
                    <a:pt x="418" y="81"/>
                    <a:pt x="418" y="107"/>
                  </a:cubicBezTo>
                  <a:cubicBezTo>
                    <a:pt x="418" y="144"/>
                    <a:pt x="388" y="174"/>
                    <a:pt x="351" y="174"/>
                  </a:cubicBezTo>
                  <a:close/>
                  <a:moveTo>
                    <a:pt x="225" y="147"/>
                  </a:moveTo>
                  <a:cubicBezTo>
                    <a:pt x="225" y="154"/>
                    <a:pt x="231" y="160"/>
                    <a:pt x="238" y="160"/>
                  </a:cubicBezTo>
                  <a:cubicBezTo>
                    <a:pt x="245" y="160"/>
                    <a:pt x="250" y="154"/>
                    <a:pt x="250" y="147"/>
                  </a:cubicBezTo>
                  <a:cubicBezTo>
                    <a:pt x="250" y="141"/>
                    <a:pt x="245" y="135"/>
                    <a:pt x="238" y="135"/>
                  </a:cubicBezTo>
                  <a:cubicBezTo>
                    <a:pt x="231" y="135"/>
                    <a:pt x="225" y="141"/>
                    <a:pt x="225" y="147"/>
                  </a:cubicBezTo>
                  <a:close/>
                  <a:moveTo>
                    <a:pt x="351" y="125"/>
                  </a:moveTo>
                  <a:cubicBezTo>
                    <a:pt x="342" y="125"/>
                    <a:pt x="335" y="132"/>
                    <a:pt x="335" y="141"/>
                  </a:cubicBezTo>
                  <a:cubicBezTo>
                    <a:pt x="335" y="150"/>
                    <a:pt x="342" y="157"/>
                    <a:pt x="351" y="157"/>
                  </a:cubicBezTo>
                  <a:cubicBezTo>
                    <a:pt x="360" y="157"/>
                    <a:pt x="367" y="150"/>
                    <a:pt x="367" y="141"/>
                  </a:cubicBezTo>
                  <a:cubicBezTo>
                    <a:pt x="367" y="132"/>
                    <a:pt x="360" y="125"/>
                    <a:pt x="351" y="125"/>
                  </a:cubicBezTo>
                  <a:close/>
                  <a:moveTo>
                    <a:pt x="182" y="147"/>
                  </a:moveTo>
                  <a:cubicBezTo>
                    <a:pt x="182" y="154"/>
                    <a:pt x="187" y="160"/>
                    <a:pt x="194" y="160"/>
                  </a:cubicBezTo>
                  <a:cubicBezTo>
                    <a:pt x="201" y="160"/>
                    <a:pt x="207" y="154"/>
                    <a:pt x="207" y="147"/>
                  </a:cubicBezTo>
                  <a:cubicBezTo>
                    <a:pt x="207" y="141"/>
                    <a:pt x="201" y="135"/>
                    <a:pt x="194" y="135"/>
                  </a:cubicBezTo>
                  <a:cubicBezTo>
                    <a:pt x="187" y="135"/>
                    <a:pt x="182" y="141"/>
                    <a:pt x="182" y="147"/>
                  </a:cubicBezTo>
                  <a:close/>
                  <a:moveTo>
                    <a:pt x="351" y="57"/>
                  </a:moveTo>
                  <a:cubicBezTo>
                    <a:pt x="342" y="57"/>
                    <a:pt x="335" y="64"/>
                    <a:pt x="335" y="73"/>
                  </a:cubicBezTo>
                  <a:cubicBezTo>
                    <a:pt x="335" y="82"/>
                    <a:pt x="342" y="89"/>
                    <a:pt x="351" y="89"/>
                  </a:cubicBezTo>
                  <a:cubicBezTo>
                    <a:pt x="360" y="89"/>
                    <a:pt x="367" y="82"/>
                    <a:pt x="367" y="73"/>
                  </a:cubicBezTo>
                  <a:cubicBezTo>
                    <a:pt x="367" y="64"/>
                    <a:pt x="360" y="57"/>
                    <a:pt x="351" y="57"/>
                  </a:cubicBezTo>
                  <a:close/>
                  <a:moveTo>
                    <a:pt x="385" y="91"/>
                  </a:moveTo>
                  <a:cubicBezTo>
                    <a:pt x="377" y="91"/>
                    <a:pt x="369" y="98"/>
                    <a:pt x="369" y="107"/>
                  </a:cubicBezTo>
                  <a:cubicBezTo>
                    <a:pt x="369" y="116"/>
                    <a:pt x="377" y="123"/>
                    <a:pt x="385" y="123"/>
                  </a:cubicBezTo>
                  <a:cubicBezTo>
                    <a:pt x="394" y="123"/>
                    <a:pt x="402" y="116"/>
                    <a:pt x="402" y="107"/>
                  </a:cubicBezTo>
                  <a:cubicBezTo>
                    <a:pt x="402" y="98"/>
                    <a:pt x="394" y="91"/>
                    <a:pt x="385" y="91"/>
                  </a:cubicBezTo>
                  <a:close/>
                </a:path>
              </a:pathLst>
            </a:custGeom>
            <a:blipFill dpi="0" rotWithShape="1">
              <a:blip r:embed="rId43"/>
              <a:srcRect/>
              <a:stretch>
                <a:fillRect/>
              </a:stretch>
            </a:blipFill>
            <a:ln w="9525">
              <a:noFill/>
              <a:round/>
              <a:headEnd/>
              <a:tailEnd/>
            </a:ln>
          </p:spPr>
          <p:txBody>
            <a:bodyPr/>
            <a:lstStyle/>
            <a:p>
              <a:endParaRPr lang="en-GB"/>
            </a:p>
          </p:txBody>
        </p:sp>
        <p:sp>
          <p:nvSpPr>
            <p:cNvPr id="31859" name="Freeform 6"/>
            <p:cNvSpPr>
              <a:spLocks noEditPoints="1"/>
            </p:cNvSpPr>
            <p:nvPr/>
          </p:nvSpPr>
          <p:spPr bwMode="auto">
            <a:xfrm>
              <a:off x="3389700" y="3024763"/>
              <a:ext cx="89694" cy="89416"/>
            </a:xfrm>
            <a:custGeom>
              <a:avLst/>
              <a:gdLst>
                <a:gd name="T0" fmla="*/ 2147483647 w 300"/>
                <a:gd name="T1" fmla="*/ 2147483647 h 288"/>
                <a:gd name="T2" fmla="*/ 2147483647 w 300"/>
                <a:gd name="T3" fmla="*/ 2147483647 h 288"/>
                <a:gd name="T4" fmla="*/ 2147483647 w 300"/>
                <a:gd name="T5" fmla="*/ 0 h 288"/>
                <a:gd name="T6" fmla="*/ 2147483647 w 300"/>
                <a:gd name="T7" fmla="*/ 2147483647 h 288"/>
                <a:gd name="T8" fmla="*/ 2147483647 w 300"/>
                <a:gd name="T9" fmla="*/ 2147483647 h 288"/>
                <a:gd name="T10" fmla="*/ 2147483647 w 300"/>
                <a:gd name="T11" fmla="*/ 2147483647 h 288"/>
                <a:gd name="T12" fmla="*/ 2147483647 w 300"/>
                <a:gd name="T13" fmla="*/ 2147483647 h 288"/>
                <a:gd name="T14" fmla="*/ 2147483647 w 300"/>
                <a:gd name="T15" fmla="*/ 2147483647 h 288"/>
                <a:gd name="T16" fmla="*/ 2147483647 w 300"/>
                <a:gd name="T17" fmla="*/ 2147483647 h 288"/>
                <a:gd name="T18" fmla="*/ 2147483647 w 300"/>
                <a:gd name="T19" fmla="*/ 2147483647 h 288"/>
                <a:gd name="T20" fmla="*/ 2147483647 w 300"/>
                <a:gd name="T21" fmla="*/ 2147483647 h 288"/>
                <a:gd name="T22" fmla="*/ 2147483647 w 300"/>
                <a:gd name="T23" fmla="*/ 2147483647 h 288"/>
                <a:gd name="T24" fmla="*/ 2147483647 w 300"/>
                <a:gd name="T25" fmla="*/ 2147483647 h 288"/>
                <a:gd name="T26" fmla="*/ 0 w 300"/>
                <a:gd name="T27" fmla="*/ 2147483647 h 288"/>
                <a:gd name="T28" fmla="*/ 0 w 300"/>
                <a:gd name="T29" fmla="*/ 2147483647 h 288"/>
                <a:gd name="T30" fmla="*/ 2147483647 w 300"/>
                <a:gd name="T31" fmla="*/ 2147483647 h 288"/>
                <a:gd name="T32" fmla="*/ 2147483647 w 300"/>
                <a:gd name="T33" fmla="*/ 2147483647 h 288"/>
                <a:gd name="T34" fmla="*/ 2147483647 w 300"/>
                <a:gd name="T35" fmla="*/ 2147483647 h 288"/>
                <a:gd name="T36" fmla="*/ 2147483647 w 300"/>
                <a:gd name="T37" fmla="*/ 2147483647 h 288"/>
                <a:gd name="T38" fmla="*/ 2147483647 w 300"/>
                <a:gd name="T39" fmla="*/ 2147483647 h 288"/>
                <a:gd name="T40" fmla="*/ 2147483647 w 300"/>
                <a:gd name="T41" fmla="*/ 2147483647 h 288"/>
                <a:gd name="T42" fmla="*/ 2147483647 w 300"/>
                <a:gd name="T43" fmla="*/ 2147483647 h 288"/>
                <a:gd name="T44" fmla="*/ 2147483647 w 300"/>
                <a:gd name="T45" fmla="*/ 2147483647 h 288"/>
                <a:gd name="T46" fmla="*/ 2147483647 w 300"/>
                <a:gd name="T47" fmla="*/ 2147483647 h 288"/>
                <a:gd name="T48" fmla="*/ 2147483647 w 300"/>
                <a:gd name="T49" fmla="*/ 2147483647 h 288"/>
                <a:gd name="T50" fmla="*/ 2147483647 w 300"/>
                <a:gd name="T51" fmla="*/ 2147483647 h 288"/>
                <a:gd name="T52" fmla="*/ 2147483647 w 300"/>
                <a:gd name="T53" fmla="*/ 2147483647 h 288"/>
                <a:gd name="T54" fmla="*/ 2147483647 w 300"/>
                <a:gd name="T55" fmla="*/ 2147483647 h 288"/>
                <a:gd name="T56" fmla="*/ 2147483647 w 300"/>
                <a:gd name="T57" fmla="*/ 2147483647 h 288"/>
                <a:gd name="T58" fmla="*/ 2147483647 w 300"/>
                <a:gd name="T59" fmla="*/ 2147483647 h 288"/>
                <a:gd name="T60" fmla="*/ 2147483647 w 300"/>
                <a:gd name="T61" fmla="*/ 2147483647 h 288"/>
                <a:gd name="T62" fmla="*/ 2147483647 w 300"/>
                <a:gd name="T63" fmla="*/ 2147483647 h 288"/>
                <a:gd name="T64" fmla="*/ 2147483647 w 300"/>
                <a:gd name="T65" fmla="*/ 2147483647 h 288"/>
                <a:gd name="T66" fmla="*/ 2147483647 w 300"/>
                <a:gd name="T67" fmla="*/ 2147483647 h 288"/>
                <a:gd name="T68" fmla="*/ 2147483647 w 300"/>
                <a:gd name="T69" fmla="*/ 2147483647 h 288"/>
                <a:gd name="T70" fmla="*/ 2147483647 w 300"/>
                <a:gd name="T71" fmla="*/ 2147483647 h 288"/>
                <a:gd name="T72" fmla="*/ 2147483647 w 300"/>
                <a:gd name="T73" fmla="*/ 2147483647 h 288"/>
                <a:gd name="T74" fmla="*/ 2147483647 w 300"/>
                <a:gd name="T75" fmla="*/ 2147483647 h 288"/>
                <a:gd name="T76" fmla="*/ 2147483647 w 300"/>
                <a:gd name="T77" fmla="*/ 2147483647 h 288"/>
                <a:gd name="T78" fmla="*/ 0 w 300"/>
                <a:gd name="T79" fmla="*/ 2147483647 h 288"/>
                <a:gd name="T80" fmla="*/ 0 w 300"/>
                <a:gd name="T81" fmla="*/ 2147483647 h 288"/>
                <a:gd name="T82" fmla="*/ 2147483647 w 300"/>
                <a:gd name="T83" fmla="*/ 2147483647 h 288"/>
                <a:gd name="T84" fmla="*/ 2147483647 w 300"/>
                <a:gd name="T85" fmla="*/ 2147483647 h 288"/>
                <a:gd name="T86" fmla="*/ 2147483647 w 300"/>
                <a:gd name="T87" fmla="*/ 2147483647 h 288"/>
                <a:gd name="T88" fmla="*/ 2147483647 w 300"/>
                <a:gd name="T89" fmla="*/ 2147483647 h 288"/>
                <a:gd name="T90" fmla="*/ 2147483647 w 300"/>
                <a:gd name="T91" fmla="*/ 2147483647 h 288"/>
                <a:gd name="T92" fmla="*/ 2147483647 w 300"/>
                <a:gd name="T93" fmla="*/ 2147483647 h 288"/>
                <a:gd name="T94" fmla="*/ 2147483647 w 300"/>
                <a:gd name="T95" fmla="*/ 2147483647 h 288"/>
                <a:gd name="T96" fmla="*/ 2147483647 w 300"/>
                <a:gd name="T97" fmla="*/ 2147483647 h 288"/>
                <a:gd name="T98" fmla="*/ 2147483647 w 300"/>
                <a:gd name="T99" fmla="*/ 2147483647 h 288"/>
                <a:gd name="T100" fmla="*/ 2147483647 w 300"/>
                <a:gd name="T101" fmla="*/ 2147483647 h 288"/>
                <a:gd name="T102" fmla="*/ 2147483647 w 300"/>
                <a:gd name="T103" fmla="*/ 2147483647 h 288"/>
                <a:gd name="T104" fmla="*/ 2147483647 w 300"/>
                <a:gd name="T105" fmla="*/ 0 h 288"/>
                <a:gd name="T106" fmla="*/ 2147483647 w 300"/>
                <a:gd name="T107" fmla="*/ 2147483647 h 288"/>
                <a:gd name="T108" fmla="*/ 2147483647 w 300"/>
                <a:gd name="T109" fmla="*/ 2147483647 h 2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00"/>
                <a:gd name="T166" fmla="*/ 0 h 288"/>
                <a:gd name="T167" fmla="*/ 300 w 300"/>
                <a:gd name="T168" fmla="*/ 288 h 2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00" h="288">
                  <a:moveTo>
                    <a:pt x="171" y="83"/>
                  </a:moveTo>
                  <a:cubicBezTo>
                    <a:pt x="194" y="83"/>
                    <a:pt x="213" y="64"/>
                    <a:pt x="213" y="41"/>
                  </a:cubicBezTo>
                  <a:cubicBezTo>
                    <a:pt x="213" y="19"/>
                    <a:pt x="194" y="0"/>
                    <a:pt x="171" y="0"/>
                  </a:cubicBezTo>
                  <a:cubicBezTo>
                    <a:pt x="149" y="0"/>
                    <a:pt x="130" y="19"/>
                    <a:pt x="130" y="41"/>
                  </a:cubicBezTo>
                  <a:cubicBezTo>
                    <a:pt x="130" y="64"/>
                    <a:pt x="149" y="83"/>
                    <a:pt x="171" y="83"/>
                  </a:cubicBezTo>
                  <a:close/>
                  <a:moveTo>
                    <a:pt x="300" y="142"/>
                  </a:moveTo>
                  <a:cubicBezTo>
                    <a:pt x="300" y="137"/>
                    <a:pt x="299" y="132"/>
                    <a:pt x="296" y="128"/>
                  </a:cubicBezTo>
                  <a:cubicBezTo>
                    <a:pt x="294" y="124"/>
                    <a:pt x="289" y="122"/>
                    <a:pt x="284" y="122"/>
                  </a:cubicBezTo>
                  <a:cubicBezTo>
                    <a:pt x="279" y="122"/>
                    <a:pt x="275" y="124"/>
                    <a:pt x="271" y="127"/>
                  </a:cubicBezTo>
                  <a:cubicBezTo>
                    <a:pt x="271" y="127"/>
                    <a:pt x="247" y="146"/>
                    <a:pt x="229" y="161"/>
                  </a:cubicBezTo>
                  <a:cubicBezTo>
                    <a:pt x="229" y="139"/>
                    <a:pt x="229" y="139"/>
                    <a:pt x="229" y="139"/>
                  </a:cubicBezTo>
                  <a:cubicBezTo>
                    <a:pt x="229" y="116"/>
                    <a:pt x="210" y="97"/>
                    <a:pt x="187" y="97"/>
                  </a:cubicBezTo>
                  <a:cubicBezTo>
                    <a:pt x="42" y="97"/>
                    <a:pt x="42" y="97"/>
                    <a:pt x="42" y="97"/>
                  </a:cubicBezTo>
                  <a:cubicBezTo>
                    <a:pt x="19" y="97"/>
                    <a:pt x="0" y="116"/>
                    <a:pt x="0" y="139"/>
                  </a:cubicBezTo>
                  <a:cubicBezTo>
                    <a:pt x="0" y="197"/>
                    <a:pt x="0" y="197"/>
                    <a:pt x="0" y="197"/>
                  </a:cubicBezTo>
                  <a:cubicBezTo>
                    <a:pt x="0" y="201"/>
                    <a:pt x="4" y="205"/>
                    <a:pt x="8" y="205"/>
                  </a:cubicBezTo>
                  <a:cubicBezTo>
                    <a:pt x="12" y="205"/>
                    <a:pt x="16" y="201"/>
                    <a:pt x="16" y="197"/>
                  </a:cubicBezTo>
                  <a:cubicBezTo>
                    <a:pt x="16" y="139"/>
                    <a:pt x="16" y="139"/>
                    <a:pt x="16" y="139"/>
                  </a:cubicBezTo>
                  <a:cubicBezTo>
                    <a:pt x="16" y="125"/>
                    <a:pt x="28" y="113"/>
                    <a:pt x="42" y="113"/>
                  </a:cubicBezTo>
                  <a:cubicBezTo>
                    <a:pt x="187" y="113"/>
                    <a:pt x="187" y="113"/>
                    <a:pt x="187" y="113"/>
                  </a:cubicBezTo>
                  <a:cubicBezTo>
                    <a:pt x="201" y="113"/>
                    <a:pt x="213" y="125"/>
                    <a:pt x="213" y="139"/>
                  </a:cubicBezTo>
                  <a:cubicBezTo>
                    <a:pt x="213" y="177"/>
                    <a:pt x="213" y="177"/>
                    <a:pt x="213" y="177"/>
                  </a:cubicBezTo>
                  <a:cubicBezTo>
                    <a:pt x="213" y="180"/>
                    <a:pt x="215" y="183"/>
                    <a:pt x="217" y="184"/>
                  </a:cubicBezTo>
                  <a:cubicBezTo>
                    <a:pt x="220" y="186"/>
                    <a:pt x="223" y="185"/>
                    <a:pt x="226" y="183"/>
                  </a:cubicBezTo>
                  <a:cubicBezTo>
                    <a:pt x="235" y="176"/>
                    <a:pt x="280" y="140"/>
                    <a:pt x="281" y="140"/>
                  </a:cubicBezTo>
                  <a:cubicBezTo>
                    <a:pt x="282" y="139"/>
                    <a:pt x="283" y="138"/>
                    <a:pt x="283" y="138"/>
                  </a:cubicBezTo>
                  <a:cubicBezTo>
                    <a:pt x="284" y="139"/>
                    <a:pt x="284" y="140"/>
                    <a:pt x="284" y="142"/>
                  </a:cubicBezTo>
                  <a:cubicBezTo>
                    <a:pt x="284" y="143"/>
                    <a:pt x="284" y="250"/>
                    <a:pt x="284" y="252"/>
                  </a:cubicBezTo>
                  <a:cubicBezTo>
                    <a:pt x="284" y="253"/>
                    <a:pt x="284" y="255"/>
                    <a:pt x="283" y="255"/>
                  </a:cubicBezTo>
                  <a:cubicBezTo>
                    <a:pt x="283" y="255"/>
                    <a:pt x="282" y="255"/>
                    <a:pt x="281" y="254"/>
                  </a:cubicBezTo>
                  <a:cubicBezTo>
                    <a:pt x="275" y="249"/>
                    <a:pt x="244" y="224"/>
                    <a:pt x="226" y="210"/>
                  </a:cubicBezTo>
                  <a:cubicBezTo>
                    <a:pt x="223" y="208"/>
                    <a:pt x="220" y="208"/>
                    <a:pt x="217" y="209"/>
                  </a:cubicBezTo>
                  <a:cubicBezTo>
                    <a:pt x="215" y="211"/>
                    <a:pt x="213" y="213"/>
                    <a:pt x="213" y="216"/>
                  </a:cubicBezTo>
                  <a:cubicBezTo>
                    <a:pt x="213" y="246"/>
                    <a:pt x="213" y="246"/>
                    <a:pt x="213" y="246"/>
                  </a:cubicBezTo>
                  <a:cubicBezTo>
                    <a:pt x="213" y="260"/>
                    <a:pt x="201" y="272"/>
                    <a:pt x="187" y="272"/>
                  </a:cubicBezTo>
                  <a:cubicBezTo>
                    <a:pt x="42" y="272"/>
                    <a:pt x="42" y="272"/>
                    <a:pt x="42" y="272"/>
                  </a:cubicBezTo>
                  <a:cubicBezTo>
                    <a:pt x="28" y="272"/>
                    <a:pt x="16" y="260"/>
                    <a:pt x="16" y="246"/>
                  </a:cubicBezTo>
                  <a:cubicBezTo>
                    <a:pt x="16" y="229"/>
                    <a:pt x="16" y="229"/>
                    <a:pt x="16" y="229"/>
                  </a:cubicBezTo>
                  <a:cubicBezTo>
                    <a:pt x="16" y="224"/>
                    <a:pt x="12" y="221"/>
                    <a:pt x="8" y="221"/>
                  </a:cubicBezTo>
                  <a:cubicBezTo>
                    <a:pt x="4" y="221"/>
                    <a:pt x="0" y="224"/>
                    <a:pt x="0" y="229"/>
                  </a:cubicBezTo>
                  <a:cubicBezTo>
                    <a:pt x="0" y="246"/>
                    <a:pt x="0" y="246"/>
                    <a:pt x="0" y="246"/>
                  </a:cubicBezTo>
                  <a:cubicBezTo>
                    <a:pt x="0" y="269"/>
                    <a:pt x="19" y="288"/>
                    <a:pt x="42" y="288"/>
                  </a:cubicBezTo>
                  <a:cubicBezTo>
                    <a:pt x="187" y="288"/>
                    <a:pt x="187" y="288"/>
                    <a:pt x="187" y="288"/>
                  </a:cubicBezTo>
                  <a:cubicBezTo>
                    <a:pt x="210" y="288"/>
                    <a:pt x="229" y="269"/>
                    <a:pt x="229" y="246"/>
                  </a:cubicBezTo>
                  <a:cubicBezTo>
                    <a:pt x="229" y="233"/>
                    <a:pt x="229" y="233"/>
                    <a:pt x="229" y="233"/>
                  </a:cubicBezTo>
                  <a:cubicBezTo>
                    <a:pt x="246" y="246"/>
                    <a:pt x="266" y="262"/>
                    <a:pt x="271" y="266"/>
                  </a:cubicBezTo>
                  <a:cubicBezTo>
                    <a:pt x="275" y="269"/>
                    <a:pt x="279" y="271"/>
                    <a:pt x="284" y="271"/>
                  </a:cubicBezTo>
                  <a:cubicBezTo>
                    <a:pt x="288" y="272"/>
                    <a:pt x="293" y="269"/>
                    <a:pt x="296" y="265"/>
                  </a:cubicBezTo>
                  <a:cubicBezTo>
                    <a:pt x="299" y="261"/>
                    <a:pt x="300" y="257"/>
                    <a:pt x="300" y="252"/>
                  </a:cubicBezTo>
                  <a:cubicBezTo>
                    <a:pt x="300" y="250"/>
                    <a:pt x="300" y="143"/>
                    <a:pt x="300" y="142"/>
                  </a:cubicBezTo>
                  <a:close/>
                  <a:moveTo>
                    <a:pt x="66" y="83"/>
                  </a:moveTo>
                  <a:cubicBezTo>
                    <a:pt x="89" y="83"/>
                    <a:pt x="107" y="64"/>
                    <a:pt x="107" y="41"/>
                  </a:cubicBezTo>
                  <a:cubicBezTo>
                    <a:pt x="107" y="19"/>
                    <a:pt x="89" y="0"/>
                    <a:pt x="66" y="0"/>
                  </a:cubicBezTo>
                  <a:cubicBezTo>
                    <a:pt x="43" y="0"/>
                    <a:pt x="25" y="19"/>
                    <a:pt x="25" y="41"/>
                  </a:cubicBezTo>
                  <a:cubicBezTo>
                    <a:pt x="25" y="64"/>
                    <a:pt x="43" y="83"/>
                    <a:pt x="66" y="83"/>
                  </a:cubicBezTo>
                  <a:close/>
                </a:path>
              </a:pathLst>
            </a:custGeom>
            <a:blipFill dpi="0" rotWithShape="1">
              <a:blip r:embed="rId9"/>
              <a:srcRect/>
              <a:stretch>
                <a:fillRect/>
              </a:stretch>
            </a:blipFill>
            <a:ln w="9525">
              <a:noFill/>
              <a:round/>
              <a:headEnd/>
              <a:tailEnd/>
            </a:ln>
          </p:spPr>
          <p:txBody>
            <a:bodyPr/>
            <a:lstStyle/>
            <a:p>
              <a:endParaRPr lang="en-GB"/>
            </a:p>
          </p:txBody>
        </p:sp>
        <p:sp>
          <p:nvSpPr>
            <p:cNvPr id="31860" name="Freeform 7"/>
            <p:cNvSpPr>
              <a:spLocks noChangeAspect="1" noEditPoints="1"/>
            </p:cNvSpPr>
            <p:nvPr/>
          </p:nvSpPr>
          <p:spPr bwMode="auto">
            <a:xfrm>
              <a:off x="3194793" y="3355495"/>
              <a:ext cx="96146" cy="82973"/>
            </a:xfrm>
            <a:custGeom>
              <a:avLst/>
              <a:gdLst>
                <a:gd name="T0" fmla="*/ 2147483647 w 322"/>
                <a:gd name="T1" fmla="*/ 2147483647 h 267"/>
                <a:gd name="T2" fmla="*/ 2147483647 w 322"/>
                <a:gd name="T3" fmla="*/ 2147483647 h 267"/>
                <a:gd name="T4" fmla="*/ 2147483647 w 322"/>
                <a:gd name="T5" fmla="*/ 2147483647 h 267"/>
                <a:gd name="T6" fmla="*/ 2147483647 w 322"/>
                <a:gd name="T7" fmla="*/ 2147483647 h 267"/>
                <a:gd name="T8" fmla="*/ 2147483647 w 322"/>
                <a:gd name="T9" fmla="*/ 2147483647 h 267"/>
                <a:gd name="T10" fmla="*/ 2147483647 w 322"/>
                <a:gd name="T11" fmla="*/ 2147483647 h 267"/>
                <a:gd name="T12" fmla="*/ 2147483647 w 322"/>
                <a:gd name="T13" fmla="*/ 2147483647 h 267"/>
                <a:gd name="T14" fmla="*/ 2147483647 w 322"/>
                <a:gd name="T15" fmla="*/ 2147483647 h 267"/>
                <a:gd name="T16" fmla="*/ 2147483647 w 322"/>
                <a:gd name="T17" fmla="*/ 2147483647 h 267"/>
                <a:gd name="T18" fmla="*/ 2147483647 w 322"/>
                <a:gd name="T19" fmla="*/ 2147483647 h 267"/>
                <a:gd name="T20" fmla="*/ 2147483647 w 322"/>
                <a:gd name="T21" fmla="*/ 2147483647 h 267"/>
                <a:gd name="T22" fmla="*/ 2147483647 w 322"/>
                <a:gd name="T23" fmla="*/ 2147483647 h 267"/>
                <a:gd name="T24" fmla="*/ 2147483647 w 322"/>
                <a:gd name="T25" fmla="*/ 2147483647 h 267"/>
                <a:gd name="T26" fmla="*/ 2147483647 w 322"/>
                <a:gd name="T27" fmla="*/ 2147483647 h 267"/>
                <a:gd name="T28" fmla="*/ 2147483647 w 322"/>
                <a:gd name="T29" fmla="*/ 2147483647 h 267"/>
                <a:gd name="T30" fmla="*/ 0 w 322"/>
                <a:gd name="T31" fmla="*/ 2147483647 h 267"/>
                <a:gd name="T32" fmla="*/ 2147483647 w 322"/>
                <a:gd name="T33" fmla="*/ 2147483647 h 267"/>
                <a:gd name="T34" fmla="*/ 2147483647 w 322"/>
                <a:gd name="T35" fmla="*/ 2147483647 h 267"/>
                <a:gd name="T36" fmla="*/ 2147483647 w 322"/>
                <a:gd name="T37" fmla="*/ 2147483647 h 267"/>
                <a:gd name="T38" fmla="*/ 2147483647 w 322"/>
                <a:gd name="T39" fmla="*/ 2147483647 h 267"/>
                <a:gd name="T40" fmla="*/ 2147483647 w 322"/>
                <a:gd name="T41" fmla="*/ 2147483647 h 267"/>
                <a:gd name="T42" fmla="*/ 2147483647 w 322"/>
                <a:gd name="T43" fmla="*/ 2147483647 h 267"/>
                <a:gd name="T44" fmla="*/ 2147483647 w 322"/>
                <a:gd name="T45" fmla="*/ 2147483647 h 267"/>
                <a:gd name="T46" fmla="*/ 2147483647 w 322"/>
                <a:gd name="T47" fmla="*/ 2147483647 h 267"/>
                <a:gd name="T48" fmla="*/ 2147483647 w 322"/>
                <a:gd name="T49" fmla="*/ 2147483647 h 267"/>
                <a:gd name="T50" fmla="*/ 2147483647 w 322"/>
                <a:gd name="T51" fmla="*/ 2147483647 h 267"/>
                <a:gd name="T52" fmla="*/ 2147483647 w 322"/>
                <a:gd name="T53" fmla="*/ 2147483647 h 267"/>
                <a:gd name="T54" fmla="*/ 2147483647 w 322"/>
                <a:gd name="T55" fmla="*/ 2147483647 h 267"/>
                <a:gd name="T56" fmla="*/ 2147483647 w 322"/>
                <a:gd name="T57" fmla="*/ 2147483647 h 267"/>
                <a:gd name="T58" fmla="*/ 2147483647 w 322"/>
                <a:gd name="T59" fmla="*/ 2147483647 h 267"/>
                <a:gd name="T60" fmla="*/ 2147483647 w 322"/>
                <a:gd name="T61" fmla="*/ 2147483647 h 267"/>
                <a:gd name="T62" fmla="*/ 2147483647 w 322"/>
                <a:gd name="T63" fmla="*/ 2147483647 h 267"/>
                <a:gd name="T64" fmla="*/ 2147483647 w 322"/>
                <a:gd name="T65" fmla="*/ 2147483647 h 267"/>
                <a:gd name="T66" fmla="*/ 2147483647 w 322"/>
                <a:gd name="T67" fmla="*/ 2147483647 h 267"/>
                <a:gd name="T68" fmla="*/ 2147483647 w 322"/>
                <a:gd name="T69" fmla="*/ 2147483647 h 267"/>
                <a:gd name="T70" fmla="*/ 2147483647 w 322"/>
                <a:gd name="T71" fmla="*/ 2147483647 h 267"/>
                <a:gd name="T72" fmla="*/ 2147483647 w 322"/>
                <a:gd name="T73" fmla="*/ 2147483647 h 267"/>
                <a:gd name="T74" fmla="*/ 2147483647 w 322"/>
                <a:gd name="T75" fmla="*/ 2147483647 h 267"/>
                <a:gd name="T76" fmla="*/ 2147483647 w 322"/>
                <a:gd name="T77" fmla="*/ 2147483647 h 267"/>
                <a:gd name="T78" fmla="*/ 2147483647 w 322"/>
                <a:gd name="T79" fmla="*/ 2147483647 h 267"/>
                <a:gd name="T80" fmla="*/ 2147483647 w 322"/>
                <a:gd name="T81" fmla="*/ 2147483647 h 267"/>
                <a:gd name="T82" fmla="*/ 2147483647 w 322"/>
                <a:gd name="T83" fmla="*/ 2147483647 h 267"/>
                <a:gd name="T84" fmla="*/ 2147483647 w 322"/>
                <a:gd name="T85" fmla="*/ 2147483647 h 267"/>
                <a:gd name="T86" fmla="*/ 2147483647 w 322"/>
                <a:gd name="T87" fmla="*/ 2147483647 h 267"/>
                <a:gd name="T88" fmla="*/ 2147483647 w 322"/>
                <a:gd name="T89" fmla="*/ 2147483647 h 267"/>
                <a:gd name="T90" fmla="*/ 2147483647 w 322"/>
                <a:gd name="T91" fmla="*/ 2147483647 h 267"/>
                <a:gd name="T92" fmla="*/ 2147483647 w 322"/>
                <a:gd name="T93" fmla="*/ 2147483647 h 267"/>
                <a:gd name="T94" fmla="*/ 2147483647 w 322"/>
                <a:gd name="T95" fmla="*/ 2147483647 h 26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322"/>
                <a:gd name="T145" fmla="*/ 0 h 267"/>
                <a:gd name="T146" fmla="*/ 322 w 322"/>
                <a:gd name="T147" fmla="*/ 267 h 26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322" h="267">
                  <a:moveTo>
                    <a:pt x="140" y="181"/>
                  </a:moveTo>
                  <a:cubicBezTo>
                    <a:pt x="140" y="224"/>
                    <a:pt x="140" y="224"/>
                    <a:pt x="140" y="224"/>
                  </a:cubicBezTo>
                  <a:cubicBezTo>
                    <a:pt x="140" y="228"/>
                    <a:pt x="144" y="232"/>
                    <a:pt x="148" y="232"/>
                  </a:cubicBezTo>
                  <a:cubicBezTo>
                    <a:pt x="153" y="232"/>
                    <a:pt x="156" y="228"/>
                    <a:pt x="156" y="224"/>
                  </a:cubicBezTo>
                  <a:cubicBezTo>
                    <a:pt x="156" y="181"/>
                    <a:pt x="156" y="181"/>
                    <a:pt x="156" y="181"/>
                  </a:cubicBezTo>
                  <a:cubicBezTo>
                    <a:pt x="156" y="176"/>
                    <a:pt x="153" y="173"/>
                    <a:pt x="148" y="173"/>
                  </a:cubicBezTo>
                  <a:cubicBezTo>
                    <a:pt x="144" y="173"/>
                    <a:pt x="140" y="176"/>
                    <a:pt x="140" y="181"/>
                  </a:cubicBezTo>
                  <a:close/>
                  <a:moveTo>
                    <a:pt x="182" y="173"/>
                  </a:moveTo>
                  <a:cubicBezTo>
                    <a:pt x="178" y="173"/>
                    <a:pt x="174" y="176"/>
                    <a:pt x="174" y="181"/>
                  </a:cubicBezTo>
                  <a:cubicBezTo>
                    <a:pt x="174" y="223"/>
                    <a:pt x="174" y="223"/>
                    <a:pt x="174" y="223"/>
                  </a:cubicBezTo>
                  <a:cubicBezTo>
                    <a:pt x="174" y="227"/>
                    <a:pt x="178" y="231"/>
                    <a:pt x="182" y="231"/>
                  </a:cubicBezTo>
                  <a:cubicBezTo>
                    <a:pt x="212" y="231"/>
                    <a:pt x="212" y="231"/>
                    <a:pt x="212" y="231"/>
                  </a:cubicBezTo>
                  <a:cubicBezTo>
                    <a:pt x="217" y="231"/>
                    <a:pt x="220" y="227"/>
                    <a:pt x="220" y="223"/>
                  </a:cubicBezTo>
                  <a:cubicBezTo>
                    <a:pt x="220" y="181"/>
                    <a:pt x="220" y="181"/>
                    <a:pt x="220" y="181"/>
                  </a:cubicBezTo>
                  <a:cubicBezTo>
                    <a:pt x="220" y="176"/>
                    <a:pt x="217" y="173"/>
                    <a:pt x="212" y="173"/>
                  </a:cubicBezTo>
                  <a:lnTo>
                    <a:pt x="182" y="173"/>
                  </a:lnTo>
                  <a:close/>
                  <a:moveTo>
                    <a:pt x="247" y="173"/>
                  </a:moveTo>
                  <a:cubicBezTo>
                    <a:pt x="242" y="173"/>
                    <a:pt x="239" y="176"/>
                    <a:pt x="239" y="181"/>
                  </a:cubicBezTo>
                  <a:cubicBezTo>
                    <a:pt x="239" y="223"/>
                    <a:pt x="239" y="223"/>
                    <a:pt x="239" y="223"/>
                  </a:cubicBezTo>
                  <a:cubicBezTo>
                    <a:pt x="239" y="227"/>
                    <a:pt x="242" y="231"/>
                    <a:pt x="247" y="231"/>
                  </a:cubicBezTo>
                  <a:cubicBezTo>
                    <a:pt x="277" y="231"/>
                    <a:pt x="277" y="231"/>
                    <a:pt x="277" y="231"/>
                  </a:cubicBezTo>
                  <a:cubicBezTo>
                    <a:pt x="281" y="231"/>
                    <a:pt x="285" y="227"/>
                    <a:pt x="285" y="223"/>
                  </a:cubicBezTo>
                  <a:cubicBezTo>
                    <a:pt x="285" y="181"/>
                    <a:pt x="285" y="181"/>
                    <a:pt x="285" y="181"/>
                  </a:cubicBezTo>
                  <a:cubicBezTo>
                    <a:pt x="285" y="176"/>
                    <a:pt x="281" y="173"/>
                    <a:pt x="277" y="173"/>
                  </a:cubicBezTo>
                  <a:lnTo>
                    <a:pt x="247" y="173"/>
                  </a:lnTo>
                  <a:close/>
                  <a:moveTo>
                    <a:pt x="314" y="173"/>
                  </a:moveTo>
                  <a:cubicBezTo>
                    <a:pt x="318" y="173"/>
                    <a:pt x="322" y="169"/>
                    <a:pt x="322" y="165"/>
                  </a:cubicBezTo>
                  <a:cubicBezTo>
                    <a:pt x="322" y="150"/>
                    <a:pt x="322" y="150"/>
                    <a:pt x="322" y="150"/>
                  </a:cubicBezTo>
                  <a:cubicBezTo>
                    <a:pt x="322" y="142"/>
                    <a:pt x="315" y="135"/>
                    <a:pt x="307" y="135"/>
                  </a:cubicBezTo>
                  <a:cubicBezTo>
                    <a:pt x="15" y="135"/>
                    <a:pt x="15" y="135"/>
                    <a:pt x="15" y="135"/>
                  </a:cubicBezTo>
                  <a:cubicBezTo>
                    <a:pt x="7" y="135"/>
                    <a:pt x="0" y="142"/>
                    <a:pt x="0" y="150"/>
                  </a:cubicBezTo>
                  <a:cubicBezTo>
                    <a:pt x="0" y="252"/>
                    <a:pt x="0" y="252"/>
                    <a:pt x="0" y="252"/>
                  </a:cubicBezTo>
                  <a:cubicBezTo>
                    <a:pt x="0" y="261"/>
                    <a:pt x="7" y="267"/>
                    <a:pt x="15" y="267"/>
                  </a:cubicBezTo>
                  <a:cubicBezTo>
                    <a:pt x="307" y="267"/>
                    <a:pt x="307" y="267"/>
                    <a:pt x="307" y="267"/>
                  </a:cubicBezTo>
                  <a:cubicBezTo>
                    <a:pt x="315" y="267"/>
                    <a:pt x="322" y="261"/>
                    <a:pt x="322" y="252"/>
                  </a:cubicBezTo>
                  <a:cubicBezTo>
                    <a:pt x="322" y="196"/>
                    <a:pt x="322" y="196"/>
                    <a:pt x="322" y="196"/>
                  </a:cubicBezTo>
                  <a:cubicBezTo>
                    <a:pt x="322" y="192"/>
                    <a:pt x="318" y="188"/>
                    <a:pt x="314" y="188"/>
                  </a:cubicBezTo>
                  <a:cubicBezTo>
                    <a:pt x="310" y="188"/>
                    <a:pt x="306" y="192"/>
                    <a:pt x="306" y="196"/>
                  </a:cubicBezTo>
                  <a:cubicBezTo>
                    <a:pt x="306" y="251"/>
                    <a:pt x="306" y="251"/>
                    <a:pt x="306" y="251"/>
                  </a:cubicBezTo>
                  <a:cubicBezTo>
                    <a:pt x="16" y="251"/>
                    <a:pt x="16" y="251"/>
                    <a:pt x="16" y="251"/>
                  </a:cubicBezTo>
                  <a:cubicBezTo>
                    <a:pt x="16" y="151"/>
                    <a:pt x="16" y="151"/>
                    <a:pt x="16" y="151"/>
                  </a:cubicBezTo>
                  <a:cubicBezTo>
                    <a:pt x="306" y="151"/>
                    <a:pt x="306" y="151"/>
                    <a:pt x="306" y="151"/>
                  </a:cubicBezTo>
                  <a:cubicBezTo>
                    <a:pt x="306" y="165"/>
                    <a:pt x="306" y="165"/>
                    <a:pt x="306" y="165"/>
                  </a:cubicBezTo>
                  <a:cubicBezTo>
                    <a:pt x="306" y="169"/>
                    <a:pt x="310" y="173"/>
                    <a:pt x="314" y="173"/>
                  </a:cubicBezTo>
                  <a:close/>
                  <a:moveTo>
                    <a:pt x="37" y="181"/>
                  </a:moveTo>
                  <a:cubicBezTo>
                    <a:pt x="37" y="224"/>
                    <a:pt x="37" y="224"/>
                    <a:pt x="37" y="224"/>
                  </a:cubicBezTo>
                  <a:cubicBezTo>
                    <a:pt x="37" y="228"/>
                    <a:pt x="41" y="232"/>
                    <a:pt x="45" y="232"/>
                  </a:cubicBezTo>
                  <a:cubicBezTo>
                    <a:pt x="50" y="232"/>
                    <a:pt x="53" y="228"/>
                    <a:pt x="53" y="224"/>
                  </a:cubicBezTo>
                  <a:cubicBezTo>
                    <a:pt x="53" y="181"/>
                    <a:pt x="53" y="181"/>
                    <a:pt x="53" y="181"/>
                  </a:cubicBezTo>
                  <a:cubicBezTo>
                    <a:pt x="53" y="176"/>
                    <a:pt x="50" y="173"/>
                    <a:pt x="45" y="173"/>
                  </a:cubicBezTo>
                  <a:cubicBezTo>
                    <a:pt x="41" y="173"/>
                    <a:pt x="37" y="176"/>
                    <a:pt x="37" y="181"/>
                  </a:cubicBezTo>
                  <a:close/>
                  <a:moveTo>
                    <a:pt x="106" y="181"/>
                  </a:moveTo>
                  <a:cubicBezTo>
                    <a:pt x="106" y="224"/>
                    <a:pt x="106" y="224"/>
                    <a:pt x="106" y="224"/>
                  </a:cubicBezTo>
                  <a:cubicBezTo>
                    <a:pt x="106" y="228"/>
                    <a:pt x="109" y="232"/>
                    <a:pt x="114" y="232"/>
                  </a:cubicBezTo>
                  <a:cubicBezTo>
                    <a:pt x="118" y="232"/>
                    <a:pt x="122" y="228"/>
                    <a:pt x="122" y="224"/>
                  </a:cubicBezTo>
                  <a:cubicBezTo>
                    <a:pt x="122" y="181"/>
                    <a:pt x="122" y="181"/>
                    <a:pt x="122" y="181"/>
                  </a:cubicBezTo>
                  <a:cubicBezTo>
                    <a:pt x="122" y="176"/>
                    <a:pt x="118" y="173"/>
                    <a:pt x="114" y="173"/>
                  </a:cubicBezTo>
                  <a:cubicBezTo>
                    <a:pt x="109" y="173"/>
                    <a:pt x="106" y="176"/>
                    <a:pt x="106" y="181"/>
                  </a:cubicBezTo>
                  <a:close/>
                  <a:moveTo>
                    <a:pt x="71" y="181"/>
                  </a:moveTo>
                  <a:cubicBezTo>
                    <a:pt x="71" y="224"/>
                    <a:pt x="71" y="224"/>
                    <a:pt x="71" y="224"/>
                  </a:cubicBezTo>
                  <a:cubicBezTo>
                    <a:pt x="71" y="228"/>
                    <a:pt x="75" y="232"/>
                    <a:pt x="79" y="232"/>
                  </a:cubicBezTo>
                  <a:cubicBezTo>
                    <a:pt x="84" y="232"/>
                    <a:pt x="87" y="228"/>
                    <a:pt x="87" y="224"/>
                  </a:cubicBezTo>
                  <a:cubicBezTo>
                    <a:pt x="87" y="181"/>
                    <a:pt x="87" y="181"/>
                    <a:pt x="87" y="181"/>
                  </a:cubicBezTo>
                  <a:cubicBezTo>
                    <a:pt x="87" y="176"/>
                    <a:pt x="84" y="173"/>
                    <a:pt x="79" y="173"/>
                  </a:cubicBezTo>
                  <a:cubicBezTo>
                    <a:pt x="75" y="173"/>
                    <a:pt x="71" y="176"/>
                    <a:pt x="71" y="181"/>
                  </a:cubicBezTo>
                  <a:close/>
                  <a:moveTo>
                    <a:pt x="76" y="51"/>
                  </a:moveTo>
                  <a:cubicBezTo>
                    <a:pt x="76" y="51"/>
                    <a:pt x="76" y="51"/>
                    <a:pt x="76" y="51"/>
                  </a:cubicBezTo>
                  <a:cubicBezTo>
                    <a:pt x="100" y="28"/>
                    <a:pt x="130" y="16"/>
                    <a:pt x="161" y="16"/>
                  </a:cubicBezTo>
                  <a:cubicBezTo>
                    <a:pt x="192" y="16"/>
                    <a:pt x="223" y="28"/>
                    <a:pt x="246" y="51"/>
                  </a:cubicBezTo>
                  <a:cubicBezTo>
                    <a:pt x="250" y="55"/>
                    <a:pt x="255" y="55"/>
                    <a:pt x="258" y="51"/>
                  </a:cubicBezTo>
                  <a:cubicBezTo>
                    <a:pt x="259" y="50"/>
                    <a:pt x="260" y="48"/>
                    <a:pt x="260" y="46"/>
                  </a:cubicBezTo>
                  <a:cubicBezTo>
                    <a:pt x="260" y="44"/>
                    <a:pt x="259" y="42"/>
                    <a:pt x="258" y="40"/>
                  </a:cubicBezTo>
                  <a:cubicBezTo>
                    <a:pt x="231" y="13"/>
                    <a:pt x="196" y="0"/>
                    <a:pt x="161" y="0"/>
                  </a:cubicBezTo>
                  <a:cubicBezTo>
                    <a:pt x="126" y="0"/>
                    <a:pt x="91" y="13"/>
                    <a:pt x="65" y="40"/>
                  </a:cubicBezTo>
                  <a:cubicBezTo>
                    <a:pt x="62" y="43"/>
                    <a:pt x="62" y="48"/>
                    <a:pt x="65" y="51"/>
                  </a:cubicBezTo>
                  <a:cubicBezTo>
                    <a:pt x="68" y="55"/>
                    <a:pt x="73" y="55"/>
                    <a:pt x="76" y="51"/>
                  </a:cubicBezTo>
                  <a:close/>
                  <a:moveTo>
                    <a:pt x="119" y="95"/>
                  </a:moveTo>
                  <a:cubicBezTo>
                    <a:pt x="116" y="98"/>
                    <a:pt x="116" y="103"/>
                    <a:pt x="119" y="106"/>
                  </a:cubicBezTo>
                  <a:cubicBezTo>
                    <a:pt x="122" y="109"/>
                    <a:pt x="127" y="109"/>
                    <a:pt x="130" y="106"/>
                  </a:cubicBezTo>
                  <a:cubicBezTo>
                    <a:pt x="139" y="97"/>
                    <a:pt x="150" y="93"/>
                    <a:pt x="161" y="93"/>
                  </a:cubicBezTo>
                  <a:cubicBezTo>
                    <a:pt x="172" y="93"/>
                    <a:pt x="183" y="97"/>
                    <a:pt x="192" y="106"/>
                  </a:cubicBezTo>
                  <a:cubicBezTo>
                    <a:pt x="195" y="109"/>
                    <a:pt x="200" y="109"/>
                    <a:pt x="203" y="106"/>
                  </a:cubicBezTo>
                  <a:cubicBezTo>
                    <a:pt x="205" y="104"/>
                    <a:pt x="206" y="102"/>
                    <a:pt x="206" y="100"/>
                  </a:cubicBezTo>
                  <a:cubicBezTo>
                    <a:pt x="206" y="98"/>
                    <a:pt x="205" y="96"/>
                    <a:pt x="203" y="95"/>
                  </a:cubicBezTo>
                  <a:cubicBezTo>
                    <a:pt x="192" y="83"/>
                    <a:pt x="176" y="77"/>
                    <a:pt x="161" y="77"/>
                  </a:cubicBezTo>
                  <a:cubicBezTo>
                    <a:pt x="146" y="77"/>
                    <a:pt x="131" y="83"/>
                    <a:pt x="119" y="95"/>
                  </a:cubicBezTo>
                  <a:close/>
                  <a:moveTo>
                    <a:pt x="231" y="79"/>
                  </a:moveTo>
                  <a:cubicBezTo>
                    <a:pt x="232" y="77"/>
                    <a:pt x="233" y="75"/>
                    <a:pt x="233" y="73"/>
                  </a:cubicBezTo>
                  <a:cubicBezTo>
                    <a:pt x="233" y="71"/>
                    <a:pt x="232" y="69"/>
                    <a:pt x="231" y="67"/>
                  </a:cubicBezTo>
                  <a:cubicBezTo>
                    <a:pt x="211" y="48"/>
                    <a:pt x="186" y="39"/>
                    <a:pt x="161" y="39"/>
                  </a:cubicBezTo>
                  <a:cubicBezTo>
                    <a:pt x="136" y="39"/>
                    <a:pt x="111" y="48"/>
                    <a:pt x="92" y="67"/>
                  </a:cubicBezTo>
                  <a:cubicBezTo>
                    <a:pt x="89" y="71"/>
                    <a:pt x="89" y="76"/>
                    <a:pt x="92" y="79"/>
                  </a:cubicBezTo>
                  <a:cubicBezTo>
                    <a:pt x="95" y="82"/>
                    <a:pt x="100" y="82"/>
                    <a:pt x="103" y="79"/>
                  </a:cubicBezTo>
                  <a:cubicBezTo>
                    <a:pt x="119" y="63"/>
                    <a:pt x="140" y="55"/>
                    <a:pt x="161" y="55"/>
                  </a:cubicBezTo>
                  <a:cubicBezTo>
                    <a:pt x="182" y="55"/>
                    <a:pt x="203" y="63"/>
                    <a:pt x="219" y="79"/>
                  </a:cubicBezTo>
                  <a:cubicBezTo>
                    <a:pt x="222" y="82"/>
                    <a:pt x="227" y="82"/>
                    <a:pt x="231" y="79"/>
                  </a:cubicBezTo>
                  <a:close/>
                </a:path>
              </a:pathLst>
            </a:custGeom>
            <a:blipFill dpi="0" rotWithShape="1">
              <a:blip r:embed="rId10"/>
              <a:srcRect/>
              <a:stretch>
                <a:fillRect/>
              </a:stretch>
            </a:blipFill>
            <a:ln w="9525">
              <a:noFill/>
              <a:round/>
              <a:headEnd/>
              <a:tailEnd/>
            </a:ln>
          </p:spPr>
          <p:txBody>
            <a:bodyPr/>
            <a:lstStyle/>
            <a:p>
              <a:endParaRPr lang="en-GB"/>
            </a:p>
          </p:txBody>
        </p:sp>
        <p:sp>
          <p:nvSpPr>
            <p:cNvPr id="31861" name="Freeform 6"/>
            <p:cNvSpPr>
              <a:spLocks noEditPoints="1"/>
            </p:cNvSpPr>
            <p:nvPr/>
          </p:nvSpPr>
          <p:spPr bwMode="auto">
            <a:xfrm>
              <a:off x="4038128" y="2724677"/>
              <a:ext cx="117779" cy="122554"/>
            </a:xfrm>
            <a:custGeom>
              <a:avLst/>
              <a:gdLst>
                <a:gd name="T0" fmla="*/ 2147483647 w 394"/>
                <a:gd name="T1" fmla="*/ 2147483647 h 395"/>
                <a:gd name="T2" fmla="*/ 2147483647 w 394"/>
                <a:gd name="T3" fmla="*/ 2147483647 h 395"/>
                <a:gd name="T4" fmla="*/ 2147483647 w 394"/>
                <a:gd name="T5" fmla="*/ 2147483647 h 395"/>
                <a:gd name="T6" fmla="*/ 2147483647 w 394"/>
                <a:gd name="T7" fmla="*/ 2147483647 h 395"/>
                <a:gd name="T8" fmla="*/ 2147483647 w 394"/>
                <a:gd name="T9" fmla="*/ 0 h 395"/>
                <a:gd name="T10" fmla="*/ 2147483647 w 394"/>
                <a:gd name="T11" fmla="*/ 2147483647 h 395"/>
                <a:gd name="T12" fmla="*/ 2147483647 w 394"/>
                <a:gd name="T13" fmla="*/ 2147483647 h 395"/>
                <a:gd name="T14" fmla="*/ 2147483647 w 394"/>
                <a:gd name="T15" fmla="*/ 2147483647 h 395"/>
                <a:gd name="T16" fmla="*/ 2147483647 w 394"/>
                <a:gd name="T17" fmla="*/ 2147483647 h 395"/>
                <a:gd name="T18" fmla="*/ 2147483647 w 394"/>
                <a:gd name="T19" fmla="*/ 2147483647 h 395"/>
                <a:gd name="T20" fmla="*/ 2147483647 w 394"/>
                <a:gd name="T21" fmla="*/ 2147483647 h 395"/>
                <a:gd name="T22" fmla="*/ 2147483647 w 394"/>
                <a:gd name="T23" fmla="*/ 2147483647 h 395"/>
                <a:gd name="T24" fmla="*/ 2147483647 w 394"/>
                <a:gd name="T25" fmla="*/ 2147483647 h 395"/>
                <a:gd name="T26" fmla="*/ 2147483647 w 394"/>
                <a:gd name="T27" fmla="*/ 2147483647 h 395"/>
                <a:gd name="T28" fmla="*/ 2147483647 w 394"/>
                <a:gd name="T29" fmla="*/ 2147483647 h 395"/>
                <a:gd name="T30" fmla="*/ 2147483647 w 394"/>
                <a:gd name="T31" fmla="*/ 2147483647 h 395"/>
                <a:gd name="T32" fmla="*/ 2147483647 w 394"/>
                <a:gd name="T33" fmla="*/ 2147483647 h 395"/>
                <a:gd name="T34" fmla="*/ 2147483647 w 394"/>
                <a:gd name="T35" fmla="*/ 2147483647 h 395"/>
                <a:gd name="T36" fmla="*/ 2147483647 w 394"/>
                <a:gd name="T37" fmla="*/ 2147483647 h 395"/>
                <a:gd name="T38" fmla="*/ 2147483647 w 394"/>
                <a:gd name="T39" fmla="*/ 2147483647 h 395"/>
                <a:gd name="T40" fmla="*/ 2147483647 w 394"/>
                <a:gd name="T41" fmla="*/ 2147483647 h 395"/>
                <a:gd name="T42" fmla="*/ 2147483647 w 394"/>
                <a:gd name="T43" fmla="*/ 2147483647 h 395"/>
                <a:gd name="T44" fmla="*/ 2147483647 w 394"/>
                <a:gd name="T45" fmla="*/ 2147483647 h 395"/>
                <a:gd name="T46" fmla="*/ 2147483647 w 394"/>
                <a:gd name="T47" fmla="*/ 2147483647 h 395"/>
                <a:gd name="T48" fmla="*/ 2147483647 w 394"/>
                <a:gd name="T49" fmla="*/ 2147483647 h 395"/>
                <a:gd name="T50" fmla="*/ 2147483647 w 394"/>
                <a:gd name="T51" fmla="*/ 2147483647 h 395"/>
                <a:gd name="T52" fmla="*/ 2147483647 w 394"/>
                <a:gd name="T53" fmla="*/ 2147483647 h 395"/>
                <a:gd name="T54" fmla="*/ 2147483647 w 394"/>
                <a:gd name="T55" fmla="*/ 2147483647 h 395"/>
                <a:gd name="T56" fmla="*/ 2147483647 w 394"/>
                <a:gd name="T57" fmla="*/ 2147483647 h 395"/>
                <a:gd name="T58" fmla="*/ 2147483647 w 394"/>
                <a:gd name="T59" fmla="*/ 2147483647 h 395"/>
                <a:gd name="T60" fmla="*/ 2147483647 w 394"/>
                <a:gd name="T61" fmla="*/ 2147483647 h 395"/>
                <a:gd name="T62" fmla="*/ 2147483647 w 394"/>
                <a:gd name="T63" fmla="*/ 2147483647 h 395"/>
                <a:gd name="T64" fmla="*/ 2147483647 w 394"/>
                <a:gd name="T65" fmla="*/ 2147483647 h 395"/>
                <a:gd name="T66" fmla="*/ 2147483647 w 394"/>
                <a:gd name="T67" fmla="*/ 2147483647 h 395"/>
                <a:gd name="T68" fmla="*/ 2147483647 w 394"/>
                <a:gd name="T69" fmla="*/ 2147483647 h 395"/>
                <a:gd name="T70" fmla="*/ 2147483647 w 394"/>
                <a:gd name="T71" fmla="*/ 2147483647 h 395"/>
                <a:gd name="T72" fmla="*/ 2147483647 w 394"/>
                <a:gd name="T73" fmla="*/ 2147483647 h 395"/>
                <a:gd name="T74" fmla="*/ 2147483647 w 394"/>
                <a:gd name="T75" fmla="*/ 2147483647 h 395"/>
                <a:gd name="T76" fmla="*/ 2147483647 w 394"/>
                <a:gd name="T77" fmla="*/ 2147483647 h 395"/>
                <a:gd name="T78" fmla="*/ 2147483647 w 394"/>
                <a:gd name="T79" fmla="*/ 2147483647 h 395"/>
                <a:gd name="T80" fmla="*/ 2147483647 w 394"/>
                <a:gd name="T81" fmla="*/ 2147483647 h 395"/>
                <a:gd name="T82" fmla="*/ 2147483647 w 394"/>
                <a:gd name="T83" fmla="*/ 2147483647 h 395"/>
                <a:gd name="T84" fmla="*/ 2147483647 w 394"/>
                <a:gd name="T85" fmla="*/ 2147483647 h 395"/>
                <a:gd name="T86" fmla="*/ 2147483647 w 394"/>
                <a:gd name="T87" fmla="*/ 2147483647 h 395"/>
                <a:gd name="T88" fmla="*/ 2147483647 w 394"/>
                <a:gd name="T89" fmla="*/ 2147483647 h 395"/>
                <a:gd name="T90" fmla="*/ 2147483647 w 394"/>
                <a:gd name="T91" fmla="*/ 2147483647 h 395"/>
                <a:gd name="T92" fmla="*/ 2147483647 w 394"/>
                <a:gd name="T93" fmla="*/ 2147483647 h 395"/>
                <a:gd name="T94" fmla="*/ 2147483647 w 394"/>
                <a:gd name="T95" fmla="*/ 2147483647 h 395"/>
                <a:gd name="T96" fmla="*/ 2147483647 w 394"/>
                <a:gd name="T97" fmla="*/ 2147483647 h 395"/>
                <a:gd name="T98" fmla="*/ 2147483647 w 394"/>
                <a:gd name="T99" fmla="*/ 2147483647 h 395"/>
                <a:gd name="T100" fmla="*/ 2147483647 w 394"/>
                <a:gd name="T101" fmla="*/ 2147483647 h 395"/>
                <a:gd name="T102" fmla="*/ 2147483647 w 394"/>
                <a:gd name="T103" fmla="*/ 2147483647 h 395"/>
                <a:gd name="T104" fmla="*/ 2147483647 w 394"/>
                <a:gd name="T105" fmla="*/ 2147483647 h 395"/>
                <a:gd name="T106" fmla="*/ 2147483647 w 394"/>
                <a:gd name="T107" fmla="*/ 2147483647 h 395"/>
                <a:gd name="T108" fmla="*/ 2147483647 w 394"/>
                <a:gd name="T109" fmla="*/ 2147483647 h 395"/>
                <a:gd name="T110" fmla="*/ 2147483647 w 394"/>
                <a:gd name="T111" fmla="*/ 2147483647 h 395"/>
                <a:gd name="T112" fmla="*/ 2147483647 w 394"/>
                <a:gd name="T113" fmla="*/ 2147483647 h 395"/>
                <a:gd name="T114" fmla="*/ 2147483647 w 394"/>
                <a:gd name="T115" fmla="*/ 2147483647 h 395"/>
                <a:gd name="T116" fmla="*/ 2147483647 w 394"/>
                <a:gd name="T117" fmla="*/ 2147483647 h 395"/>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394"/>
                <a:gd name="T178" fmla="*/ 0 h 395"/>
                <a:gd name="T179" fmla="*/ 394 w 394"/>
                <a:gd name="T180" fmla="*/ 395 h 395"/>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394" h="395">
                  <a:moveTo>
                    <a:pt x="348" y="70"/>
                  </a:moveTo>
                  <a:cubicBezTo>
                    <a:pt x="345" y="67"/>
                    <a:pt x="340" y="66"/>
                    <a:pt x="337" y="69"/>
                  </a:cubicBezTo>
                  <a:cubicBezTo>
                    <a:pt x="333" y="72"/>
                    <a:pt x="333" y="77"/>
                    <a:pt x="336" y="81"/>
                  </a:cubicBezTo>
                  <a:cubicBezTo>
                    <a:pt x="362" y="112"/>
                    <a:pt x="378" y="153"/>
                    <a:pt x="378" y="198"/>
                  </a:cubicBezTo>
                  <a:cubicBezTo>
                    <a:pt x="378" y="248"/>
                    <a:pt x="358" y="293"/>
                    <a:pt x="325" y="326"/>
                  </a:cubicBezTo>
                  <a:cubicBezTo>
                    <a:pt x="292" y="359"/>
                    <a:pt x="247" y="379"/>
                    <a:pt x="197" y="379"/>
                  </a:cubicBezTo>
                  <a:cubicBezTo>
                    <a:pt x="147" y="379"/>
                    <a:pt x="102" y="359"/>
                    <a:pt x="69" y="326"/>
                  </a:cubicBezTo>
                  <a:cubicBezTo>
                    <a:pt x="36" y="293"/>
                    <a:pt x="16" y="248"/>
                    <a:pt x="16" y="198"/>
                  </a:cubicBezTo>
                  <a:cubicBezTo>
                    <a:pt x="16" y="147"/>
                    <a:pt x="36" y="102"/>
                    <a:pt x="69" y="69"/>
                  </a:cubicBezTo>
                  <a:cubicBezTo>
                    <a:pt x="102" y="37"/>
                    <a:pt x="147" y="16"/>
                    <a:pt x="197" y="16"/>
                  </a:cubicBezTo>
                  <a:cubicBezTo>
                    <a:pt x="242" y="16"/>
                    <a:pt x="282" y="32"/>
                    <a:pt x="314" y="59"/>
                  </a:cubicBezTo>
                  <a:cubicBezTo>
                    <a:pt x="317" y="62"/>
                    <a:pt x="322" y="61"/>
                    <a:pt x="325" y="58"/>
                  </a:cubicBezTo>
                  <a:cubicBezTo>
                    <a:pt x="328" y="55"/>
                    <a:pt x="328" y="50"/>
                    <a:pt x="324" y="47"/>
                  </a:cubicBezTo>
                  <a:cubicBezTo>
                    <a:pt x="324" y="47"/>
                    <a:pt x="324" y="47"/>
                    <a:pt x="324" y="47"/>
                  </a:cubicBezTo>
                  <a:cubicBezTo>
                    <a:pt x="290" y="18"/>
                    <a:pt x="245" y="0"/>
                    <a:pt x="197" y="0"/>
                  </a:cubicBezTo>
                  <a:cubicBezTo>
                    <a:pt x="88" y="0"/>
                    <a:pt x="0" y="89"/>
                    <a:pt x="0" y="198"/>
                  </a:cubicBezTo>
                  <a:cubicBezTo>
                    <a:pt x="0" y="307"/>
                    <a:pt x="88" y="395"/>
                    <a:pt x="197" y="395"/>
                  </a:cubicBezTo>
                  <a:cubicBezTo>
                    <a:pt x="306" y="395"/>
                    <a:pt x="394" y="307"/>
                    <a:pt x="394" y="198"/>
                  </a:cubicBezTo>
                  <a:cubicBezTo>
                    <a:pt x="394" y="149"/>
                    <a:pt x="377" y="105"/>
                    <a:pt x="348" y="70"/>
                  </a:cubicBezTo>
                  <a:close/>
                  <a:moveTo>
                    <a:pt x="327" y="103"/>
                  </a:moveTo>
                  <a:cubicBezTo>
                    <a:pt x="327" y="99"/>
                    <a:pt x="323" y="95"/>
                    <a:pt x="319" y="95"/>
                  </a:cubicBezTo>
                  <a:cubicBezTo>
                    <a:pt x="74" y="95"/>
                    <a:pt x="74" y="95"/>
                    <a:pt x="74" y="95"/>
                  </a:cubicBezTo>
                  <a:cubicBezTo>
                    <a:pt x="70" y="95"/>
                    <a:pt x="66" y="99"/>
                    <a:pt x="66" y="103"/>
                  </a:cubicBezTo>
                  <a:cubicBezTo>
                    <a:pt x="66" y="107"/>
                    <a:pt x="70" y="111"/>
                    <a:pt x="74" y="111"/>
                  </a:cubicBezTo>
                  <a:cubicBezTo>
                    <a:pt x="319" y="111"/>
                    <a:pt x="319" y="111"/>
                    <a:pt x="319" y="111"/>
                  </a:cubicBezTo>
                  <a:cubicBezTo>
                    <a:pt x="323" y="111"/>
                    <a:pt x="327" y="107"/>
                    <a:pt x="327" y="103"/>
                  </a:cubicBezTo>
                  <a:close/>
                  <a:moveTo>
                    <a:pt x="245" y="149"/>
                  </a:moveTo>
                  <a:cubicBezTo>
                    <a:pt x="239" y="149"/>
                    <a:pt x="234" y="154"/>
                    <a:pt x="234" y="159"/>
                  </a:cubicBezTo>
                  <a:cubicBezTo>
                    <a:pt x="234" y="236"/>
                    <a:pt x="234" y="236"/>
                    <a:pt x="234" y="236"/>
                  </a:cubicBezTo>
                  <a:cubicBezTo>
                    <a:pt x="234" y="242"/>
                    <a:pt x="239" y="246"/>
                    <a:pt x="245" y="246"/>
                  </a:cubicBezTo>
                  <a:cubicBezTo>
                    <a:pt x="282" y="246"/>
                    <a:pt x="282" y="246"/>
                    <a:pt x="282" y="246"/>
                  </a:cubicBezTo>
                  <a:cubicBezTo>
                    <a:pt x="288" y="246"/>
                    <a:pt x="292" y="242"/>
                    <a:pt x="292" y="236"/>
                  </a:cubicBezTo>
                  <a:cubicBezTo>
                    <a:pt x="292" y="159"/>
                    <a:pt x="292" y="159"/>
                    <a:pt x="292" y="159"/>
                  </a:cubicBezTo>
                  <a:cubicBezTo>
                    <a:pt x="292" y="154"/>
                    <a:pt x="288" y="149"/>
                    <a:pt x="282" y="149"/>
                  </a:cubicBezTo>
                  <a:lnTo>
                    <a:pt x="245" y="149"/>
                  </a:lnTo>
                  <a:close/>
                  <a:moveTo>
                    <a:pt x="284" y="210"/>
                  </a:moveTo>
                  <a:cubicBezTo>
                    <a:pt x="284" y="219"/>
                    <a:pt x="277" y="224"/>
                    <a:pt x="269" y="226"/>
                  </a:cubicBezTo>
                  <a:cubicBezTo>
                    <a:pt x="268" y="226"/>
                    <a:pt x="267" y="226"/>
                    <a:pt x="267" y="226"/>
                  </a:cubicBezTo>
                  <a:cubicBezTo>
                    <a:pt x="266" y="226"/>
                    <a:pt x="264" y="225"/>
                    <a:pt x="264" y="223"/>
                  </a:cubicBezTo>
                  <a:cubicBezTo>
                    <a:pt x="264" y="222"/>
                    <a:pt x="265" y="221"/>
                    <a:pt x="267" y="221"/>
                  </a:cubicBezTo>
                  <a:cubicBezTo>
                    <a:pt x="273" y="220"/>
                    <a:pt x="278" y="216"/>
                    <a:pt x="278" y="210"/>
                  </a:cubicBezTo>
                  <a:cubicBezTo>
                    <a:pt x="278" y="204"/>
                    <a:pt x="273" y="199"/>
                    <a:pt x="262" y="199"/>
                  </a:cubicBezTo>
                  <a:cubicBezTo>
                    <a:pt x="253" y="199"/>
                    <a:pt x="248" y="204"/>
                    <a:pt x="248" y="210"/>
                  </a:cubicBezTo>
                  <a:cubicBezTo>
                    <a:pt x="248" y="217"/>
                    <a:pt x="253" y="220"/>
                    <a:pt x="260" y="221"/>
                  </a:cubicBezTo>
                  <a:cubicBezTo>
                    <a:pt x="261" y="221"/>
                    <a:pt x="262" y="222"/>
                    <a:pt x="262" y="223"/>
                  </a:cubicBezTo>
                  <a:cubicBezTo>
                    <a:pt x="262" y="225"/>
                    <a:pt x="261" y="226"/>
                    <a:pt x="259" y="226"/>
                  </a:cubicBezTo>
                  <a:cubicBezTo>
                    <a:pt x="259" y="226"/>
                    <a:pt x="258" y="226"/>
                    <a:pt x="258" y="226"/>
                  </a:cubicBezTo>
                  <a:cubicBezTo>
                    <a:pt x="249" y="224"/>
                    <a:pt x="242" y="219"/>
                    <a:pt x="242" y="210"/>
                  </a:cubicBezTo>
                  <a:cubicBezTo>
                    <a:pt x="242" y="203"/>
                    <a:pt x="247" y="198"/>
                    <a:pt x="253" y="196"/>
                  </a:cubicBezTo>
                  <a:cubicBezTo>
                    <a:pt x="253" y="196"/>
                    <a:pt x="253" y="196"/>
                    <a:pt x="253" y="196"/>
                  </a:cubicBezTo>
                  <a:cubicBezTo>
                    <a:pt x="247" y="195"/>
                    <a:pt x="244" y="191"/>
                    <a:pt x="244" y="184"/>
                  </a:cubicBezTo>
                  <a:cubicBezTo>
                    <a:pt x="244" y="176"/>
                    <a:pt x="248" y="171"/>
                    <a:pt x="258" y="169"/>
                  </a:cubicBezTo>
                  <a:cubicBezTo>
                    <a:pt x="258" y="169"/>
                    <a:pt x="259" y="169"/>
                    <a:pt x="259" y="169"/>
                  </a:cubicBezTo>
                  <a:cubicBezTo>
                    <a:pt x="261" y="169"/>
                    <a:pt x="262" y="170"/>
                    <a:pt x="262" y="172"/>
                  </a:cubicBezTo>
                  <a:cubicBezTo>
                    <a:pt x="262" y="173"/>
                    <a:pt x="261" y="174"/>
                    <a:pt x="260" y="174"/>
                  </a:cubicBezTo>
                  <a:cubicBezTo>
                    <a:pt x="253" y="175"/>
                    <a:pt x="249" y="178"/>
                    <a:pt x="249" y="184"/>
                  </a:cubicBezTo>
                  <a:cubicBezTo>
                    <a:pt x="249" y="190"/>
                    <a:pt x="254" y="194"/>
                    <a:pt x="264" y="194"/>
                  </a:cubicBezTo>
                  <a:cubicBezTo>
                    <a:pt x="271" y="194"/>
                    <a:pt x="277" y="190"/>
                    <a:pt x="277" y="184"/>
                  </a:cubicBezTo>
                  <a:cubicBezTo>
                    <a:pt x="277" y="178"/>
                    <a:pt x="273" y="175"/>
                    <a:pt x="267" y="174"/>
                  </a:cubicBezTo>
                  <a:cubicBezTo>
                    <a:pt x="265" y="174"/>
                    <a:pt x="264" y="173"/>
                    <a:pt x="264" y="172"/>
                  </a:cubicBezTo>
                  <a:cubicBezTo>
                    <a:pt x="264" y="170"/>
                    <a:pt x="266" y="169"/>
                    <a:pt x="267" y="169"/>
                  </a:cubicBezTo>
                  <a:cubicBezTo>
                    <a:pt x="267" y="169"/>
                    <a:pt x="268" y="169"/>
                    <a:pt x="269" y="169"/>
                  </a:cubicBezTo>
                  <a:cubicBezTo>
                    <a:pt x="278" y="171"/>
                    <a:pt x="282" y="177"/>
                    <a:pt x="282" y="184"/>
                  </a:cubicBezTo>
                  <a:cubicBezTo>
                    <a:pt x="282" y="190"/>
                    <a:pt x="279" y="194"/>
                    <a:pt x="274" y="196"/>
                  </a:cubicBezTo>
                  <a:cubicBezTo>
                    <a:pt x="274" y="196"/>
                    <a:pt x="274" y="196"/>
                    <a:pt x="274" y="196"/>
                  </a:cubicBezTo>
                  <a:cubicBezTo>
                    <a:pt x="279" y="198"/>
                    <a:pt x="283" y="203"/>
                    <a:pt x="284" y="210"/>
                  </a:cubicBezTo>
                  <a:close/>
                  <a:moveTo>
                    <a:pt x="113" y="149"/>
                  </a:moveTo>
                  <a:cubicBezTo>
                    <a:pt x="107" y="149"/>
                    <a:pt x="102" y="154"/>
                    <a:pt x="102" y="159"/>
                  </a:cubicBezTo>
                  <a:cubicBezTo>
                    <a:pt x="102" y="236"/>
                    <a:pt x="102" y="236"/>
                    <a:pt x="102" y="236"/>
                  </a:cubicBezTo>
                  <a:cubicBezTo>
                    <a:pt x="102" y="242"/>
                    <a:pt x="107" y="246"/>
                    <a:pt x="113" y="246"/>
                  </a:cubicBezTo>
                  <a:cubicBezTo>
                    <a:pt x="150" y="246"/>
                    <a:pt x="150" y="246"/>
                    <a:pt x="150" y="246"/>
                  </a:cubicBezTo>
                  <a:cubicBezTo>
                    <a:pt x="156" y="246"/>
                    <a:pt x="161" y="242"/>
                    <a:pt x="161" y="236"/>
                  </a:cubicBezTo>
                  <a:cubicBezTo>
                    <a:pt x="161" y="159"/>
                    <a:pt x="161" y="159"/>
                    <a:pt x="161" y="159"/>
                  </a:cubicBezTo>
                  <a:cubicBezTo>
                    <a:pt x="161" y="154"/>
                    <a:pt x="156" y="149"/>
                    <a:pt x="150" y="149"/>
                  </a:cubicBezTo>
                  <a:lnTo>
                    <a:pt x="113" y="149"/>
                  </a:lnTo>
                  <a:close/>
                  <a:moveTo>
                    <a:pt x="116" y="226"/>
                  </a:moveTo>
                  <a:cubicBezTo>
                    <a:pt x="114" y="226"/>
                    <a:pt x="113" y="225"/>
                    <a:pt x="113" y="223"/>
                  </a:cubicBezTo>
                  <a:cubicBezTo>
                    <a:pt x="113" y="222"/>
                    <a:pt x="114" y="220"/>
                    <a:pt x="116" y="220"/>
                  </a:cubicBezTo>
                  <a:cubicBezTo>
                    <a:pt x="133" y="221"/>
                    <a:pt x="144" y="215"/>
                    <a:pt x="144" y="204"/>
                  </a:cubicBezTo>
                  <a:cubicBezTo>
                    <a:pt x="144" y="198"/>
                    <a:pt x="140" y="194"/>
                    <a:pt x="133" y="194"/>
                  </a:cubicBezTo>
                  <a:cubicBezTo>
                    <a:pt x="126" y="194"/>
                    <a:pt x="122" y="196"/>
                    <a:pt x="120" y="198"/>
                  </a:cubicBezTo>
                  <a:cubicBezTo>
                    <a:pt x="116" y="199"/>
                    <a:pt x="115" y="197"/>
                    <a:pt x="115" y="195"/>
                  </a:cubicBezTo>
                  <a:cubicBezTo>
                    <a:pt x="115" y="174"/>
                    <a:pt x="115" y="174"/>
                    <a:pt x="115" y="174"/>
                  </a:cubicBezTo>
                  <a:cubicBezTo>
                    <a:pt x="115" y="171"/>
                    <a:pt x="117" y="170"/>
                    <a:pt x="120" y="170"/>
                  </a:cubicBezTo>
                  <a:cubicBezTo>
                    <a:pt x="144" y="169"/>
                    <a:pt x="144" y="169"/>
                    <a:pt x="144" y="169"/>
                  </a:cubicBezTo>
                  <a:cubicBezTo>
                    <a:pt x="145" y="169"/>
                    <a:pt x="147" y="171"/>
                    <a:pt x="147" y="172"/>
                  </a:cubicBezTo>
                  <a:cubicBezTo>
                    <a:pt x="147" y="174"/>
                    <a:pt x="145" y="175"/>
                    <a:pt x="144" y="175"/>
                  </a:cubicBezTo>
                  <a:cubicBezTo>
                    <a:pt x="120" y="175"/>
                    <a:pt x="120" y="175"/>
                    <a:pt x="120" y="175"/>
                  </a:cubicBezTo>
                  <a:cubicBezTo>
                    <a:pt x="120" y="192"/>
                    <a:pt x="120" y="192"/>
                    <a:pt x="120" y="192"/>
                  </a:cubicBezTo>
                  <a:cubicBezTo>
                    <a:pt x="123" y="190"/>
                    <a:pt x="127" y="189"/>
                    <a:pt x="133" y="189"/>
                  </a:cubicBezTo>
                  <a:cubicBezTo>
                    <a:pt x="143" y="189"/>
                    <a:pt x="150" y="195"/>
                    <a:pt x="150" y="204"/>
                  </a:cubicBezTo>
                  <a:cubicBezTo>
                    <a:pt x="150" y="218"/>
                    <a:pt x="137" y="227"/>
                    <a:pt x="116" y="226"/>
                  </a:cubicBezTo>
                  <a:close/>
                  <a:moveTo>
                    <a:pt x="74" y="300"/>
                  </a:moveTo>
                  <a:cubicBezTo>
                    <a:pt x="319" y="300"/>
                    <a:pt x="319" y="300"/>
                    <a:pt x="319" y="300"/>
                  </a:cubicBezTo>
                  <a:cubicBezTo>
                    <a:pt x="323" y="300"/>
                    <a:pt x="327" y="297"/>
                    <a:pt x="327" y="292"/>
                  </a:cubicBezTo>
                  <a:cubicBezTo>
                    <a:pt x="327" y="288"/>
                    <a:pt x="323" y="284"/>
                    <a:pt x="319" y="284"/>
                  </a:cubicBezTo>
                  <a:cubicBezTo>
                    <a:pt x="74" y="284"/>
                    <a:pt x="74" y="284"/>
                    <a:pt x="74" y="284"/>
                  </a:cubicBezTo>
                  <a:cubicBezTo>
                    <a:pt x="70" y="284"/>
                    <a:pt x="66" y="288"/>
                    <a:pt x="66" y="292"/>
                  </a:cubicBezTo>
                  <a:cubicBezTo>
                    <a:pt x="66" y="297"/>
                    <a:pt x="70" y="300"/>
                    <a:pt x="74" y="300"/>
                  </a:cubicBezTo>
                  <a:close/>
                  <a:moveTo>
                    <a:pt x="37" y="159"/>
                  </a:moveTo>
                  <a:cubicBezTo>
                    <a:pt x="37" y="236"/>
                    <a:pt x="37" y="236"/>
                    <a:pt x="37" y="236"/>
                  </a:cubicBezTo>
                  <a:cubicBezTo>
                    <a:pt x="37" y="242"/>
                    <a:pt x="41" y="246"/>
                    <a:pt x="47" y="246"/>
                  </a:cubicBezTo>
                  <a:cubicBezTo>
                    <a:pt x="84" y="246"/>
                    <a:pt x="84" y="246"/>
                    <a:pt x="84" y="246"/>
                  </a:cubicBezTo>
                  <a:cubicBezTo>
                    <a:pt x="90" y="246"/>
                    <a:pt x="95" y="242"/>
                    <a:pt x="95" y="236"/>
                  </a:cubicBezTo>
                  <a:cubicBezTo>
                    <a:pt x="95" y="159"/>
                    <a:pt x="95" y="159"/>
                    <a:pt x="95" y="159"/>
                  </a:cubicBezTo>
                  <a:cubicBezTo>
                    <a:pt x="95" y="154"/>
                    <a:pt x="90" y="149"/>
                    <a:pt x="84" y="149"/>
                  </a:cubicBezTo>
                  <a:cubicBezTo>
                    <a:pt x="47" y="149"/>
                    <a:pt x="47" y="149"/>
                    <a:pt x="47" y="149"/>
                  </a:cubicBezTo>
                  <a:cubicBezTo>
                    <a:pt x="41" y="149"/>
                    <a:pt x="37" y="154"/>
                    <a:pt x="37" y="159"/>
                  </a:cubicBezTo>
                  <a:close/>
                  <a:moveTo>
                    <a:pt x="65" y="175"/>
                  </a:moveTo>
                  <a:cubicBezTo>
                    <a:pt x="59" y="175"/>
                    <a:pt x="55" y="177"/>
                    <a:pt x="53" y="181"/>
                  </a:cubicBezTo>
                  <a:cubicBezTo>
                    <a:pt x="53" y="181"/>
                    <a:pt x="52" y="182"/>
                    <a:pt x="51" y="182"/>
                  </a:cubicBezTo>
                  <a:cubicBezTo>
                    <a:pt x="50" y="182"/>
                    <a:pt x="48" y="181"/>
                    <a:pt x="48" y="180"/>
                  </a:cubicBezTo>
                  <a:cubicBezTo>
                    <a:pt x="47" y="179"/>
                    <a:pt x="48" y="178"/>
                    <a:pt x="48" y="178"/>
                  </a:cubicBezTo>
                  <a:cubicBezTo>
                    <a:pt x="51" y="174"/>
                    <a:pt x="56" y="169"/>
                    <a:pt x="65" y="169"/>
                  </a:cubicBezTo>
                  <a:cubicBezTo>
                    <a:pt x="77" y="169"/>
                    <a:pt x="83" y="176"/>
                    <a:pt x="83" y="184"/>
                  </a:cubicBezTo>
                  <a:cubicBezTo>
                    <a:pt x="83" y="193"/>
                    <a:pt x="78" y="197"/>
                    <a:pt x="65" y="206"/>
                  </a:cubicBezTo>
                  <a:cubicBezTo>
                    <a:pt x="57" y="212"/>
                    <a:pt x="53" y="216"/>
                    <a:pt x="53" y="220"/>
                  </a:cubicBezTo>
                  <a:cubicBezTo>
                    <a:pt x="81" y="220"/>
                    <a:pt x="81" y="220"/>
                    <a:pt x="81" y="220"/>
                  </a:cubicBezTo>
                  <a:cubicBezTo>
                    <a:pt x="83" y="220"/>
                    <a:pt x="84" y="222"/>
                    <a:pt x="84" y="223"/>
                  </a:cubicBezTo>
                  <a:cubicBezTo>
                    <a:pt x="84" y="225"/>
                    <a:pt x="83" y="226"/>
                    <a:pt x="81" y="226"/>
                  </a:cubicBezTo>
                  <a:cubicBezTo>
                    <a:pt x="52" y="226"/>
                    <a:pt x="52" y="226"/>
                    <a:pt x="52" y="226"/>
                  </a:cubicBezTo>
                  <a:cubicBezTo>
                    <a:pt x="49" y="226"/>
                    <a:pt x="48" y="224"/>
                    <a:pt x="48" y="222"/>
                  </a:cubicBezTo>
                  <a:cubicBezTo>
                    <a:pt x="48" y="215"/>
                    <a:pt x="51" y="209"/>
                    <a:pt x="60" y="203"/>
                  </a:cubicBezTo>
                  <a:cubicBezTo>
                    <a:pt x="73" y="194"/>
                    <a:pt x="77" y="191"/>
                    <a:pt x="77" y="184"/>
                  </a:cubicBezTo>
                  <a:cubicBezTo>
                    <a:pt x="77" y="180"/>
                    <a:pt x="74" y="175"/>
                    <a:pt x="65" y="175"/>
                  </a:cubicBezTo>
                  <a:close/>
                  <a:moveTo>
                    <a:pt x="179" y="149"/>
                  </a:moveTo>
                  <a:cubicBezTo>
                    <a:pt x="173" y="149"/>
                    <a:pt x="168" y="154"/>
                    <a:pt x="168" y="159"/>
                  </a:cubicBezTo>
                  <a:cubicBezTo>
                    <a:pt x="168" y="236"/>
                    <a:pt x="168" y="236"/>
                    <a:pt x="168" y="236"/>
                  </a:cubicBezTo>
                  <a:cubicBezTo>
                    <a:pt x="168" y="242"/>
                    <a:pt x="173" y="246"/>
                    <a:pt x="179" y="246"/>
                  </a:cubicBezTo>
                  <a:cubicBezTo>
                    <a:pt x="216" y="246"/>
                    <a:pt x="216" y="246"/>
                    <a:pt x="216" y="246"/>
                  </a:cubicBezTo>
                  <a:cubicBezTo>
                    <a:pt x="222" y="246"/>
                    <a:pt x="226" y="242"/>
                    <a:pt x="226" y="236"/>
                  </a:cubicBezTo>
                  <a:cubicBezTo>
                    <a:pt x="226" y="159"/>
                    <a:pt x="226" y="159"/>
                    <a:pt x="226" y="159"/>
                  </a:cubicBezTo>
                  <a:cubicBezTo>
                    <a:pt x="226" y="154"/>
                    <a:pt x="222" y="149"/>
                    <a:pt x="216" y="149"/>
                  </a:cubicBezTo>
                  <a:lnTo>
                    <a:pt x="179" y="149"/>
                  </a:lnTo>
                  <a:close/>
                  <a:moveTo>
                    <a:pt x="182" y="226"/>
                  </a:moveTo>
                  <a:cubicBezTo>
                    <a:pt x="180" y="226"/>
                    <a:pt x="179" y="225"/>
                    <a:pt x="179" y="223"/>
                  </a:cubicBezTo>
                  <a:cubicBezTo>
                    <a:pt x="179" y="221"/>
                    <a:pt x="180" y="220"/>
                    <a:pt x="182" y="220"/>
                  </a:cubicBezTo>
                  <a:cubicBezTo>
                    <a:pt x="199" y="221"/>
                    <a:pt x="210" y="216"/>
                    <a:pt x="210" y="205"/>
                  </a:cubicBezTo>
                  <a:cubicBezTo>
                    <a:pt x="210" y="199"/>
                    <a:pt x="205" y="195"/>
                    <a:pt x="198" y="195"/>
                  </a:cubicBezTo>
                  <a:cubicBezTo>
                    <a:pt x="195" y="195"/>
                    <a:pt x="194" y="196"/>
                    <a:pt x="193" y="196"/>
                  </a:cubicBezTo>
                  <a:cubicBezTo>
                    <a:pt x="191" y="196"/>
                    <a:pt x="190" y="194"/>
                    <a:pt x="190" y="193"/>
                  </a:cubicBezTo>
                  <a:cubicBezTo>
                    <a:pt x="190" y="192"/>
                    <a:pt x="190" y="192"/>
                    <a:pt x="191" y="191"/>
                  </a:cubicBezTo>
                  <a:cubicBezTo>
                    <a:pt x="205" y="175"/>
                    <a:pt x="205" y="175"/>
                    <a:pt x="205" y="175"/>
                  </a:cubicBezTo>
                  <a:cubicBezTo>
                    <a:pt x="182" y="175"/>
                    <a:pt x="182" y="175"/>
                    <a:pt x="182" y="175"/>
                  </a:cubicBezTo>
                  <a:cubicBezTo>
                    <a:pt x="180" y="175"/>
                    <a:pt x="179" y="174"/>
                    <a:pt x="179" y="172"/>
                  </a:cubicBezTo>
                  <a:cubicBezTo>
                    <a:pt x="179" y="171"/>
                    <a:pt x="180" y="169"/>
                    <a:pt x="182" y="169"/>
                  </a:cubicBezTo>
                  <a:cubicBezTo>
                    <a:pt x="208" y="169"/>
                    <a:pt x="208" y="169"/>
                    <a:pt x="208" y="169"/>
                  </a:cubicBezTo>
                  <a:cubicBezTo>
                    <a:pt x="210" y="169"/>
                    <a:pt x="212" y="171"/>
                    <a:pt x="212" y="174"/>
                  </a:cubicBezTo>
                  <a:cubicBezTo>
                    <a:pt x="212" y="174"/>
                    <a:pt x="212" y="175"/>
                    <a:pt x="211" y="176"/>
                  </a:cubicBezTo>
                  <a:cubicBezTo>
                    <a:pt x="199" y="190"/>
                    <a:pt x="199" y="190"/>
                    <a:pt x="199" y="190"/>
                  </a:cubicBezTo>
                  <a:cubicBezTo>
                    <a:pt x="208" y="190"/>
                    <a:pt x="216" y="196"/>
                    <a:pt x="216" y="205"/>
                  </a:cubicBezTo>
                  <a:cubicBezTo>
                    <a:pt x="216" y="219"/>
                    <a:pt x="203" y="227"/>
                    <a:pt x="182" y="226"/>
                  </a:cubicBezTo>
                  <a:close/>
                  <a:moveTo>
                    <a:pt x="358" y="236"/>
                  </a:moveTo>
                  <a:cubicBezTo>
                    <a:pt x="358" y="159"/>
                    <a:pt x="358" y="159"/>
                    <a:pt x="358" y="159"/>
                  </a:cubicBezTo>
                  <a:cubicBezTo>
                    <a:pt x="358" y="154"/>
                    <a:pt x="353" y="149"/>
                    <a:pt x="348" y="149"/>
                  </a:cubicBezTo>
                  <a:cubicBezTo>
                    <a:pt x="310" y="149"/>
                    <a:pt x="310" y="149"/>
                    <a:pt x="310" y="149"/>
                  </a:cubicBezTo>
                  <a:cubicBezTo>
                    <a:pt x="305" y="149"/>
                    <a:pt x="300" y="154"/>
                    <a:pt x="300" y="159"/>
                  </a:cubicBezTo>
                  <a:cubicBezTo>
                    <a:pt x="300" y="236"/>
                    <a:pt x="300" y="236"/>
                    <a:pt x="300" y="236"/>
                  </a:cubicBezTo>
                  <a:cubicBezTo>
                    <a:pt x="300" y="242"/>
                    <a:pt x="305" y="246"/>
                    <a:pt x="310" y="246"/>
                  </a:cubicBezTo>
                  <a:cubicBezTo>
                    <a:pt x="348" y="246"/>
                    <a:pt x="348" y="246"/>
                    <a:pt x="348" y="246"/>
                  </a:cubicBezTo>
                  <a:cubicBezTo>
                    <a:pt x="353" y="246"/>
                    <a:pt x="358" y="242"/>
                    <a:pt x="358" y="236"/>
                  </a:cubicBezTo>
                  <a:close/>
                  <a:moveTo>
                    <a:pt x="315" y="226"/>
                  </a:moveTo>
                  <a:cubicBezTo>
                    <a:pt x="314" y="226"/>
                    <a:pt x="313" y="225"/>
                    <a:pt x="312" y="224"/>
                  </a:cubicBezTo>
                  <a:cubicBezTo>
                    <a:pt x="312" y="222"/>
                    <a:pt x="314" y="221"/>
                    <a:pt x="315" y="221"/>
                  </a:cubicBezTo>
                  <a:cubicBezTo>
                    <a:pt x="334" y="221"/>
                    <a:pt x="343" y="216"/>
                    <a:pt x="343" y="197"/>
                  </a:cubicBezTo>
                  <a:cubicBezTo>
                    <a:pt x="343" y="194"/>
                    <a:pt x="343" y="191"/>
                    <a:pt x="343" y="189"/>
                  </a:cubicBezTo>
                  <a:cubicBezTo>
                    <a:pt x="342" y="179"/>
                    <a:pt x="338" y="174"/>
                    <a:pt x="328" y="174"/>
                  </a:cubicBezTo>
                  <a:cubicBezTo>
                    <a:pt x="319" y="174"/>
                    <a:pt x="315" y="179"/>
                    <a:pt x="315" y="187"/>
                  </a:cubicBezTo>
                  <a:cubicBezTo>
                    <a:pt x="315" y="196"/>
                    <a:pt x="318" y="200"/>
                    <a:pt x="328" y="200"/>
                  </a:cubicBezTo>
                  <a:cubicBezTo>
                    <a:pt x="330" y="200"/>
                    <a:pt x="332" y="199"/>
                    <a:pt x="336" y="198"/>
                  </a:cubicBezTo>
                  <a:cubicBezTo>
                    <a:pt x="338" y="198"/>
                    <a:pt x="339" y="199"/>
                    <a:pt x="339" y="200"/>
                  </a:cubicBezTo>
                  <a:cubicBezTo>
                    <a:pt x="340" y="202"/>
                    <a:pt x="339" y="203"/>
                    <a:pt x="337" y="204"/>
                  </a:cubicBezTo>
                  <a:cubicBezTo>
                    <a:pt x="334" y="204"/>
                    <a:pt x="332" y="205"/>
                    <a:pt x="328" y="205"/>
                  </a:cubicBezTo>
                  <a:cubicBezTo>
                    <a:pt x="316" y="205"/>
                    <a:pt x="309" y="199"/>
                    <a:pt x="309" y="188"/>
                  </a:cubicBezTo>
                  <a:cubicBezTo>
                    <a:pt x="309" y="178"/>
                    <a:pt x="316" y="169"/>
                    <a:pt x="328" y="169"/>
                  </a:cubicBezTo>
                  <a:cubicBezTo>
                    <a:pt x="341" y="169"/>
                    <a:pt x="348" y="176"/>
                    <a:pt x="349" y="189"/>
                  </a:cubicBezTo>
                  <a:cubicBezTo>
                    <a:pt x="349" y="191"/>
                    <a:pt x="349" y="193"/>
                    <a:pt x="349" y="197"/>
                  </a:cubicBezTo>
                  <a:cubicBezTo>
                    <a:pt x="348" y="219"/>
                    <a:pt x="337" y="226"/>
                    <a:pt x="315" y="226"/>
                  </a:cubicBezTo>
                  <a:close/>
                </a:path>
              </a:pathLst>
            </a:custGeom>
            <a:blipFill dpi="0" rotWithShape="1">
              <a:blip r:embed="rId11"/>
              <a:srcRect/>
              <a:stretch>
                <a:fillRect/>
              </a:stretch>
            </a:blipFill>
            <a:ln w="9525">
              <a:noFill/>
              <a:round/>
              <a:headEnd/>
              <a:tailEnd/>
            </a:ln>
          </p:spPr>
          <p:txBody>
            <a:bodyPr/>
            <a:lstStyle/>
            <a:p>
              <a:endParaRPr lang="en-GB"/>
            </a:p>
          </p:txBody>
        </p:sp>
        <p:sp>
          <p:nvSpPr>
            <p:cNvPr id="31862" name="Freeform 9"/>
            <p:cNvSpPr>
              <a:spLocks noEditPoints="1"/>
            </p:cNvSpPr>
            <p:nvPr/>
          </p:nvSpPr>
          <p:spPr bwMode="auto">
            <a:xfrm>
              <a:off x="4021975" y="2897251"/>
              <a:ext cx="139664" cy="117030"/>
            </a:xfrm>
            <a:custGeom>
              <a:avLst/>
              <a:gdLst>
                <a:gd name="T0" fmla="*/ 2147483647 w 467"/>
                <a:gd name="T1" fmla="*/ 2147483647 h 377"/>
                <a:gd name="T2" fmla="*/ 2147483647 w 467"/>
                <a:gd name="T3" fmla="*/ 2147483647 h 377"/>
                <a:gd name="T4" fmla="*/ 2147483647 w 467"/>
                <a:gd name="T5" fmla="*/ 2147483647 h 377"/>
                <a:gd name="T6" fmla="*/ 2147483647 w 467"/>
                <a:gd name="T7" fmla="*/ 0 h 377"/>
                <a:gd name="T8" fmla="*/ 2147483647 w 467"/>
                <a:gd name="T9" fmla="*/ 0 h 377"/>
                <a:gd name="T10" fmla="*/ 0 w 467"/>
                <a:gd name="T11" fmla="*/ 2147483647 h 377"/>
                <a:gd name="T12" fmla="*/ 0 w 467"/>
                <a:gd name="T13" fmla="*/ 2147483647 h 377"/>
                <a:gd name="T14" fmla="*/ 2147483647 w 467"/>
                <a:gd name="T15" fmla="*/ 2147483647 h 377"/>
                <a:gd name="T16" fmla="*/ 2147483647 w 467"/>
                <a:gd name="T17" fmla="*/ 2147483647 h 377"/>
                <a:gd name="T18" fmla="*/ 2147483647 w 467"/>
                <a:gd name="T19" fmla="*/ 2147483647 h 377"/>
                <a:gd name="T20" fmla="*/ 2147483647 w 467"/>
                <a:gd name="T21" fmla="*/ 2147483647 h 377"/>
                <a:gd name="T22" fmla="*/ 2147483647 w 467"/>
                <a:gd name="T23" fmla="*/ 2147483647 h 377"/>
                <a:gd name="T24" fmla="*/ 2147483647 w 467"/>
                <a:gd name="T25" fmla="*/ 2147483647 h 377"/>
                <a:gd name="T26" fmla="*/ 2147483647 w 467"/>
                <a:gd name="T27" fmla="*/ 2147483647 h 377"/>
                <a:gd name="T28" fmla="*/ 2147483647 w 467"/>
                <a:gd name="T29" fmla="*/ 2147483647 h 377"/>
                <a:gd name="T30" fmla="*/ 2147483647 w 467"/>
                <a:gd name="T31" fmla="*/ 2147483647 h 377"/>
                <a:gd name="T32" fmla="*/ 2147483647 w 467"/>
                <a:gd name="T33" fmla="*/ 2147483647 h 377"/>
                <a:gd name="T34" fmla="*/ 2147483647 w 467"/>
                <a:gd name="T35" fmla="*/ 2147483647 h 377"/>
                <a:gd name="T36" fmla="*/ 2147483647 w 467"/>
                <a:gd name="T37" fmla="*/ 2147483647 h 377"/>
                <a:gd name="T38" fmla="*/ 2147483647 w 467"/>
                <a:gd name="T39" fmla="*/ 2147483647 h 377"/>
                <a:gd name="T40" fmla="*/ 2147483647 w 467"/>
                <a:gd name="T41" fmla="*/ 2147483647 h 377"/>
                <a:gd name="T42" fmla="*/ 2147483647 w 467"/>
                <a:gd name="T43" fmla="*/ 2147483647 h 377"/>
                <a:gd name="T44" fmla="*/ 2147483647 w 467"/>
                <a:gd name="T45" fmla="*/ 2147483647 h 377"/>
                <a:gd name="T46" fmla="*/ 2147483647 w 467"/>
                <a:gd name="T47" fmla="*/ 2147483647 h 377"/>
                <a:gd name="T48" fmla="*/ 2147483647 w 467"/>
                <a:gd name="T49" fmla="*/ 2147483647 h 377"/>
                <a:gd name="T50" fmla="*/ 2147483647 w 467"/>
                <a:gd name="T51" fmla="*/ 2147483647 h 377"/>
                <a:gd name="T52" fmla="*/ 2147483647 w 467"/>
                <a:gd name="T53" fmla="*/ 2147483647 h 377"/>
                <a:gd name="T54" fmla="*/ 2147483647 w 467"/>
                <a:gd name="T55" fmla="*/ 2147483647 h 377"/>
                <a:gd name="T56" fmla="*/ 2147483647 w 467"/>
                <a:gd name="T57" fmla="*/ 2147483647 h 377"/>
                <a:gd name="T58" fmla="*/ 2147483647 w 467"/>
                <a:gd name="T59" fmla="*/ 2147483647 h 377"/>
                <a:gd name="T60" fmla="*/ 2147483647 w 467"/>
                <a:gd name="T61" fmla="*/ 2147483647 h 377"/>
                <a:gd name="T62" fmla="*/ 2147483647 w 467"/>
                <a:gd name="T63" fmla="*/ 2147483647 h 377"/>
                <a:gd name="T64" fmla="*/ 2147483647 w 467"/>
                <a:gd name="T65" fmla="*/ 2147483647 h 377"/>
                <a:gd name="T66" fmla="*/ 2147483647 w 467"/>
                <a:gd name="T67" fmla="*/ 2147483647 h 377"/>
                <a:gd name="T68" fmla="*/ 2147483647 w 467"/>
                <a:gd name="T69" fmla="*/ 2147483647 h 377"/>
                <a:gd name="T70" fmla="*/ 2147483647 w 467"/>
                <a:gd name="T71" fmla="*/ 2147483647 h 377"/>
                <a:gd name="T72" fmla="*/ 2147483647 w 467"/>
                <a:gd name="T73" fmla="*/ 2147483647 h 377"/>
                <a:gd name="T74" fmla="*/ 2147483647 w 467"/>
                <a:gd name="T75" fmla="*/ 2147483647 h 377"/>
                <a:gd name="T76" fmla="*/ 2147483647 w 467"/>
                <a:gd name="T77" fmla="*/ 2147483647 h 377"/>
                <a:gd name="T78" fmla="*/ 2147483647 w 467"/>
                <a:gd name="T79" fmla="*/ 2147483647 h 377"/>
                <a:gd name="T80" fmla="*/ 2147483647 w 467"/>
                <a:gd name="T81" fmla="*/ 2147483647 h 377"/>
                <a:gd name="T82" fmla="*/ 2147483647 w 467"/>
                <a:gd name="T83" fmla="*/ 2147483647 h 377"/>
                <a:gd name="T84" fmla="*/ 2147483647 w 467"/>
                <a:gd name="T85" fmla="*/ 2147483647 h 37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467"/>
                <a:gd name="T130" fmla="*/ 0 h 377"/>
                <a:gd name="T131" fmla="*/ 467 w 467"/>
                <a:gd name="T132" fmla="*/ 377 h 37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467" h="377">
                  <a:moveTo>
                    <a:pt x="459" y="42"/>
                  </a:moveTo>
                  <a:cubicBezTo>
                    <a:pt x="463" y="42"/>
                    <a:pt x="467" y="38"/>
                    <a:pt x="467" y="34"/>
                  </a:cubicBezTo>
                  <a:cubicBezTo>
                    <a:pt x="467" y="14"/>
                    <a:pt x="467" y="14"/>
                    <a:pt x="467" y="14"/>
                  </a:cubicBezTo>
                  <a:cubicBezTo>
                    <a:pt x="467" y="6"/>
                    <a:pt x="461" y="0"/>
                    <a:pt x="453" y="0"/>
                  </a:cubicBezTo>
                  <a:cubicBezTo>
                    <a:pt x="13" y="0"/>
                    <a:pt x="13" y="0"/>
                    <a:pt x="13" y="0"/>
                  </a:cubicBezTo>
                  <a:cubicBezTo>
                    <a:pt x="6" y="0"/>
                    <a:pt x="0" y="6"/>
                    <a:pt x="0" y="14"/>
                  </a:cubicBezTo>
                  <a:cubicBezTo>
                    <a:pt x="0" y="276"/>
                    <a:pt x="0" y="276"/>
                    <a:pt x="0" y="276"/>
                  </a:cubicBezTo>
                  <a:cubicBezTo>
                    <a:pt x="0" y="283"/>
                    <a:pt x="6" y="290"/>
                    <a:pt x="13" y="290"/>
                  </a:cubicBezTo>
                  <a:cubicBezTo>
                    <a:pt x="185" y="290"/>
                    <a:pt x="185" y="290"/>
                    <a:pt x="185" y="290"/>
                  </a:cubicBezTo>
                  <a:cubicBezTo>
                    <a:pt x="185" y="314"/>
                    <a:pt x="185" y="314"/>
                    <a:pt x="185" y="314"/>
                  </a:cubicBezTo>
                  <a:cubicBezTo>
                    <a:pt x="117" y="314"/>
                    <a:pt x="117" y="314"/>
                    <a:pt x="117" y="314"/>
                  </a:cubicBezTo>
                  <a:cubicBezTo>
                    <a:pt x="115" y="314"/>
                    <a:pt x="114" y="314"/>
                    <a:pt x="112" y="315"/>
                  </a:cubicBezTo>
                  <a:cubicBezTo>
                    <a:pt x="40" y="362"/>
                    <a:pt x="40" y="362"/>
                    <a:pt x="40" y="362"/>
                  </a:cubicBezTo>
                  <a:cubicBezTo>
                    <a:pt x="37" y="364"/>
                    <a:pt x="35" y="368"/>
                    <a:pt x="36" y="371"/>
                  </a:cubicBezTo>
                  <a:cubicBezTo>
                    <a:pt x="37" y="375"/>
                    <a:pt x="41" y="377"/>
                    <a:pt x="44" y="377"/>
                  </a:cubicBezTo>
                  <a:cubicBezTo>
                    <a:pt x="422" y="377"/>
                    <a:pt x="422" y="377"/>
                    <a:pt x="422" y="377"/>
                  </a:cubicBezTo>
                  <a:cubicBezTo>
                    <a:pt x="426" y="377"/>
                    <a:pt x="429" y="375"/>
                    <a:pt x="430" y="371"/>
                  </a:cubicBezTo>
                  <a:cubicBezTo>
                    <a:pt x="431" y="368"/>
                    <a:pt x="429" y="364"/>
                    <a:pt x="426" y="362"/>
                  </a:cubicBezTo>
                  <a:cubicBezTo>
                    <a:pt x="354" y="315"/>
                    <a:pt x="354" y="315"/>
                    <a:pt x="354" y="315"/>
                  </a:cubicBezTo>
                  <a:cubicBezTo>
                    <a:pt x="352" y="314"/>
                    <a:pt x="351" y="314"/>
                    <a:pt x="349" y="314"/>
                  </a:cubicBezTo>
                  <a:cubicBezTo>
                    <a:pt x="281" y="314"/>
                    <a:pt x="281" y="314"/>
                    <a:pt x="281" y="314"/>
                  </a:cubicBezTo>
                  <a:cubicBezTo>
                    <a:pt x="281" y="290"/>
                    <a:pt x="281" y="290"/>
                    <a:pt x="281" y="290"/>
                  </a:cubicBezTo>
                  <a:cubicBezTo>
                    <a:pt x="453" y="290"/>
                    <a:pt x="453" y="290"/>
                    <a:pt x="453" y="290"/>
                  </a:cubicBezTo>
                  <a:cubicBezTo>
                    <a:pt x="461" y="290"/>
                    <a:pt x="467" y="283"/>
                    <a:pt x="467" y="276"/>
                  </a:cubicBezTo>
                  <a:cubicBezTo>
                    <a:pt x="467" y="66"/>
                    <a:pt x="467" y="66"/>
                    <a:pt x="467" y="66"/>
                  </a:cubicBezTo>
                  <a:cubicBezTo>
                    <a:pt x="467" y="61"/>
                    <a:pt x="463" y="58"/>
                    <a:pt x="459" y="58"/>
                  </a:cubicBezTo>
                  <a:cubicBezTo>
                    <a:pt x="454" y="58"/>
                    <a:pt x="451" y="61"/>
                    <a:pt x="451" y="66"/>
                  </a:cubicBezTo>
                  <a:cubicBezTo>
                    <a:pt x="451" y="274"/>
                    <a:pt x="451" y="274"/>
                    <a:pt x="451" y="274"/>
                  </a:cubicBezTo>
                  <a:cubicBezTo>
                    <a:pt x="16" y="274"/>
                    <a:pt x="16" y="274"/>
                    <a:pt x="16" y="274"/>
                  </a:cubicBezTo>
                  <a:cubicBezTo>
                    <a:pt x="16" y="16"/>
                    <a:pt x="16" y="16"/>
                    <a:pt x="16" y="16"/>
                  </a:cubicBezTo>
                  <a:cubicBezTo>
                    <a:pt x="451" y="16"/>
                    <a:pt x="451" y="16"/>
                    <a:pt x="451" y="16"/>
                  </a:cubicBezTo>
                  <a:cubicBezTo>
                    <a:pt x="451" y="34"/>
                    <a:pt x="451" y="34"/>
                    <a:pt x="451" y="34"/>
                  </a:cubicBezTo>
                  <a:cubicBezTo>
                    <a:pt x="451" y="38"/>
                    <a:pt x="454" y="42"/>
                    <a:pt x="459" y="42"/>
                  </a:cubicBezTo>
                  <a:close/>
                  <a:moveTo>
                    <a:pt x="347" y="330"/>
                  </a:moveTo>
                  <a:cubicBezTo>
                    <a:pt x="395" y="361"/>
                    <a:pt x="395" y="361"/>
                    <a:pt x="395" y="361"/>
                  </a:cubicBezTo>
                  <a:cubicBezTo>
                    <a:pt x="71" y="361"/>
                    <a:pt x="71" y="361"/>
                    <a:pt x="71" y="361"/>
                  </a:cubicBezTo>
                  <a:cubicBezTo>
                    <a:pt x="119" y="330"/>
                    <a:pt x="119" y="330"/>
                    <a:pt x="119" y="330"/>
                  </a:cubicBezTo>
                  <a:lnTo>
                    <a:pt x="347" y="330"/>
                  </a:lnTo>
                  <a:close/>
                  <a:moveTo>
                    <a:pt x="201" y="290"/>
                  </a:moveTo>
                  <a:cubicBezTo>
                    <a:pt x="265" y="290"/>
                    <a:pt x="265" y="290"/>
                    <a:pt x="265" y="290"/>
                  </a:cubicBezTo>
                  <a:cubicBezTo>
                    <a:pt x="265" y="314"/>
                    <a:pt x="265" y="314"/>
                    <a:pt x="265" y="314"/>
                  </a:cubicBezTo>
                  <a:cubicBezTo>
                    <a:pt x="201" y="314"/>
                    <a:pt x="201" y="314"/>
                    <a:pt x="201" y="314"/>
                  </a:cubicBezTo>
                  <a:lnTo>
                    <a:pt x="201" y="290"/>
                  </a:lnTo>
                  <a:close/>
                </a:path>
              </a:pathLst>
            </a:custGeom>
            <a:blipFill dpi="0" rotWithShape="1">
              <a:blip r:embed="rId12"/>
              <a:srcRect/>
              <a:stretch>
                <a:fillRect/>
              </a:stretch>
            </a:blipFill>
            <a:ln w="9525">
              <a:noFill/>
              <a:round/>
              <a:headEnd/>
              <a:tailEnd/>
            </a:ln>
          </p:spPr>
          <p:txBody>
            <a:bodyPr/>
            <a:lstStyle/>
            <a:p>
              <a:endParaRPr lang="en-GB"/>
            </a:p>
          </p:txBody>
        </p:sp>
        <p:sp>
          <p:nvSpPr>
            <p:cNvPr id="31863" name="Freeform 3"/>
            <p:cNvSpPr>
              <a:spLocks noChangeAspect="1" noEditPoints="1"/>
            </p:cNvSpPr>
            <p:nvPr/>
          </p:nvSpPr>
          <p:spPr bwMode="auto">
            <a:xfrm>
              <a:off x="3879665" y="2894273"/>
              <a:ext cx="101333" cy="89022"/>
            </a:xfrm>
            <a:custGeom>
              <a:avLst/>
              <a:gdLst>
                <a:gd name="T0" fmla="*/ 2147483647 w 339"/>
                <a:gd name="T1" fmla="*/ 2147483647 h 287"/>
                <a:gd name="T2" fmla="*/ 2147483647 w 339"/>
                <a:gd name="T3" fmla="*/ 2147483647 h 287"/>
                <a:gd name="T4" fmla="*/ 2147483647 w 339"/>
                <a:gd name="T5" fmla="*/ 2147483647 h 287"/>
                <a:gd name="T6" fmla="*/ 2147483647 w 339"/>
                <a:gd name="T7" fmla="*/ 2147483647 h 287"/>
                <a:gd name="T8" fmla="*/ 2147483647 w 339"/>
                <a:gd name="T9" fmla="*/ 2147483647 h 287"/>
                <a:gd name="T10" fmla="*/ 2147483647 w 339"/>
                <a:gd name="T11" fmla="*/ 2147483647 h 287"/>
                <a:gd name="T12" fmla="*/ 2147483647 w 339"/>
                <a:gd name="T13" fmla="*/ 2147483647 h 287"/>
                <a:gd name="T14" fmla="*/ 2147483647 w 339"/>
                <a:gd name="T15" fmla="*/ 2147483647 h 287"/>
                <a:gd name="T16" fmla="*/ 2147483647 w 339"/>
                <a:gd name="T17" fmla="*/ 2147483647 h 287"/>
                <a:gd name="T18" fmla="*/ 2147483647 w 339"/>
                <a:gd name="T19" fmla="*/ 2147483647 h 287"/>
                <a:gd name="T20" fmla="*/ 2147483647 w 339"/>
                <a:gd name="T21" fmla="*/ 2147483647 h 287"/>
                <a:gd name="T22" fmla="*/ 2147483647 w 339"/>
                <a:gd name="T23" fmla="*/ 2147483647 h 287"/>
                <a:gd name="T24" fmla="*/ 2147483647 w 339"/>
                <a:gd name="T25" fmla="*/ 2147483647 h 287"/>
                <a:gd name="T26" fmla="*/ 2147483647 w 339"/>
                <a:gd name="T27" fmla="*/ 2147483647 h 287"/>
                <a:gd name="T28" fmla="*/ 2147483647 w 339"/>
                <a:gd name="T29" fmla="*/ 2147483647 h 287"/>
                <a:gd name="T30" fmla="*/ 2147483647 w 339"/>
                <a:gd name="T31" fmla="*/ 2147483647 h 287"/>
                <a:gd name="T32" fmla="*/ 2147483647 w 339"/>
                <a:gd name="T33" fmla="*/ 2147483647 h 287"/>
                <a:gd name="T34" fmla="*/ 2147483647 w 339"/>
                <a:gd name="T35" fmla="*/ 2147483647 h 287"/>
                <a:gd name="T36" fmla="*/ 2147483647 w 339"/>
                <a:gd name="T37" fmla="*/ 2147483647 h 287"/>
                <a:gd name="T38" fmla="*/ 2147483647 w 339"/>
                <a:gd name="T39" fmla="*/ 2147483647 h 287"/>
                <a:gd name="T40" fmla="*/ 2147483647 w 339"/>
                <a:gd name="T41" fmla="*/ 2147483647 h 287"/>
                <a:gd name="T42" fmla="*/ 2147483647 w 339"/>
                <a:gd name="T43" fmla="*/ 2147483647 h 287"/>
                <a:gd name="T44" fmla="*/ 2147483647 w 339"/>
                <a:gd name="T45" fmla="*/ 2147483647 h 287"/>
                <a:gd name="T46" fmla="*/ 2147483647 w 339"/>
                <a:gd name="T47" fmla="*/ 2147483647 h 287"/>
                <a:gd name="T48" fmla="*/ 2147483647 w 339"/>
                <a:gd name="T49" fmla="*/ 2147483647 h 287"/>
                <a:gd name="T50" fmla="*/ 2147483647 w 339"/>
                <a:gd name="T51" fmla="*/ 2147483647 h 287"/>
                <a:gd name="T52" fmla="*/ 2147483647 w 339"/>
                <a:gd name="T53" fmla="*/ 2147483647 h 287"/>
                <a:gd name="T54" fmla="*/ 2147483647 w 339"/>
                <a:gd name="T55" fmla="*/ 2147483647 h 287"/>
                <a:gd name="T56" fmla="*/ 2147483647 w 339"/>
                <a:gd name="T57" fmla="*/ 0 h 287"/>
                <a:gd name="T58" fmla="*/ 2147483647 w 339"/>
                <a:gd name="T59" fmla="*/ 0 h 287"/>
                <a:gd name="T60" fmla="*/ 2147483647 w 339"/>
                <a:gd name="T61" fmla="*/ 2147483647 h 287"/>
                <a:gd name="T62" fmla="*/ 2147483647 w 339"/>
                <a:gd name="T63" fmla="*/ 2147483647 h 287"/>
                <a:gd name="T64" fmla="*/ 2147483647 w 339"/>
                <a:gd name="T65" fmla="*/ 2147483647 h 287"/>
                <a:gd name="T66" fmla="*/ 2147483647 w 339"/>
                <a:gd name="T67" fmla="*/ 2147483647 h 287"/>
                <a:gd name="T68" fmla="*/ 0 w 339"/>
                <a:gd name="T69" fmla="*/ 2147483647 h 287"/>
                <a:gd name="T70" fmla="*/ 0 w 339"/>
                <a:gd name="T71" fmla="*/ 2147483647 h 287"/>
                <a:gd name="T72" fmla="*/ 2147483647 w 339"/>
                <a:gd name="T73" fmla="*/ 2147483647 h 287"/>
                <a:gd name="T74" fmla="*/ 2147483647 w 339"/>
                <a:gd name="T75" fmla="*/ 2147483647 h 287"/>
                <a:gd name="T76" fmla="*/ 2147483647 w 339"/>
                <a:gd name="T77" fmla="*/ 2147483647 h 287"/>
                <a:gd name="T78" fmla="*/ 2147483647 w 339"/>
                <a:gd name="T79" fmla="*/ 2147483647 h 287"/>
                <a:gd name="T80" fmla="*/ 2147483647 w 339"/>
                <a:gd name="T81" fmla="*/ 2147483647 h 28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39"/>
                <a:gd name="T124" fmla="*/ 0 h 287"/>
                <a:gd name="T125" fmla="*/ 339 w 339"/>
                <a:gd name="T126" fmla="*/ 287 h 28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39" h="287">
                  <a:moveTo>
                    <a:pt x="84" y="162"/>
                  </a:moveTo>
                  <a:cubicBezTo>
                    <a:pt x="84" y="209"/>
                    <a:pt x="122" y="247"/>
                    <a:pt x="169" y="247"/>
                  </a:cubicBezTo>
                  <a:cubicBezTo>
                    <a:pt x="216" y="247"/>
                    <a:pt x="254" y="209"/>
                    <a:pt x="254" y="162"/>
                  </a:cubicBezTo>
                  <a:cubicBezTo>
                    <a:pt x="254" y="115"/>
                    <a:pt x="216" y="77"/>
                    <a:pt x="169" y="77"/>
                  </a:cubicBezTo>
                  <a:cubicBezTo>
                    <a:pt x="122" y="77"/>
                    <a:pt x="84" y="115"/>
                    <a:pt x="84" y="162"/>
                  </a:cubicBezTo>
                  <a:close/>
                  <a:moveTo>
                    <a:pt x="238" y="162"/>
                  </a:moveTo>
                  <a:cubicBezTo>
                    <a:pt x="238" y="200"/>
                    <a:pt x="207" y="231"/>
                    <a:pt x="169" y="231"/>
                  </a:cubicBezTo>
                  <a:cubicBezTo>
                    <a:pt x="131" y="231"/>
                    <a:pt x="100" y="200"/>
                    <a:pt x="100" y="162"/>
                  </a:cubicBezTo>
                  <a:cubicBezTo>
                    <a:pt x="100" y="124"/>
                    <a:pt x="131" y="93"/>
                    <a:pt x="169" y="93"/>
                  </a:cubicBezTo>
                  <a:cubicBezTo>
                    <a:pt x="207" y="93"/>
                    <a:pt x="238" y="124"/>
                    <a:pt x="238" y="162"/>
                  </a:cubicBezTo>
                  <a:close/>
                  <a:moveTo>
                    <a:pt x="331" y="118"/>
                  </a:moveTo>
                  <a:cubicBezTo>
                    <a:pt x="326" y="118"/>
                    <a:pt x="323" y="121"/>
                    <a:pt x="323" y="126"/>
                  </a:cubicBezTo>
                  <a:cubicBezTo>
                    <a:pt x="323" y="240"/>
                    <a:pt x="323" y="240"/>
                    <a:pt x="323" y="240"/>
                  </a:cubicBezTo>
                  <a:cubicBezTo>
                    <a:pt x="323" y="257"/>
                    <a:pt x="309" y="271"/>
                    <a:pt x="292" y="271"/>
                  </a:cubicBezTo>
                  <a:cubicBezTo>
                    <a:pt x="47" y="271"/>
                    <a:pt x="47" y="271"/>
                    <a:pt x="47" y="271"/>
                  </a:cubicBezTo>
                  <a:cubicBezTo>
                    <a:pt x="30" y="271"/>
                    <a:pt x="16" y="257"/>
                    <a:pt x="16" y="240"/>
                  </a:cubicBezTo>
                  <a:cubicBezTo>
                    <a:pt x="16" y="84"/>
                    <a:pt x="16" y="84"/>
                    <a:pt x="16" y="84"/>
                  </a:cubicBezTo>
                  <a:cubicBezTo>
                    <a:pt x="16" y="67"/>
                    <a:pt x="30" y="54"/>
                    <a:pt x="47" y="53"/>
                  </a:cubicBezTo>
                  <a:cubicBezTo>
                    <a:pt x="292" y="53"/>
                    <a:pt x="292" y="53"/>
                    <a:pt x="292" y="53"/>
                  </a:cubicBezTo>
                  <a:cubicBezTo>
                    <a:pt x="309" y="54"/>
                    <a:pt x="323" y="67"/>
                    <a:pt x="323" y="84"/>
                  </a:cubicBezTo>
                  <a:cubicBezTo>
                    <a:pt x="323" y="94"/>
                    <a:pt x="323" y="94"/>
                    <a:pt x="323" y="94"/>
                  </a:cubicBezTo>
                  <a:cubicBezTo>
                    <a:pt x="323" y="99"/>
                    <a:pt x="326" y="102"/>
                    <a:pt x="331" y="102"/>
                  </a:cubicBezTo>
                  <a:cubicBezTo>
                    <a:pt x="335" y="102"/>
                    <a:pt x="339" y="99"/>
                    <a:pt x="339" y="94"/>
                  </a:cubicBezTo>
                  <a:cubicBezTo>
                    <a:pt x="339" y="84"/>
                    <a:pt x="339" y="84"/>
                    <a:pt x="339" y="84"/>
                  </a:cubicBezTo>
                  <a:cubicBezTo>
                    <a:pt x="339" y="58"/>
                    <a:pt x="318" y="37"/>
                    <a:pt x="292" y="37"/>
                  </a:cubicBezTo>
                  <a:cubicBezTo>
                    <a:pt x="96" y="37"/>
                    <a:pt x="96" y="37"/>
                    <a:pt x="96" y="37"/>
                  </a:cubicBezTo>
                  <a:cubicBezTo>
                    <a:pt x="98" y="35"/>
                    <a:pt x="98" y="33"/>
                    <a:pt x="98" y="30"/>
                  </a:cubicBezTo>
                  <a:cubicBezTo>
                    <a:pt x="98" y="16"/>
                    <a:pt x="98" y="16"/>
                    <a:pt x="98" y="16"/>
                  </a:cubicBezTo>
                  <a:cubicBezTo>
                    <a:pt x="98" y="7"/>
                    <a:pt x="91" y="0"/>
                    <a:pt x="83" y="0"/>
                  </a:cubicBezTo>
                  <a:cubicBezTo>
                    <a:pt x="62" y="0"/>
                    <a:pt x="62" y="0"/>
                    <a:pt x="62" y="0"/>
                  </a:cubicBezTo>
                  <a:cubicBezTo>
                    <a:pt x="53" y="0"/>
                    <a:pt x="46" y="7"/>
                    <a:pt x="46" y="16"/>
                  </a:cubicBezTo>
                  <a:cubicBezTo>
                    <a:pt x="46" y="30"/>
                    <a:pt x="46" y="30"/>
                    <a:pt x="46" y="30"/>
                  </a:cubicBezTo>
                  <a:cubicBezTo>
                    <a:pt x="46" y="33"/>
                    <a:pt x="47" y="35"/>
                    <a:pt x="48" y="37"/>
                  </a:cubicBezTo>
                  <a:cubicBezTo>
                    <a:pt x="47" y="37"/>
                    <a:pt x="47" y="37"/>
                    <a:pt x="47" y="37"/>
                  </a:cubicBezTo>
                  <a:cubicBezTo>
                    <a:pt x="21" y="37"/>
                    <a:pt x="0" y="58"/>
                    <a:pt x="0" y="84"/>
                  </a:cubicBezTo>
                  <a:cubicBezTo>
                    <a:pt x="0" y="240"/>
                    <a:pt x="0" y="240"/>
                    <a:pt x="0" y="240"/>
                  </a:cubicBezTo>
                  <a:cubicBezTo>
                    <a:pt x="0" y="266"/>
                    <a:pt x="21" y="287"/>
                    <a:pt x="47" y="287"/>
                  </a:cubicBezTo>
                  <a:cubicBezTo>
                    <a:pt x="292" y="287"/>
                    <a:pt x="292" y="287"/>
                    <a:pt x="292" y="287"/>
                  </a:cubicBezTo>
                  <a:cubicBezTo>
                    <a:pt x="318" y="287"/>
                    <a:pt x="339" y="266"/>
                    <a:pt x="339" y="240"/>
                  </a:cubicBezTo>
                  <a:cubicBezTo>
                    <a:pt x="339" y="126"/>
                    <a:pt x="339" y="126"/>
                    <a:pt x="339" y="126"/>
                  </a:cubicBezTo>
                  <a:cubicBezTo>
                    <a:pt x="339" y="121"/>
                    <a:pt x="335" y="118"/>
                    <a:pt x="331" y="118"/>
                  </a:cubicBezTo>
                  <a:close/>
                </a:path>
              </a:pathLst>
            </a:custGeom>
            <a:blipFill dpi="0" rotWithShape="1">
              <a:blip r:embed="rId14"/>
              <a:srcRect/>
              <a:stretch>
                <a:fillRect/>
              </a:stretch>
            </a:blipFill>
            <a:ln w="9525">
              <a:noFill/>
              <a:round/>
              <a:headEnd/>
              <a:tailEnd/>
            </a:ln>
          </p:spPr>
          <p:txBody>
            <a:bodyPr/>
            <a:lstStyle/>
            <a:p>
              <a:endParaRPr lang="en-GB"/>
            </a:p>
          </p:txBody>
        </p:sp>
        <p:sp>
          <p:nvSpPr>
            <p:cNvPr id="31864" name="Freeform 3"/>
            <p:cNvSpPr>
              <a:spLocks noChangeAspect="1" noEditPoints="1"/>
            </p:cNvSpPr>
            <p:nvPr/>
          </p:nvSpPr>
          <p:spPr bwMode="auto">
            <a:xfrm>
              <a:off x="3705436" y="2743862"/>
              <a:ext cx="143966" cy="57068"/>
            </a:xfrm>
            <a:custGeom>
              <a:avLst/>
              <a:gdLst>
                <a:gd name="T0" fmla="*/ 2147483647 w 482"/>
                <a:gd name="T1" fmla="*/ 2147483647 h 184"/>
                <a:gd name="T2" fmla="*/ 2147483647 w 482"/>
                <a:gd name="T3" fmla="*/ 2147483647 h 184"/>
                <a:gd name="T4" fmla="*/ 2147483647 w 482"/>
                <a:gd name="T5" fmla="*/ 2147483647 h 184"/>
                <a:gd name="T6" fmla="*/ 2147483647 w 482"/>
                <a:gd name="T7" fmla="*/ 2147483647 h 184"/>
                <a:gd name="T8" fmla="*/ 2147483647 w 482"/>
                <a:gd name="T9" fmla="*/ 2147483647 h 184"/>
                <a:gd name="T10" fmla="*/ 2147483647 w 482"/>
                <a:gd name="T11" fmla="*/ 2147483647 h 184"/>
                <a:gd name="T12" fmla="*/ 2147483647 w 482"/>
                <a:gd name="T13" fmla="*/ 2147483647 h 184"/>
                <a:gd name="T14" fmla="*/ 2147483647 w 482"/>
                <a:gd name="T15" fmla="*/ 0 h 184"/>
                <a:gd name="T16" fmla="*/ 0 w 482"/>
                <a:gd name="T17" fmla="*/ 2147483647 h 184"/>
                <a:gd name="T18" fmla="*/ 2147483647 w 482"/>
                <a:gd name="T19" fmla="*/ 2147483647 h 184"/>
                <a:gd name="T20" fmla="*/ 2147483647 w 482"/>
                <a:gd name="T21" fmla="*/ 2147483647 h 184"/>
                <a:gd name="T22" fmla="*/ 2147483647 w 482"/>
                <a:gd name="T23" fmla="*/ 2147483647 h 184"/>
                <a:gd name="T24" fmla="*/ 2147483647 w 482"/>
                <a:gd name="T25" fmla="*/ 2147483647 h 184"/>
                <a:gd name="T26" fmla="*/ 2147483647 w 482"/>
                <a:gd name="T27" fmla="*/ 2147483647 h 184"/>
                <a:gd name="T28" fmla="*/ 2147483647 w 482"/>
                <a:gd name="T29" fmla="*/ 2147483647 h 184"/>
                <a:gd name="T30" fmla="*/ 2147483647 w 482"/>
                <a:gd name="T31" fmla="*/ 2147483647 h 184"/>
                <a:gd name="T32" fmla="*/ 2147483647 w 482"/>
                <a:gd name="T33" fmla="*/ 2147483647 h 184"/>
                <a:gd name="T34" fmla="*/ 2147483647 w 482"/>
                <a:gd name="T35" fmla="*/ 2147483647 h 184"/>
                <a:gd name="T36" fmla="*/ 2147483647 w 482"/>
                <a:gd name="T37" fmla="*/ 2147483647 h 184"/>
                <a:gd name="T38" fmla="*/ 2147483647 w 482"/>
                <a:gd name="T39" fmla="*/ 2147483647 h 184"/>
                <a:gd name="T40" fmla="*/ 2147483647 w 482"/>
                <a:gd name="T41" fmla="*/ 2147483647 h 184"/>
                <a:gd name="T42" fmla="*/ 2147483647 w 482"/>
                <a:gd name="T43" fmla="*/ 2147483647 h 184"/>
                <a:gd name="T44" fmla="*/ 2147483647 w 482"/>
                <a:gd name="T45" fmla="*/ 2147483647 h 184"/>
                <a:gd name="T46" fmla="*/ 2147483647 w 482"/>
                <a:gd name="T47" fmla="*/ 2147483647 h 184"/>
                <a:gd name="T48" fmla="*/ 2147483647 w 482"/>
                <a:gd name="T49" fmla="*/ 2147483647 h 184"/>
                <a:gd name="T50" fmla="*/ 2147483647 w 482"/>
                <a:gd name="T51" fmla="*/ 2147483647 h 184"/>
                <a:gd name="T52" fmla="*/ 2147483647 w 482"/>
                <a:gd name="T53" fmla="*/ 2147483647 h 184"/>
                <a:gd name="T54" fmla="*/ 2147483647 w 482"/>
                <a:gd name="T55" fmla="*/ 2147483647 h 184"/>
                <a:gd name="T56" fmla="*/ 2147483647 w 482"/>
                <a:gd name="T57" fmla="*/ 2147483647 h 184"/>
                <a:gd name="T58" fmla="*/ 2147483647 w 482"/>
                <a:gd name="T59" fmla="*/ 2147483647 h 184"/>
                <a:gd name="T60" fmla="*/ 2147483647 w 482"/>
                <a:gd name="T61" fmla="*/ 2147483647 h 184"/>
                <a:gd name="T62" fmla="*/ 2147483647 w 482"/>
                <a:gd name="T63" fmla="*/ 2147483647 h 184"/>
                <a:gd name="T64" fmla="*/ 2147483647 w 482"/>
                <a:gd name="T65" fmla="*/ 2147483647 h 184"/>
                <a:gd name="T66" fmla="*/ 2147483647 w 482"/>
                <a:gd name="T67" fmla="*/ 2147483647 h 18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82"/>
                <a:gd name="T103" fmla="*/ 0 h 184"/>
                <a:gd name="T104" fmla="*/ 482 w 482"/>
                <a:gd name="T105" fmla="*/ 184 h 18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82" h="184">
                  <a:moveTo>
                    <a:pt x="46" y="134"/>
                  </a:moveTo>
                  <a:cubicBezTo>
                    <a:pt x="436" y="134"/>
                    <a:pt x="436" y="134"/>
                    <a:pt x="436" y="134"/>
                  </a:cubicBezTo>
                  <a:cubicBezTo>
                    <a:pt x="441" y="134"/>
                    <a:pt x="444" y="131"/>
                    <a:pt x="444" y="126"/>
                  </a:cubicBezTo>
                  <a:cubicBezTo>
                    <a:pt x="444" y="122"/>
                    <a:pt x="441" y="118"/>
                    <a:pt x="436" y="118"/>
                  </a:cubicBezTo>
                  <a:cubicBezTo>
                    <a:pt x="46" y="118"/>
                    <a:pt x="46" y="118"/>
                    <a:pt x="46" y="118"/>
                  </a:cubicBezTo>
                  <a:cubicBezTo>
                    <a:pt x="42" y="118"/>
                    <a:pt x="38" y="122"/>
                    <a:pt x="38" y="126"/>
                  </a:cubicBezTo>
                  <a:cubicBezTo>
                    <a:pt x="38" y="131"/>
                    <a:pt x="42" y="134"/>
                    <a:pt x="46" y="134"/>
                  </a:cubicBezTo>
                  <a:close/>
                  <a:moveTo>
                    <a:pt x="142" y="46"/>
                  </a:moveTo>
                  <a:cubicBezTo>
                    <a:pt x="142" y="36"/>
                    <a:pt x="134" y="28"/>
                    <a:pt x="124" y="28"/>
                  </a:cubicBezTo>
                  <a:cubicBezTo>
                    <a:pt x="113" y="28"/>
                    <a:pt x="105" y="36"/>
                    <a:pt x="105" y="46"/>
                  </a:cubicBezTo>
                  <a:cubicBezTo>
                    <a:pt x="105" y="56"/>
                    <a:pt x="113" y="65"/>
                    <a:pt x="124" y="65"/>
                  </a:cubicBezTo>
                  <a:cubicBezTo>
                    <a:pt x="134" y="65"/>
                    <a:pt x="142" y="56"/>
                    <a:pt x="142" y="46"/>
                  </a:cubicBezTo>
                  <a:close/>
                  <a:moveTo>
                    <a:pt x="474" y="48"/>
                  </a:moveTo>
                  <a:cubicBezTo>
                    <a:pt x="479" y="48"/>
                    <a:pt x="482" y="45"/>
                    <a:pt x="482" y="40"/>
                  </a:cubicBezTo>
                  <a:cubicBezTo>
                    <a:pt x="482" y="16"/>
                    <a:pt x="482" y="16"/>
                    <a:pt x="482" y="16"/>
                  </a:cubicBezTo>
                  <a:cubicBezTo>
                    <a:pt x="482" y="7"/>
                    <a:pt x="475" y="0"/>
                    <a:pt x="466" y="0"/>
                  </a:cubicBezTo>
                  <a:cubicBezTo>
                    <a:pt x="16" y="0"/>
                    <a:pt x="16" y="0"/>
                    <a:pt x="16" y="0"/>
                  </a:cubicBezTo>
                  <a:cubicBezTo>
                    <a:pt x="7" y="0"/>
                    <a:pt x="0" y="7"/>
                    <a:pt x="0" y="16"/>
                  </a:cubicBezTo>
                  <a:cubicBezTo>
                    <a:pt x="0" y="147"/>
                    <a:pt x="0" y="147"/>
                    <a:pt x="0" y="147"/>
                  </a:cubicBezTo>
                  <a:cubicBezTo>
                    <a:pt x="0" y="156"/>
                    <a:pt x="7" y="163"/>
                    <a:pt x="16" y="163"/>
                  </a:cubicBezTo>
                  <a:cubicBezTo>
                    <a:pt x="42" y="163"/>
                    <a:pt x="42" y="163"/>
                    <a:pt x="42" y="163"/>
                  </a:cubicBezTo>
                  <a:cubicBezTo>
                    <a:pt x="42" y="174"/>
                    <a:pt x="42" y="174"/>
                    <a:pt x="42" y="174"/>
                  </a:cubicBezTo>
                  <a:cubicBezTo>
                    <a:pt x="42" y="179"/>
                    <a:pt x="46" y="184"/>
                    <a:pt x="52" y="184"/>
                  </a:cubicBezTo>
                  <a:cubicBezTo>
                    <a:pt x="90" y="184"/>
                    <a:pt x="90" y="184"/>
                    <a:pt x="90" y="184"/>
                  </a:cubicBezTo>
                  <a:cubicBezTo>
                    <a:pt x="96" y="184"/>
                    <a:pt x="100" y="179"/>
                    <a:pt x="100" y="174"/>
                  </a:cubicBezTo>
                  <a:cubicBezTo>
                    <a:pt x="100" y="163"/>
                    <a:pt x="100" y="163"/>
                    <a:pt x="100" y="163"/>
                  </a:cubicBezTo>
                  <a:cubicBezTo>
                    <a:pt x="382" y="163"/>
                    <a:pt x="382" y="163"/>
                    <a:pt x="382" y="163"/>
                  </a:cubicBezTo>
                  <a:cubicBezTo>
                    <a:pt x="382" y="174"/>
                    <a:pt x="382" y="174"/>
                    <a:pt x="382" y="174"/>
                  </a:cubicBezTo>
                  <a:cubicBezTo>
                    <a:pt x="382" y="179"/>
                    <a:pt x="386" y="184"/>
                    <a:pt x="392" y="184"/>
                  </a:cubicBezTo>
                  <a:cubicBezTo>
                    <a:pt x="430" y="184"/>
                    <a:pt x="430" y="184"/>
                    <a:pt x="430" y="184"/>
                  </a:cubicBezTo>
                  <a:cubicBezTo>
                    <a:pt x="436" y="184"/>
                    <a:pt x="440" y="179"/>
                    <a:pt x="440" y="174"/>
                  </a:cubicBezTo>
                  <a:cubicBezTo>
                    <a:pt x="440" y="163"/>
                    <a:pt x="440" y="163"/>
                    <a:pt x="440" y="163"/>
                  </a:cubicBezTo>
                  <a:cubicBezTo>
                    <a:pt x="466" y="163"/>
                    <a:pt x="466" y="163"/>
                    <a:pt x="466" y="163"/>
                  </a:cubicBezTo>
                  <a:cubicBezTo>
                    <a:pt x="475" y="163"/>
                    <a:pt x="482" y="156"/>
                    <a:pt x="482" y="147"/>
                  </a:cubicBezTo>
                  <a:cubicBezTo>
                    <a:pt x="482" y="72"/>
                    <a:pt x="482" y="72"/>
                    <a:pt x="482" y="72"/>
                  </a:cubicBezTo>
                  <a:cubicBezTo>
                    <a:pt x="482" y="67"/>
                    <a:pt x="479" y="64"/>
                    <a:pt x="474" y="64"/>
                  </a:cubicBezTo>
                  <a:cubicBezTo>
                    <a:pt x="470" y="64"/>
                    <a:pt x="466" y="67"/>
                    <a:pt x="466" y="72"/>
                  </a:cubicBezTo>
                  <a:cubicBezTo>
                    <a:pt x="466" y="72"/>
                    <a:pt x="466" y="72"/>
                    <a:pt x="466" y="72"/>
                  </a:cubicBezTo>
                  <a:cubicBezTo>
                    <a:pt x="466" y="147"/>
                    <a:pt x="466" y="147"/>
                    <a:pt x="466" y="147"/>
                  </a:cubicBezTo>
                  <a:cubicBezTo>
                    <a:pt x="16" y="147"/>
                    <a:pt x="16" y="147"/>
                    <a:pt x="16" y="147"/>
                  </a:cubicBezTo>
                  <a:cubicBezTo>
                    <a:pt x="16" y="16"/>
                    <a:pt x="16" y="16"/>
                    <a:pt x="16" y="16"/>
                  </a:cubicBezTo>
                  <a:cubicBezTo>
                    <a:pt x="466" y="16"/>
                    <a:pt x="466" y="16"/>
                    <a:pt x="466" y="16"/>
                  </a:cubicBezTo>
                  <a:cubicBezTo>
                    <a:pt x="466" y="40"/>
                    <a:pt x="466" y="40"/>
                    <a:pt x="466" y="40"/>
                  </a:cubicBezTo>
                  <a:cubicBezTo>
                    <a:pt x="466" y="45"/>
                    <a:pt x="470" y="48"/>
                    <a:pt x="474" y="48"/>
                  </a:cubicBezTo>
                  <a:close/>
                  <a:moveTo>
                    <a:pt x="49" y="88"/>
                  </a:moveTo>
                  <a:cubicBezTo>
                    <a:pt x="78" y="88"/>
                    <a:pt x="78" y="88"/>
                    <a:pt x="78" y="88"/>
                  </a:cubicBezTo>
                  <a:cubicBezTo>
                    <a:pt x="82" y="88"/>
                    <a:pt x="86" y="84"/>
                    <a:pt x="86" y="80"/>
                  </a:cubicBezTo>
                  <a:cubicBezTo>
                    <a:pt x="86" y="36"/>
                    <a:pt x="86" y="36"/>
                    <a:pt x="86" y="36"/>
                  </a:cubicBezTo>
                  <a:cubicBezTo>
                    <a:pt x="86" y="32"/>
                    <a:pt x="82" y="28"/>
                    <a:pt x="78" y="28"/>
                  </a:cubicBezTo>
                  <a:cubicBezTo>
                    <a:pt x="49" y="28"/>
                    <a:pt x="49" y="28"/>
                    <a:pt x="49" y="28"/>
                  </a:cubicBezTo>
                  <a:cubicBezTo>
                    <a:pt x="44" y="28"/>
                    <a:pt x="41" y="32"/>
                    <a:pt x="41" y="36"/>
                  </a:cubicBezTo>
                  <a:cubicBezTo>
                    <a:pt x="41" y="80"/>
                    <a:pt x="41" y="80"/>
                    <a:pt x="41" y="80"/>
                  </a:cubicBezTo>
                  <a:cubicBezTo>
                    <a:pt x="41" y="84"/>
                    <a:pt x="44" y="88"/>
                    <a:pt x="49" y="88"/>
                  </a:cubicBezTo>
                  <a:close/>
                  <a:moveTo>
                    <a:pt x="310" y="46"/>
                  </a:moveTo>
                  <a:cubicBezTo>
                    <a:pt x="310" y="36"/>
                    <a:pt x="302" y="28"/>
                    <a:pt x="292" y="28"/>
                  </a:cubicBezTo>
                  <a:cubicBezTo>
                    <a:pt x="281" y="28"/>
                    <a:pt x="273" y="36"/>
                    <a:pt x="273" y="46"/>
                  </a:cubicBezTo>
                  <a:cubicBezTo>
                    <a:pt x="273" y="56"/>
                    <a:pt x="281" y="65"/>
                    <a:pt x="292" y="65"/>
                  </a:cubicBezTo>
                  <a:cubicBezTo>
                    <a:pt x="302" y="65"/>
                    <a:pt x="310" y="56"/>
                    <a:pt x="310" y="46"/>
                  </a:cubicBezTo>
                  <a:close/>
                  <a:moveTo>
                    <a:pt x="254" y="46"/>
                  </a:moveTo>
                  <a:cubicBezTo>
                    <a:pt x="254" y="36"/>
                    <a:pt x="246" y="28"/>
                    <a:pt x="236" y="28"/>
                  </a:cubicBezTo>
                  <a:cubicBezTo>
                    <a:pt x="225" y="28"/>
                    <a:pt x="217" y="36"/>
                    <a:pt x="217" y="46"/>
                  </a:cubicBezTo>
                  <a:cubicBezTo>
                    <a:pt x="217" y="56"/>
                    <a:pt x="225" y="65"/>
                    <a:pt x="236" y="65"/>
                  </a:cubicBezTo>
                  <a:cubicBezTo>
                    <a:pt x="246" y="65"/>
                    <a:pt x="254" y="56"/>
                    <a:pt x="254" y="46"/>
                  </a:cubicBezTo>
                  <a:close/>
                  <a:moveTo>
                    <a:pt x="198" y="46"/>
                  </a:moveTo>
                  <a:cubicBezTo>
                    <a:pt x="198" y="36"/>
                    <a:pt x="190" y="28"/>
                    <a:pt x="180" y="28"/>
                  </a:cubicBezTo>
                  <a:cubicBezTo>
                    <a:pt x="169" y="28"/>
                    <a:pt x="161" y="36"/>
                    <a:pt x="161" y="46"/>
                  </a:cubicBezTo>
                  <a:cubicBezTo>
                    <a:pt x="161" y="56"/>
                    <a:pt x="169" y="65"/>
                    <a:pt x="180" y="65"/>
                  </a:cubicBezTo>
                  <a:cubicBezTo>
                    <a:pt x="190" y="65"/>
                    <a:pt x="198" y="56"/>
                    <a:pt x="198" y="46"/>
                  </a:cubicBezTo>
                  <a:close/>
                </a:path>
              </a:pathLst>
            </a:custGeom>
            <a:blipFill dpi="0" rotWithShape="1">
              <a:blip r:embed="rId15"/>
              <a:srcRect/>
              <a:stretch>
                <a:fillRect/>
              </a:stretch>
            </a:blipFill>
            <a:ln w="9525">
              <a:noFill/>
              <a:round/>
              <a:headEnd/>
              <a:tailEnd/>
            </a:ln>
          </p:spPr>
          <p:txBody>
            <a:bodyPr/>
            <a:lstStyle/>
            <a:p>
              <a:endParaRPr lang="en-GB"/>
            </a:p>
          </p:txBody>
        </p:sp>
        <p:sp>
          <p:nvSpPr>
            <p:cNvPr id="31865" name="Freeform 3"/>
            <p:cNvSpPr>
              <a:spLocks noChangeAspect="1" noEditPoints="1"/>
            </p:cNvSpPr>
            <p:nvPr/>
          </p:nvSpPr>
          <p:spPr bwMode="auto">
            <a:xfrm>
              <a:off x="3227895" y="2833673"/>
              <a:ext cx="143207" cy="144381"/>
            </a:xfrm>
            <a:custGeom>
              <a:avLst/>
              <a:gdLst>
                <a:gd name="T0" fmla="*/ 2147483647 w 479"/>
                <a:gd name="T1" fmla="*/ 2147483647 h 465"/>
                <a:gd name="T2" fmla="*/ 2147483647 w 479"/>
                <a:gd name="T3" fmla="*/ 0 h 465"/>
                <a:gd name="T4" fmla="*/ 2147483647 w 479"/>
                <a:gd name="T5" fmla="*/ 2147483647 h 465"/>
                <a:gd name="T6" fmla="*/ 2147483647 w 479"/>
                <a:gd name="T7" fmla="*/ 2147483647 h 465"/>
                <a:gd name="T8" fmla="*/ 2147483647 w 479"/>
                <a:gd name="T9" fmla="*/ 2147483647 h 465"/>
                <a:gd name="T10" fmla="*/ 2147483647 w 479"/>
                <a:gd name="T11" fmla="*/ 2147483647 h 465"/>
                <a:gd name="T12" fmla="*/ 2147483647 w 479"/>
                <a:gd name="T13" fmla="*/ 2147483647 h 465"/>
                <a:gd name="T14" fmla="*/ 2147483647 w 479"/>
                <a:gd name="T15" fmla="*/ 2147483647 h 465"/>
                <a:gd name="T16" fmla="*/ 2147483647 w 479"/>
                <a:gd name="T17" fmla="*/ 2147483647 h 465"/>
                <a:gd name="T18" fmla="*/ 2147483647 w 479"/>
                <a:gd name="T19" fmla="*/ 2147483647 h 465"/>
                <a:gd name="T20" fmla="*/ 2147483647 w 479"/>
                <a:gd name="T21" fmla="*/ 2147483647 h 465"/>
                <a:gd name="T22" fmla="*/ 2147483647 w 479"/>
                <a:gd name="T23" fmla="*/ 2147483647 h 465"/>
                <a:gd name="T24" fmla="*/ 2147483647 w 479"/>
                <a:gd name="T25" fmla="*/ 2147483647 h 465"/>
                <a:gd name="T26" fmla="*/ 2147483647 w 479"/>
                <a:gd name="T27" fmla="*/ 2147483647 h 465"/>
                <a:gd name="T28" fmla="*/ 2147483647 w 479"/>
                <a:gd name="T29" fmla="*/ 2147483647 h 465"/>
                <a:gd name="T30" fmla="*/ 2147483647 w 479"/>
                <a:gd name="T31" fmla="*/ 2147483647 h 465"/>
                <a:gd name="T32" fmla="*/ 2147483647 w 479"/>
                <a:gd name="T33" fmla="*/ 2147483647 h 465"/>
                <a:gd name="T34" fmla="*/ 2147483647 w 479"/>
                <a:gd name="T35" fmla="*/ 2147483647 h 465"/>
                <a:gd name="T36" fmla="*/ 2147483647 w 479"/>
                <a:gd name="T37" fmla="*/ 2147483647 h 465"/>
                <a:gd name="T38" fmla="*/ 2147483647 w 479"/>
                <a:gd name="T39" fmla="*/ 2147483647 h 465"/>
                <a:gd name="T40" fmla="*/ 2147483647 w 479"/>
                <a:gd name="T41" fmla="*/ 2147483647 h 465"/>
                <a:gd name="T42" fmla="*/ 2147483647 w 479"/>
                <a:gd name="T43" fmla="*/ 2147483647 h 465"/>
                <a:gd name="T44" fmla="*/ 2147483647 w 479"/>
                <a:gd name="T45" fmla="*/ 2147483647 h 465"/>
                <a:gd name="T46" fmla="*/ 2147483647 w 479"/>
                <a:gd name="T47" fmla="*/ 2147483647 h 465"/>
                <a:gd name="T48" fmla="*/ 2147483647 w 479"/>
                <a:gd name="T49" fmla="*/ 2147483647 h 465"/>
                <a:gd name="T50" fmla="*/ 2147483647 w 479"/>
                <a:gd name="T51" fmla="*/ 2147483647 h 465"/>
                <a:gd name="T52" fmla="*/ 2147483647 w 479"/>
                <a:gd name="T53" fmla="*/ 2147483647 h 465"/>
                <a:gd name="T54" fmla="*/ 2147483647 w 479"/>
                <a:gd name="T55" fmla="*/ 2147483647 h 465"/>
                <a:gd name="T56" fmla="*/ 2147483647 w 479"/>
                <a:gd name="T57" fmla="*/ 2147483647 h 465"/>
                <a:gd name="T58" fmla="*/ 2147483647 w 479"/>
                <a:gd name="T59" fmla="*/ 2147483647 h 465"/>
                <a:gd name="T60" fmla="*/ 2147483647 w 479"/>
                <a:gd name="T61" fmla="*/ 2147483647 h 465"/>
                <a:gd name="T62" fmla="*/ 2147483647 w 479"/>
                <a:gd name="T63" fmla="*/ 2147483647 h 465"/>
                <a:gd name="T64" fmla="*/ 2147483647 w 479"/>
                <a:gd name="T65" fmla="*/ 2147483647 h 465"/>
                <a:gd name="T66" fmla="*/ 2147483647 w 479"/>
                <a:gd name="T67" fmla="*/ 2147483647 h 465"/>
                <a:gd name="T68" fmla="*/ 2147483647 w 479"/>
                <a:gd name="T69" fmla="*/ 2147483647 h 465"/>
                <a:gd name="T70" fmla="*/ 2147483647 w 479"/>
                <a:gd name="T71" fmla="*/ 2147483647 h 465"/>
                <a:gd name="T72" fmla="*/ 2147483647 w 479"/>
                <a:gd name="T73" fmla="*/ 2147483647 h 465"/>
                <a:gd name="T74" fmla="*/ 2147483647 w 479"/>
                <a:gd name="T75" fmla="*/ 2147483647 h 465"/>
                <a:gd name="T76" fmla="*/ 2147483647 w 479"/>
                <a:gd name="T77" fmla="*/ 2147483647 h 465"/>
                <a:gd name="T78" fmla="*/ 2147483647 w 479"/>
                <a:gd name="T79" fmla="*/ 2147483647 h 465"/>
                <a:gd name="T80" fmla="*/ 2147483647 w 479"/>
                <a:gd name="T81" fmla="*/ 2147483647 h 465"/>
                <a:gd name="T82" fmla="*/ 2147483647 w 479"/>
                <a:gd name="T83" fmla="*/ 2147483647 h 465"/>
                <a:gd name="T84" fmla="*/ 2147483647 w 479"/>
                <a:gd name="T85" fmla="*/ 2147483647 h 465"/>
                <a:gd name="T86" fmla="*/ 2147483647 w 479"/>
                <a:gd name="T87" fmla="*/ 2147483647 h 465"/>
                <a:gd name="T88" fmla="*/ 2147483647 w 479"/>
                <a:gd name="T89" fmla="*/ 2147483647 h 465"/>
                <a:gd name="T90" fmla="*/ 2147483647 w 479"/>
                <a:gd name="T91" fmla="*/ 2147483647 h 465"/>
                <a:gd name="T92" fmla="*/ 2147483647 w 479"/>
                <a:gd name="T93" fmla="*/ 2147483647 h 465"/>
                <a:gd name="T94" fmla="*/ 2147483647 w 479"/>
                <a:gd name="T95" fmla="*/ 2147483647 h 465"/>
                <a:gd name="T96" fmla="*/ 2147483647 w 479"/>
                <a:gd name="T97" fmla="*/ 2147483647 h 465"/>
                <a:gd name="T98" fmla="*/ 2147483647 w 479"/>
                <a:gd name="T99" fmla="*/ 2147483647 h 465"/>
                <a:gd name="T100" fmla="*/ 2147483647 w 479"/>
                <a:gd name="T101" fmla="*/ 2147483647 h 465"/>
                <a:gd name="T102" fmla="*/ 2147483647 w 479"/>
                <a:gd name="T103" fmla="*/ 2147483647 h 465"/>
                <a:gd name="T104" fmla="*/ 2147483647 w 479"/>
                <a:gd name="T105" fmla="*/ 2147483647 h 465"/>
                <a:gd name="T106" fmla="*/ 2147483647 w 479"/>
                <a:gd name="T107" fmla="*/ 2147483647 h 465"/>
                <a:gd name="T108" fmla="*/ 2147483647 w 479"/>
                <a:gd name="T109" fmla="*/ 2147483647 h 465"/>
                <a:gd name="T110" fmla="*/ 2147483647 w 479"/>
                <a:gd name="T111" fmla="*/ 2147483647 h 465"/>
                <a:gd name="T112" fmla="*/ 2147483647 w 479"/>
                <a:gd name="T113" fmla="*/ 2147483647 h 465"/>
                <a:gd name="T114" fmla="*/ 2147483647 w 479"/>
                <a:gd name="T115" fmla="*/ 2147483647 h 465"/>
                <a:gd name="T116" fmla="*/ 2147483647 w 479"/>
                <a:gd name="T117" fmla="*/ 2147483647 h 465"/>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79"/>
                <a:gd name="T178" fmla="*/ 0 h 465"/>
                <a:gd name="T179" fmla="*/ 479 w 479"/>
                <a:gd name="T180" fmla="*/ 465 h 465"/>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79" h="465">
                  <a:moveTo>
                    <a:pt x="316" y="16"/>
                  </a:moveTo>
                  <a:cubicBezTo>
                    <a:pt x="316" y="16"/>
                    <a:pt x="316" y="16"/>
                    <a:pt x="316" y="16"/>
                  </a:cubicBezTo>
                  <a:cubicBezTo>
                    <a:pt x="382" y="17"/>
                    <a:pt x="436" y="70"/>
                    <a:pt x="436" y="137"/>
                  </a:cubicBezTo>
                  <a:cubicBezTo>
                    <a:pt x="436" y="141"/>
                    <a:pt x="440" y="145"/>
                    <a:pt x="444" y="145"/>
                  </a:cubicBezTo>
                  <a:cubicBezTo>
                    <a:pt x="448" y="145"/>
                    <a:pt x="452" y="141"/>
                    <a:pt x="452" y="137"/>
                  </a:cubicBezTo>
                  <a:cubicBezTo>
                    <a:pt x="452" y="62"/>
                    <a:pt x="391" y="0"/>
                    <a:pt x="316" y="0"/>
                  </a:cubicBezTo>
                  <a:cubicBezTo>
                    <a:pt x="311" y="0"/>
                    <a:pt x="308" y="4"/>
                    <a:pt x="308" y="8"/>
                  </a:cubicBezTo>
                  <a:cubicBezTo>
                    <a:pt x="308" y="13"/>
                    <a:pt x="311" y="16"/>
                    <a:pt x="316" y="16"/>
                  </a:cubicBezTo>
                  <a:close/>
                  <a:moveTo>
                    <a:pt x="316" y="93"/>
                  </a:moveTo>
                  <a:cubicBezTo>
                    <a:pt x="316" y="93"/>
                    <a:pt x="316" y="93"/>
                    <a:pt x="316" y="93"/>
                  </a:cubicBezTo>
                  <a:cubicBezTo>
                    <a:pt x="340" y="93"/>
                    <a:pt x="359" y="113"/>
                    <a:pt x="359" y="137"/>
                  </a:cubicBezTo>
                  <a:cubicBezTo>
                    <a:pt x="359" y="141"/>
                    <a:pt x="363" y="145"/>
                    <a:pt x="367" y="145"/>
                  </a:cubicBezTo>
                  <a:cubicBezTo>
                    <a:pt x="371" y="145"/>
                    <a:pt x="375" y="141"/>
                    <a:pt x="375" y="137"/>
                  </a:cubicBezTo>
                  <a:cubicBezTo>
                    <a:pt x="375" y="104"/>
                    <a:pt x="348" y="77"/>
                    <a:pt x="316" y="77"/>
                  </a:cubicBezTo>
                  <a:cubicBezTo>
                    <a:pt x="311" y="77"/>
                    <a:pt x="308" y="81"/>
                    <a:pt x="308" y="85"/>
                  </a:cubicBezTo>
                  <a:cubicBezTo>
                    <a:pt x="308" y="90"/>
                    <a:pt x="311" y="93"/>
                    <a:pt x="316" y="93"/>
                  </a:cubicBezTo>
                  <a:close/>
                  <a:moveTo>
                    <a:pt x="316" y="55"/>
                  </a:moveTo>
                  <a:cubicBezTo>
                    <a:pt x="316" y="55"/>
                    <a:pt x="316" y="55"/>
                    <a:pt x="316" y="55"/>
                  </a:cubicBezTo>
                  <a:cubicBezTo>
                    <a:pt x="361" y="55"/>
                    <a:pt x="397" y="92"/>
                    <a:pt x="398" y="137"/>
                  </a:cubicBezTo>
                  <a:cubicBezTo>
                    <a:pt x="398" y="141"/>
                    <a:pt x="401" y="145"/>
                    <a:pt x="406" y="145"/>
                  </a:cubicBezTo>
                  <a:cubicBezTo>
                    <a:pt x="410" y="145"/>
                    <a:pt x="414" y="141"/>
                    <a:pt x="414" y="137"/>
                  </a:cubicBezTo>
                  <a:cubicBezTo>
                    <a:pt x="414" y="83"/>
                    <a:pt x="370" y="39"/>
                    <a:pt x="316" y="39"/>
                  </a:cubicBezTo>
                  <a:cubicBezTo>
                    <a:pt x="311" y="39"/>
                    <a:pt x="308" y="43"/>
                    <a:pt x="308" y="47"/>
                  </a:cubicBezTo>
                  <a:cubicBezTo>
                    <a:pt x="308" y="51"/>
                    <a:pt x="311" y="55"/>
                    <a:pt x="316" y="55"/>
                  </a:cubicBezTo>
                  <a:close/>
                  <a:moveTo>
                    <a:pt x="119" y="222"/>
                  </a:moveTo>
                  <a:cubicBezTo>
                    <a:pt x="119" y="258"/>
                    <a:pt x="148" y="287"/>
                    <a:pt x="184" y="287"/>
                  </a:cubicBezTo>
                  <a:cubicBezTo>
                    <a:pt x="221" y="287"/>
                    <a:pt x="250" y="258"/>
                    <a:pt x="250" y="222"/>
                  </a:cubicBezTo>
                  <a:cubicBezTo>
                    <a:pt x="250" y="185"/>
                    <a:pt x="221" y="156"/>
                    <a:pt x="184" y="156"/>
                  </a:cubicBezTo>
                  <a:cubicBezTo>
                    <a:pt x="148" y="156"/>
                    <a:pt x="119" y="185"/>
                    <a:pt x="119" y="222"/>
                  </a:cubicBezTo>
                  <a:close/>
                  <a:moveTo>
                    <a:pt x="201" y="186"/>
                  </a:moveTo>
                  <a:cubicBezTo>
                    <a:pt x="201" y="205"/>
                    <a:pt x="201" y="205"/>
                    <a:pt x="201" y="205"/>
                  </a:cubicBezTo>
                  <a:cubicBezTo>
                    <a:pt x="220" y="205"/>
                    <a:pt x="220" y="205"/>
                    <a:pt x="220" y="205"/>
                  </a:cubicBezTo>
                  <a:cubicBezTo>
                    <a:pt x="225" y="205"/>
                    <a:pt x="230" y="210"/>
                    <a:pt x="230" y="215"/>
                  </a:cubicBezTo>
                  <a:cubicBezTo>
                    <a:pt x="230" y="228"/>
                    <a:pt x="230" y="228"/>
                    <a:pt x="230" y="228"/>
                  </a:cubicBezTo>
                  <a:cubicBezTo>
                    <a:pt x="230" y="234"/>
                    <a:pt x="225" y="238"/>
                    <a:pt x="220" y="238"/>
                  </a:cubicBezTo>
                  <a:cubicBezTo>
                    <a:pt x="201" y="238"/>
                    <a:pt x="201" y="238"/>
                    <a:pt x="201" y="238"/>
                  </a:cubicBezTo>
                  <a:cubicBezTo>
                    <a:pt x="201" y="257"/>
                    <a:pt x="201" y="257"/>
                    <a:pt x="201" y="257"/>
                  </a:cubicBezTo>
                  <a:cubicBezTo>
                    <a:pt x="201" y="263"/>
                    <a:pt x="196" y="267"/>
                    <a:pt x="191" y="267"/>
                  </a:cubicBezTo>
                  <a:cubicBezTo>
                    <a:pt x="178" y="267"/>
                    <a:pt x="178" y="267"/>
                    <a:pt x="178" y="267"/>
                  </a:cubicBezTo>
                  <a:cubicBezTo>
                    <a:pt x="172" y="267"/>
                    <a:pt x="168" y="263"/>
                    <a:pt x="168" y="257"/>
                  </a:cubicBezTo>
                  <a:cubicBezTo>
                    <a:pt x="168" y="238"/>
                    <a:pt x="168" y="238"/>
                    <a:pt x="168" y="238"/>
                  </a:cubicBezTo>
                  <a:cubicBezTo>
                    <a:pt x="149" y="238"/>
                    <a:pt x="149" y="238"/>
                    <a:pt x="149" y="238"/>
                  </a:cubicBezTo>
                  <a:cubicBezTo>
                    <a:pt x="143" y="238"/>
                    <a:pt x="139" y="234"/>
                    <a:pt x="139" y="228"/>
                  </a:cubicBezTo>
                  <a:cubicBezTo>
                    <a:pt x="139" y="215"/>
                    <a:pt x="139" y="215"/>
                    <a:pt x="139" y="215"/>
                  </a:cubicBezTo>
                  <a:cubicBezTo>
                    <a:pt x="139" y="210"/>
                    <a:pt x="143" y="205"/>
                    <a:pt x="149" y="205"/>
                  </a:cubicBezTo>
                  <a:cubicBezTo>
                    <a:pt x="168" y="205"/>
                    <a:pt x="168" y="205"/>
                    <a:pt x="168" y="205"/>
                  </a:cubicBezTo>
                  <a:cubicBezTo>
                    <a:pt x="168" y="186"/>
                    <a:pt x="168" y="186"/>
                    <a:pt x="168" y="186"/>
                  </a:cubicBezTo>
                  <a:cubicBezTo>
                    <a:pt x="168" y="181"/>
                    <a:pt x="172" y="176"/>
                    <a:pt x="178" y="176"/>
                  </a:cubicBezTo>
                  <a:cubicBezTo>
                    <a:pt x="191" y="176"/>
                    <a:pt x="191" y="176"/>
                    <a:pt x="191" y="176"/>
                  </a:cubicBezTo>
                  <a:cubicBezTo>
                    <a:pt x="196" y="176"/>
                    <a:pt x="201" y="181"/>
                    <a:pt x="201" y="186"/>
                  </a:cubicBezTo>
                  <a:close/>
                  <a:moveTo>
                    <a:pt x="468" y="372"/>
                  </a:moveTo>
                  <a:cubicBezTo>
                    <a:pt x="462" y="364"/>
                    <a:pt x="451" y="359"/>
                    <a:pt x="440" y="359"/>
                  </a:cubicBezTo>
                  <a:cubicBezTo>
                    <a:pt x="433" y="359"/>
                    <a:pt x="427" y="361"/>
                    <a:pt x="420" y="364"/>
                  </a:cubicBezTo>
                  <a:cubicBezTo>
                    <a:pt x="414" y="366"/>
                    <a:pt x="409" y="368"/>
                    <a:pt x="404" y="370"/>
                  </a:cubicBezTo>
                  <a:cubicBezTo>
                    <a:pt x="450" y="322"/>
                    <a:pt x="450" y="322"/>
                    <a:pt x="450" y="322"/>
                  </a:cubicBezTo>
                  <a:cubicBezTo>
                    <a:pt x="452" y="319"/>
                    <a:pt x="452" y="314"/>
                    <a:pt x="450" y="311"/>
                  </a:cubicBezTo>
                  <a:cubicBezTo>
                    <a:pt x="448" y="308"/>
                    <a:pt x="443" y="307"/>
                    <a:pt x="440" y="309"/>
                  </a:cubicBezTo>
                  <a:cubicBezTo>
                    <a:pt x="400" y="330"/>
                    <a:pt x="400" y="330"/>
                    <a:pt x="400" y="330"/>
                  </a:cubicBezTo>
                  <a:cubicBezTo>
                    <a:pt x="413" y="311"/>
                    <a:pt x="413" y="311"/>
                    <a:pt x="413" y="311"/>
                  </a:cubicBezTo>
                  <a:cubicBezTo>
                    <a:pt x="415" y="308"/>
                    <a:pt x="415" y="304"/>
                    <a:pt x="412" y="301"/>
                  </a:cubicBezTo>
                  <a:cubicBezTo>
                    <a:pt x="410" y="298"/>
                    <a:pt x="406" y="297"/>
                    <a:pt x="403" y="299"/>
                  </a:cubicBezTo>
                  <a:cubicBezTo>
                    <a:pt x="355" y="320"/>
                    <a:pt x="355" y="320"/>
                    <a:pt x="355" y="320"/>
                  </a:cubicBezTo>
                  <a:cubicBezTo>
                    <a:pt x="400" y="276"/>
                    <a:pt x="400" y="276"/>
                    <a:pt x="400" y="276"/>
                  </a:cubicBezTo>
                  <a:cubicBezTo>
                    <a:pt x="403" y="273"/>
                    <a:pt x="403" y="269"/>
                    <a:pt x="401" y="265"/>
                  </a:cubicBezTo>
                  <a:cubicBezTo>
                    <a:pt x="399" y="262"/>
                    <a:pt x="394" y="261"/>
                    <a:pt x="391" y="263"/>
                  </a:cubicBezTo>
                  <a:cubicBezTo>
                    <a:pt x="345" y="285"/>
                    <a:pt x="345" y="285"/>
                    <a:pt x="345" y="285"/>
                  </a:cubicBezTo>
                  <a:cubicBezTo>
                    <a:pt x="332" y="273"/>
                    <a:pt x="323" y="268"/>
                    <a:pt x="317" y="266"/>
                  </a:cubicBezTo>
                  <a:cubicBezTo>
                    <a:pt x="317" y="197"/>
                    <a:pt x="317" y="197"/>
                    <a:pt x="317" y="197"/>
                  </a:cubicBezTo>
                  <a:cubicBezTo>
                    <a:pt x="317" y="193"/>
                    <a:pt x="313" y="189"/>
                    <a:pt x="309" y="189"/>
                  </a:cubicBezTo>
                  <a:cubicBezTo>
                    <a:pt x="305" y="189"/>
                    <a:pt x="301" y="193"/>
                    <a:pt x="301" y="197"/>
                  </a:cubicBezTo>
                  <a:cubicBezTo>
                    <a:pt x="301" y="197"/>
                    <a:pt x="301" y="197"/>
                    <a:pt x="301" y="197"/>
                  </a:cubicBezTo>
                  <a:cubicBezTo>
                    <a:pt x="301" y="298"/>
                    <a:pt x="301" y="298"/>
                    <a:pt x="301" y="298"/>
                  </a:cubicBezTo>
                  <a:cubicBezTo>
                    <a:pt x="301" y="300"/>
                    <a:pt x="300" y="301"/>
                    <a:pt x="298" y="301"/>
                  </a:cubicBezTo>
                  <a:cubicBezTo>
                    <a:pt x="70" y="301"/>
                    <a:pt x="70" y="301"/>
                    <a:pt x="70" y="301"/>
                  </a:cubicBezTo>
                  <a:cubicBezTo>
                    <a:pt x="69" y="301"/>
                    <a:pt x="68" y="300"/>
                    <a:pt x="68" y="298"/>
                  </a:cubicBezTo>
                  <a:cubicBezTo>
                    <a:pt x="68" y="145"/>
                    <a:pt x="68" y="145"/>
                    <a:pt x="68" y="145"/>
                  </a:cubicBezTo>
                  <a:cubicBezTo>
                    <a:pt x="68" y="144"/>
                    <a:pt x="69" y="142"/>
                    <a:pt x="70" y="142"/>
                  </a:cubicBezTo>
                  <a:cubicBezTo>
                    <a:pt x="298" y="142"/>
                    <a:pt x="298" y="142"/>
                    <a:pt x="298" y="142"/>
                  </a:cubicBezTo>
                  <a:cubicBezTo>
                    <a:pt x="300" y="142"/>
                    <a:pt x="301" y="144"/>
                    <a:pt x="301" y="145"/>
                  </a:cubicBezTo>
                  <a:cubicBezTo>
                    <a:pt x="301" y="165"/>
                    <a:pt x="301" y="165"/>
                    <a:pt x="301" y="165"/>
                  </a:cubicBezTo>
                  <a:cubicBezTo>
                    <a:pt x="301" y="169"/>
                    <a:pt x="305" y="173"/>
                    <a:pt x="309" y="173"/>
                  </a:cubicBezTo>
                  <a:cubicBezTo>
                    <a:pt x="313" y="173"/>
                    <a:pt x="317" y="169"/>
                    <a:pt x="317" y="165"/>
                  </a:cubicBezTo>
                  <a:cubicBezTo>
                    <a:pt x="317" y="145"/>
                    <a:pt x="317" y="145"/>
                    <a:pt x="317" y="145"/>
                  </a:cubicBezTo>
                  <a:cubicBezTo>
                    <a:pt x="317" y="135"/>
                    <a:pt x="309" y="126"/>
                    <a:pt x="298" y="126"/>
                  </a:cubicBezTo>
                  <a:cubicBezTo>
                    <a:pt x="235" y="126"/>
                    <a:pt x="235" y="126"/>
                    <a:pt x="235" y="126"/>
                  </a:cubicBezTo>
                  <a:cubicBezTo>
                    <a:pt x="235" y="120"/>
                    <a:pt x="235" y="120"/>
                    <a:pt x="235" y="120"/>
                  </a:cubicBezTo>
                  <a:cubicBezTo>
                    <a:pt x="235" y="110"/>
                    <a:pt x="227" y="102"/>
                    <a:pt x="217" y="102"/>
                  </a:cubicBezTo>
                  <a:cubicBezTo>
                    <a:pt x="151" y="102"/>
                    <a:pt x="151" y="102"/>
                    <a:pt x="151" y="102"/>
                  </a:cubicBezTo>
                  <a:cubicBezTo>
                    <a:pt x="142" y="102"/>
                    <a:pt x="133" y="110"/>
                    <a:pt x="133" y="120"/>
                  </a:cubicBezTo>
                  <a:cubicBezTo>
                    <a:pt x="133" y="126"/>
                    <a:pt x="133" y="126"/>
                    <a:pt x="133" y="126"/>
                  </a:cubicBezTo>
                  <a:cubicBezTo>
                    <a:pt x="70" y="126"/>
                    <a:pt x="70" y="126"/>
                    <a:pt x="70" y="126"/>
                  </a:cubicBezTo>
                  <a:cubicBezTo>
                    <a:pt x="60" y="126"/>
                    <a:pt x="52" y="135"/>
                    <a:pt x="52" y="145"/>
                  </a:cubicBezTo>
                  <a:cubicBezTo>
                    <a:pt x="52" y="298"/>
                    <a:pt x="52" y="298"/>
                    <a:pt x="52" y="298"/>
                  </a:cubicBezTo>
                  <a:cubicBezTo>
                    <a:pt x="52" y="309"/>
                    <a:pt x="60" y="317"/>
                    <a:pt x="70" y="317"/>
                  </a:cubicBezTo>
                  <a:cubicBezTo>
                    <a:pt x="298" y="317"/>
                    <a:pt x="298" y="317"/>
                    <a:pt x="298" y="317"/>
                  </a:cubicBezTo>
                  <a:cubicBezTo>
                    <a:pt x="309" y="317"/>
                    <a:pt x="317" y="309"/>
                    <a:pt x="317" y="298"/>
                  </a:cubicBezTo>
                  <a:cubicBezTo>
                    <a:pt x="317" y="283"/>
                    <a:pt x="317" y="283"/>
                    <a:pt x="317" y="283"/>
                  </a:cubicBezTo>
                  <a:cubicBezTo>
                    <a:pt x="322" y="286"/>
                    <a:pt x="328" y="291"/>
                    <a:pt x="337" y="300"/>
                  </a:cubicBezTo>
                  <a:cubicBezTo>
                    <a:pt x="340" y="302"/>
                    <a:pt x="343" y="303"/>
                    <a:pt x="346" y="301"/>
                  </a:cubicBezTo>
                  <a:cubicBezTo>
                    <a:pt x="356" y="297"/>
                    <a:pt x="356" y="297"/>
                    <a:pt x="356" y="297"/>
                  </a:cubicBezTo>
                  <a:cubicBezTo>
                    <a:pt x="313" y="340"/>
                    <a:pt x="313" y="340"/>
                    <a:pt x="313" y="340"/>
                  </a:cubicBezTo>
                  <a:cubicBezTo>
                    <a:pt x="311" y="342"/>
                    <a:pt x="310" y="347"/>
                    <a:pt x="312" y="350"/>
                  </a:cubicBezTo>
                  <a:cubicBezTo>
                    <a:pt x="315" y="353"/>
                    <a:pt x="319" y="354"/>
                    <a:pt x="322" y="353"/>
                  </a:cubicBezTo>
                  <a:cubicBezTo>
                    <a:pt x="383" y="325"/>
                    <a:pt x="383" y="325"/>
                    <a:pt x="383" y="325"/>
                  </a:cubicBezTo>
                  <a:cubicBezTo>
                    <a:pt x="368" y="347"/>
                    <a:pt x="368" y="347"/>
                    <a:pt x="368" y="347"/>
                  </a:cubicBezTo>
                  <a:cubicBezTo>
                    <a:pt x="366" y="350"/>
                    <a:pt x="366" y="354"/>
                    <a:pt x="369" y="357"/>
                  </a:cubicBezTo>
                  <a:cubicBezTo>
                    <a:pt x="371" y="360"/>
                    <a:pt x="375" y="360"/>
                    <a:pt x="378" y="359"/>
                  </a:cubicBezTo>
                  <a:cubicBezTo>
                    <a:pt x="407" y="344"/>
                    <a:pt x="407" y="344"/>
                    <a:pt x="407" y="344"/>
                  </a:cubicBezTo>
                  <a:cubicBezTo>
                    <a:pt x="369" y="385"/>
                    <a:pt x="369" y="385"/>
                    <a:pt x="369" y="385"/>
                  </a:cubicBezTo>
                  <a:cubicBezTo>
                    <a:pt x="367" y="387"/>
                    <a:pt x="366" y="390"/>
                    <a:pt x="367" y="393"/>
                  </a:cubicBezTo>
                  <a:cubicBezTo>
                    <a:pt x="369" y="396"/>
                    <a:pt x="372" y="398"/>
                    <a:pt x="375" y="398"/>
                  </a:cubicBezTo>
                  <a:cubicBezTo>
                    <a:pt x="375" y="398"/>
                    <a:pt x="375" y="398"/>
                    <a:pt x="375" y="398"/>
                  </a:cubicBezTo>
                  <a:cubicBezTo>
                    <a:pt x="377" y="398"/>
                    <a:pt x="377" y="398"/>
                    <a:pt x="379" y="397"/>
                  </a:cubicBezTo>
                  <a:cubicBezTo>
                    <a:pt x="382" y="396"/>
                    <a:pt x="392" y="393"/>
                    <a:pt x="426" y="379"/>
                  </a:cubicBezTo>
                  <a:cubicBezTo>
                    <a:pt x="431" y="376"/>
                    <a:pt x="436" y="375"/>
                    <a:pt x="440" y="375"/>
                  </a:cubicBezTo>
                  <a:cubicBezTo>
                    <a:pt x="454" y="375"/>
                    <a:pt x="462" y="387"/>
                    <a:pt x="462" y="399"/>
                  </a:cubicBezTo>
                  <a:cubicBezTo>
                    <a:pt x="462" y="409"/>
                    <a:pt x="458" y="419"/>
                    <a:pt x="445" y="424"/>
                  </a:cubicBezTo>
                  <a:cubicBezTo>
                    <a:pt x="412" y="438"/>
                    <a:pt x="389" y="448"/>
                    <a:pt x="358" y="448"/>
                  </a:cubicBezTo>
                  <a:cubicBezTo>
                    <a:pt x="350" y="448"/>
                    <a:pt x="341" y="447"/>
                    <a:pt x="332" y="446"/>
                  </a:cubicBezTo>
                  <a:cubicBezTo>
                    <a:pt x="309" y="442"/>
                    <a:pt x="293" y="430"/>
                    <a:pt x="276" y="418"/>
                  </a:cubicBezTo>
                  <a:cubicBezTo>
                    <a:pt x="260" y="407"/>
                    <a:pt x="244" y="396"/>
                    <a:pt x="222" y="394"/>
                  </a:cubicBezTo>
                  <a:cubicBezTo>
                    <a:pt x="222" y="367"/>
                    <a:pt x="222" y="367"/>
                    <a:pt x="222" y="367"/>
                  </a:cubicBezTo>
                  <a:cubicBezTo>
                    <a:pt x="222" y="354"/>
                    <a:pt x="211" y="343"/>
                    <a:pt x="198" y="343"/>
                  </a:cubicBezTo>
                  <a:cubicBezTo>
                    <a:pt x="76" y="343"/>
                    <a:pt x="76" y="343"/>
                    <a:pt x="76" y="343"/>
                  </a:cubicBezTo>
                  <a:cubicBezTo>
                    <a:pt x="65" y="343"/>
                    <a:pt x="56" y="350"/>
                    <a:pt x="53" y="359"/>
                  </a:cubicBezTo>
                  <a:cubicBezTo>
                    <a:pt x="16" y="359"/>
                    <a:pt x="16" y="359"/>
                    <a:pt x="16" y="359"/>
                  </a:cubicBezTo>
                  <a:cubicBezTo>
                    <a:pt x="7" y="359"/>
                    <a:pt x="0" y="366"/>
                    <a:pt x="0" y="375"/>
                  </a:cubicBezTo>
                  <a:cubicBezTo>
                    <a:pt x="0" y="433"/>
                    <a:pt x="0" y="433"/>
                    <a:pt x="0" y="433"/>
                  </a:cubicBezTo>
                  <a:cubicBezTo>
                    <a:pt x="0" y="442"/>
                    <a:pt x="7" y="449"/>
                    <a:pt x="16" y="449"/>
                  </a:cubicBezTo>
                  <a:cubicBezTo>
                    <a:pt x="53" y="449"/>
                    <a:pt x="53" y="449"/>
                    <a:pt x="53" y="449"/>
                  </a:cubicBezTo>
                  <a:cubicBezTo>
                    <a:pt x="56" y="458"/>
                    <a:pt x="65" y="465"/>
                    <a:pt x="76" y="465"/>
                  </a:cubicBezTo>
                  <a:cubicBezTo>
                    <a:pt x="198" y="465"/>
                    <a:pt x="198" y="465"/>
                    <a:pt x="198" y="465"/>
                  </a:cubicBezTo>
                  <a:cubicBezTo>
                    <a:pt x="211" y="465"/>
                    <a:pt x="222" y="454"/>
                    <a:pt x="222" y="441"/>
                  </a:cubicBezTo>
                  <a:cubicBezTo>
                    <a:pt x="222" y="410"/>
                    <a:pt x="222" y="410"/>
                    <a:pt x="222" y="410"/>
                  </a:cubicBezTo>
                  <a:cubicBezTo>
                    <a:pt x="238" y="412"/>
                    <a:pt x="252" y="421"/>
                    <a:pt x="267" y="431"/>
                  </a:cubicBezTo>
                  <a:cubicBezTo>
                    <a:pt x="284" y="443"/>
                    <a:pt x="302" y="457"/>
                    <a:pt x="329" y="462"/>
                  </a:cubicBezTo>
                  <a:cubicBezTo>
                    <a:pt x="340" y="463"/>
                    <a:pt x="349" y="464"/>
                    <a:pt x="358" y="464"/>
                  </a:cubicBezTo>
                  <a:cubicBezTo>
                    <a:pt x="358" y="464"/>
                    <a:pt x="358" y="464"/>
                    <a:pt x="358" y="464"/>
                  </a:cubicBezTo>
                  <a:cubicBezTo>
                    <a:pt x="393" y="464"/>
                    <a:pt x="419" y="453"/>
                    <a:pt x="451" y="439"/>
                  </a:cubicBezTo>
                  <a:cubicBezTo>
                    <a:pt x="470" y="431"/>
                    <a:pt x="479" y="415"/>
                    <a:pt x="478" y="399"/>
                  </a:cubicBezTo>
                  <a:cubicBezTo>
                    <a:pt x="478" y="389"/>
                    <a:pt x="475" y="380"/>
                    <a:pt x="468" y="372"/>
                  </a:cubicBezTo>
                  <a:close/>
                  <a:moveTo>
                    <a:pt x="149" y="120"/>
                  </a:moveTo>
                  <a:cubicBezTo>
                    <a:pt x="149" y="119"/>
                    <a:pt x="150" y="118"/>
                    <a:pt x="151" y="118"/>
                  </a:cubicBezTo>
                  <a:cubicBezTo>
                    <a:pt x="217" y="118"/>
                    <a:pt x="217" y="118"/>
                    <a:pt x="217" y="118"/>
                  </a:cubicBezTo>
                  <a:cubicBezTo>
                    <a:pt x="218" y="118"/>
                    <a:pt x="219" y="119"/>
                    <a:pt x="219" y="120"/>
                  </a:cubicBezTo>
                  <a:cubicBezTo>
                    <a:pt x="219" y="126"/>
                    <a:pt x="219" y="126"/>
                    <a:pt x="219" y="126"/>
                  </a:cubicBezTo>
                  <a:cubicBezTo>
                    <a:pt x="149" y="126"/>
                    <a:pt x="149" y="126"/>
                    <a:pt x="149" y="126"/>
                  </a:cubicBezTo>
                  <a:lnTo>
                    <a:pt x="149" y="120"/>
                  </a:lnTo>
                  <a:close/>
                  <a:moveTo>
                    <a:pt x="50" y="432"/>
                  </a:moveTo>
                  <a:cubicBezTo>
                    <a:pt x="50" y="435"/>
                    <a:pt x="48" y="437"/>
                    <a:pt x="45" y="437"/>
                  </a:cubicBezTo>
                  <a:cubicBezTo>
                    <a:pt x="32" y="437"/>
                    <a:pt x="32" y="437"/>
                    <a:pt x="32" y="437"/>
                  </a:cubicBezTo>
                  <a:cubicBezTo>
                    <a:pt x="29" y="437"/>
                    <a:pt x="27" y="435"/>
                    <a:pt x="27" y="432"/>
                  </a:cubicBezTo>
                  <a:cubicBezTo>
                    <a:pt x="27" y="417"/>
                    <a:pt x="27" y="417"/>
                    <a:pt x="27" y="417"/>
                  </a:cubicBezTo>
                  <a:cubicBezTo>
                    <a:pt x="27" y="415"/>
                    <a:pt x="29" y="412"/>
                    <a:pt x="32" y="412"/>
                  </a:cubicBezTo>
                  <a:cubicBezTo>
                    <a:pt x="45" y="412"/>
                    <a:pt x="45" y="412"/>
                    <a:pt x="45" y="412"/>
                  </a:cubicBezTo>
                  <a:cubicBezTo>
                    <a:pt x="48" y="412"/>
                    <a:pt x="50" y="415"/>
                    <a:pt x="50" y="417"/>
                  </a:cubicBezTo>
                  <a:lnTo>
                    <a:pt x="50" y="432"/>
                  </a:lnTo>
                  <a:close/>
                  <a:moveTo>
                    <a:pt x="50" y="391"/>
                  </a:moveTo>
                  <a:cubicBezTo>
                    <a:pt x="50" y="394"/>
                    <a:pt x="48" y="396"/>
                    <a:pt x="45" y="396"/>
                  </a:cubicBezTo>
                  <a:cubicBezTo>
                    <a:pt x="32" y="396"/>
                    <a:pt x="32" y="396"/>
                    <a:pt x="32" y="396"/>
                  </a:cubicBezTo>
                  <a:cubicBezTo>
                    <a:pt x="29" y="396"/>
                    <a:pt x="27" y="394"/>
                    <a:pt x="27" y="391"/>
                  </a:cubicBezTo>
                  <a:cubicBezTo>
                    <a:pt x="27" y="376"/>
                    <a:pt x="27" y="376"/>
                    <a:pt x="27" y="376"/>
                  </a:cubicBezTo>
                  <a:cubicBezTo>
                    <a:pt x="27" y="374"/>
                    <a:pt x="29" y="372"/>
                    <a:pt x="32" y="372"/>
                  </a:cubicBezTo>
                  <a:cubicBezTo>
                    <a:pt x="45" y="372"/>
                    <a:pt x="45" y="372"/>
                    <a:pt x="45" y="372"/>
                  </a:cubicBezTo>
                  <a:cubicBezTo>
                    <a:pt x="48" y="372"/>
                    <a:pt x="50" y="374"/>
                    <a:pt x="50" y="376"/>
                  </a:cubicBezTo>
                  <a:lnTo>
                    <a:pt x="50" y="391"/>
                  </a:lnTo>
                  <a:close/>
                  <a:moveTo>
                    <a:pt x="206" y="401"/>
                  </a:moveTo>
                  <a:cubicBezTo>
                    <a:pt x="206" y="401"/>
                    <a:pt x="206" y="401"/>
                    <a:pt x="206" y="401"/>
                  </a:cubicBezTo>
                  <a:cubicBezTo>
                    <a:pt x="206" y="401"/>
                    <a:pt x="206" y="401"/>
                    <a:pt x="206" y="401"/>
                  </a:cubicBezTo>
                  <a:cubicBezTo>
                    <a:pt x="206" y="441"/>
                    <a:pt x="206" y="441"/>
                    <a:pt x="206" y="441"/>
                  </a:cubicBezTo>
                  <a:cubicBezTo>
                    <a:pt x="206" y="446"/>
                    <a:pt x="202" y="449"/>
                    <a:pt x="198" y="449"/>
                  </a:cubicBezTo>
                  <a:cubicBezTo>
                    <a:pt x="76" y="449"/>
                    <a:pt x="76" y="449"/>
                    <a:pt x="76" y="449"/>
                  </a:cubicBezTo>
                  <a:cubicBezTo>
                    <a:pt x="71" y="449"/>
                    <a:pt x="68" y="446"/>
                    <a:pt x="68" y="441"/>
                  </a:cubicBezTo>
                  <a:cubicBezTo>
                    <a:pt x="68" y="367"/>
                    <a:pt x="68" y="367"/>
                    <a:pt x="68" y="367"/>
                  </a:cubicBezTo>
                  <a:cubicBezTo>
                    <a:pt x="68" y="363"/>
                    <a:pt x="71" y="359"/>
                    <a:pt x="76" y="359"/>
                  </a:cubicBezTo>
                  <a:cubicBezTo>
                    <a:pt x="198" y="359"/>
                    <a:pt x="198" y="359"/>
                    <a:pt x="198" y="359"/>
                  </a:cubicBezTo>
                  <a:cubicBezTo>
                    <a:pt x="202" y="359"/>
                    <a:pt x="206" y="363"/>
                    <a:pt x="206" y="367"/>
                  </a:cubicBezTo>
                  <a:lnTo>
                    <a:pt x="206" y="401"/>
                  </a:lnTo>
                  <a:close/>
                </a:path>
              </a:pathLst>
            </a:custGeom>
            <a:blipFill dpi="0" rotWithShape="1">
              <a:blip r:embed="rId44" cstate="print"/>
              <a:srcRect/>
              <a:stretch>
                <a:fillRect/>
              </a:stretch>
            </a:blipFill>
            <a:ln w="9525">
              <a:noFill/>
              <a:round/>
              <a:headEnd/>
              <a:tailEnd/>
            </a:ln>
          </p:spPr>
          <p:txBody>
            <a:bodyPr/>
            <a:lstStyle/>
            <a:p>
              <a:endParaRPr lang="en-GB"/>
            </a:p>
          </p:txBody>
        </p:sp>
        <p:sp>
          <p:nvSpPr>
            <p:cNvPr id="31866" name="Freeform 3"/>
            <p:cNvSpPr>
              <a:spLocks noChangeAspect="1" noEditPoints="1"/>
            </p:cNvSpPr>
            <p:nvPr/>
          </p:nvSpPr>
          <p:spPr bwMode="auto">
            <a:xfrm>
              <a:off x="4242940" y="3896336"/>
              <a:ext cx="56422" cy="144644"/>
            </a:xfrm>
            <a:custGeom>
              <a:avLst/>
              <a:gdLst>
                <a:gd name="T0" fmla="*/ 2147483647 w 189"/>
                <a:gd name="T1" fmla="*/ 2147483647 h 466"/>
                <a:gd name="T2" fmla="*/ 2147483647 w 189"/>
                <a:gd name="T3" fmla="*/ 2147483647 h 466"/>
                <a:gd name="T4" fmla="*/ 2147483647 w 189"/>
                <a:gd name="T5" fmla="*/ 2147483647 h 466"/>
                <a:gd name="T6" fmla="*/ 2147483647 w 189"/>
                <a:gd name="T7" fmla="*/ 2147483647 h 466"/>
                <a:gd name="T8" fmla="*/ 2147483647 w 189"/>
                <a:gd name="T9" fmla="*/ 2147483647 h 466"/>
                <a:gd name="T10" fmla="*/ 2147483647 w 189"/>
                <a:gd name="T11" fmla="*/ 2147483647 h 466"/>
                <a:gd name="T12" fmla="*/ 2147483647 w 189"/>
                <a:gd name="T13" fmla="*/ 2147483647 h 466"/>
                <a:gd name="T14" fmla="*/ 2147483647 w 189"/>
                <a:gd name="T15" fmla="*/ 2147483647 h 466"/>
                <a:gd name="T16" fmla="*/ 2147483647 w 189"/>
                <a:gd name="T17" fmla="*/ 2147483647 h 466"/>
                <a:gd name="T18" fmla="*/ 2147483647 w 189"/>
                <a:gd name="T19" fmla="*/ 2147483647 h 466"/>
                <a:gd name="T20" fmla="*/ 2147483647 w 189"/>
                <a:gd name="T21" fmla="*/ 2147483647 h 466"/>
                <a:gd name="T22" fmla="*/ 2147483647 w 189"/>
                <a:gd name="T23" fmla="*/ 2147483647 h 466"/>
                <a:gd name="T24" fmla="*/ 2147483647 w 189"/>
                <a:gd name="T25" fmla="*/ 2147483647 h 466"/>
                <a:gd name="T26" fmla="*/ 2147483647 w 189"/>
                <a:gd name="T27" fmla="*/ 2147483647 h 466"/>
                <a:gd name="T28" fmla="*/ 2147483647 w 189"/>
                <a:gd name="T29" fmla="*/ 2147483647 h 466"/>
                <a:gd name="T30" fmla="*/ 2147483647 w 189"/>
                <a:gd name="T31" fmla="*/ 2147483647 h 466"/>
                <a:gd name="T32" fmla="*/ 2147483647 w 189"/>
                <a:gd name="T33" fmla="*/ 2147483647 h 466"/>
                <a:gd name="T34" fmla="*/ 2147483647 w 189"/>
                <a:gd name="T35" fmla="*/ 2147483647 h 466"/>
                <a:gd name="T36" fmla="*/ 2147483647 w 189"/>
                <a:gd name="T37" fmla="*/ 2147483647 h 466"/>
                <a:gd name="T38" fmla="*/ 2147483647 w 189"/>
                <a:gd name="T39" fmla="*/ 2147483647 h 466"/>
                <a:gd name="T40" fmla="*/ 2147483647 w 189"/>
                <a:gd name="T41" fmla="*/ 2147483647 h 466"/>
                <a:gd name="T42" fmla="*/ 2147483647 w 189"/>
                <a:gd name="T43" fmla="*/ 2147483647 h 466"/>
                <a:gd name="T44" fmla="*/ 2147483647 w 189"/>
                <a:gd name="T45" fmla="*/ 2147483647 h 466"/>
                <a:gd name="T46" fmla="*/ 2147483647 w 189"/>
                <a:gd name="T47" fmla="*/ 2147483647 h 466"/>
                <a:gd name="T48" fmla="*/ 2147483647 w 189"/>
                <a:gd name="T49" fmla="*/ 2147483647 h 466"/>
                <a:gd name="T50" fmla="*/ 2147483647 w 189"/>
                <a:gd name="T51" fmla="*/ 2147483647 h 466"/>
                <a:gd name="T52" fmla="*/ 2147483647 w 189"/>
                <a:gd name="T53" fmla="*/ 2147483647 h 466"/>
                <a:gd name="T54" fmla="*/ 2147483647 w 189"/>
                <a:gd name="T55" fmla="*/ 2147483647 h 466"/>
                <a:gd name="T56" fmla="*/ 2147483647 w 189"/>
                <a:gd name="T57" fmla="*/ 2147483647 h 466"/>
                <a:gd name="T58" fmla="*/ 2147483647 w 189"/>
                <a:gd name="T59" fmla="*/ 2147483647 h 466"/>
                <a:gd name="T60" fmla="*/ 2147483647 w 189"/>
                <a:gd name="T61" fmla="*/ 2147483647 h 466"/>
                <a:gd name="T62" fmla="*/ 2147483647 w 189"/>
                <a:gd name="T63" fmla="*/ 2147483647 h 466"/>
                <a:gd name="T64" fmla="*/ 2147483647 w 189"/>
                <a:gd name="T65" fmla="*/ 2147483647 h 466"/>
                <a:gd name="T66" fmla="*/ 2147483647 w 189"/>
                <a:gd name="T67" fmla="*/ 2147483647 h 466"/>
                <a:gd name="T68" fmla="*/ 2147483647 w 189"/>
                <a:gd name="T69" fmla="*/ 2147483647 h 466"/>
                <a:gd name="T70" fmla="*/ 2147483647 w 189"/>
                <a:gd name="T71" fmla="*/ 2147483647 h 466"/>
                <a:gd name="T72" fmla="*/ 2147483647 w 189"/>
                <a:gd name="T73" fmla="*/ 2147483647 h 466"/>
                <a:gd name="T74" fmla="*/ 2147483647 w 189"/>
                <a:gd name="T75" fmla="*/ 2147483647 h 466"/>
                <a:gd name="T76" fmla="*/ 2147483647 w 189"/>
                <a:gd name="T77" fmla="*/ 2147483647 h 466"/>
                <a:gd name="T78" fmla="*/ 2147483647 w 189"/>
                <a:gd name="T79" fmla="*/ 2147483647 h 466"/>
                <a:gd name="T80" fmla="*/ 2147483647 w 189"/>
                <a:gd name="T81" fmla="*/ 0 h 466"/>
                <a:gd name="T82" fmla="*/ 2147483647 w 189"/>
                <a:gd name="T83" fmla="*/ 0 h 466"/>
                <a:gd name="T84" fmla="*/ 2147483647 w 189"/>
                <a:gd name="T85" fmla="*/ 2147483647 h 466"/>
                <a:gd name="T86" fmla="*/ 2147483647 w 189"/>
                <a:gd name="T87" fmla="*/ 2147483647 h 466"/>
                <a:gd name="T88" fmla="*/ 0 w 189"/>
                <a:gd name="T89" fmla="*/ 2147483647 h 466"/>
                <a:gd name="T90" fmla="*/ 2147483647 w 189"/>
                <a:gd name="T91" fmla="*/ 2147483647 h 466"/>
                <a:gd name="T92" fmla="*/ 2147483647 w 189"/>
                <a:gd name="T93" fmla="*/ 2147483647 h 466"/>
                <a:gd name="T94" fmla="*/ 2147483647 w 189"/>
                <a:gd name="T95" fmla="*/ 2147483647 h 466"/>
                <a:gd name="T96" fmla="*/ 2147483647 w 189"/>
                <a:gd name="T97" fmla="*/ 2147483647 h 466"/>
                <a:gd name="T98" fmla="*/ 2147483647 w 189"/>
                <a:gd name="T99" fmla="*/ 2147483647 h 466"/>
                <a:gd name="T100" fmla="*/ 2147483647 w 189"/>
                <a:gd name="T101" fmla="*/ 2147483647 h 466"/>
                <a:gd name="T102" fmla="*/ 2147483647 w 189"/>
                <a:gd name="T103" fmla="*/ 2147483647 h 466"/>
                <a:gd name="T104" fmla="*/ 2147483647 w 189"/>
                <a:gd name="T105" fmla="*/ 2147483647 h 466"/>
                <a:gd name="T106" fmla="*/ 2147483647 w 189"/>
                <a:gd name="T107" fmla="*/ 2147483647 h 466"/>
                <a:gd name="T108" fmla="*/ 2147483647 w 189"/>
                <a:gd name="T109" fmla="*/ 2147483647 h 46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89"/>
                <a:gd name="T166" fmla="*/ 0 h 466"/>
                <a:gd name="T167" fmla="*/ 189 w 189"/>
                <a:gd name="T168" fmla="*/ 466 h 46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89" h="466">
                  <a:moveTo>
                    <a:pt x="144" y="292"/>
                  </a:moveTo>
                  <a:cubicBezTo>
                    <a:pt x="144" y="83"/>
                    <a:pt x="144" y="83"/>
                    <a:pt x="144" y="83"/>
                  </a:cubicBezTo>
                  <a:cubicBezTo>
                    <a:pt x="144" y="79"/>
                    <a:pt x="141" y="75"/>
                    <a:pt x="136" y="75"/>
                  </a:cubicBezTo>
                  <a:cubicBezTo>
                    <a:pt x="132" y="75"/>
                    <a:pt x="128" y="79"/>
                    <a:pt x="128" y="83"/>
                  </a:cubicBezTo>
                  <a:cubicBezTo>
                    <a:pt x="128" y="107"/>
                    <a:pt x="128" y="107"/>
                    <a:pt x="128" y="107"/>
                  </a:cubicBezTo>
                  <a:cubicBezTo>
                    <a:pt x="94" y="107"/>
                    <a:pt x="94" y="107"/>
                    <a:pt x="94" y="107"/>
                  </a:cubicBezTo>
                  <a:cubicBezTo>
                    <a:pt x="90" y="107"/>
                    <a:pt x="86" y="110"/>
                    <a:pt x="86" y="115"/>
                  </a:cubicBezTo>
                  <a:cubicBezTo>
                    <a:pt x="86" y="119"/>
                    <a:pt x="90" y="123"/>
                    <a:pt x="94" y="123"/>
                  </a:cubicBezTo>
                  <a:cubicBezTo>
                    <a:pt x="128" y="123"/>
                    <a:pt x="128" y="123"/>
                    <a:pt x="128" y="123"/>
                  </a:cubicBezTo>
                  <a:cubicBezTo>
                    <a:pt x="128" y="146"/>
                    <a:pt x="128" y="146"/>
                    <a:pt x="128" y="146"/>
                  </a:cubicBezTo>
                  <a:cubicBezTo>
                    <a:pt x="94" y="146"/>
                    <a:pt x="94" y="146"/>
                    <a:pt x="94" y="146"/>
                  </a:cubicBezTo>
                  <a:cubicBezTo>
                    <a:pt x="90" y="146"/>
                    <a:pt x="86" y="150"/>
                    <a:pt x="86" y="154"/>
                  </a:cubicBezTo>
                  <a:cubicBezTo>
                    <a:pt x="86" y="159"/>
                    <a:pt x="90" y="162"/>
                    <a:pt x="94" y="162"/>
                  </a:cubicBezTo>
                  <a:cubicBezTo>
                    <a:pt x="128" y="162"/>
                    <a:pt x="128" y="162"/>
                    <a:pt x="128" y="162"/>
                  </a:cubicBezTo>
                  <a:cubicBezTo>
                    <a:pt x="128" y="186"/>
                    <a:pt x="128" y="186"/>
                    <a:pt x="128" y="186"/>
                  </a:cubicBezTo>
                  <a:cubicBezTo>
                    <a:pt x="94" y="186"/>
                    <a:pt x="94" y="186"/>
                    <a:pt x="94" y="186"/>
                  </a:cubicBezTo>
                  <a:cubicBezTo>
                    <a:pt x="90" y="186"/>
                    <a:pt x="86" y="190"/>
                    <a:pt x="86" y="194"/>
                  </a:cubicBezTo>
                  <a:cubicBezTo>
                    <a:pt x="86" y="199"/>
                    <a:pt x="90" y="202"/>
                    <a:pt x="94" y="202"/>
                  </a:cubicBezTo>
                  <a:cubicBezTo>
                    <a:pt x="128" y="202"/>
                    <a:pt x="128" y="202"/>
                    <a:pt x="128" y="202"/>
                  </a:cubicBezTo>
                  <a:cubicBezTo>
                    <a:pt x="128" y="226"/>
                    <a:pt x="128" y="226"/>
                    <a:pt x="128" y="226"/>
                  </a:cubicBezTo>
                  <a:cubicBezTo>
                    <a:pt x="94" y="226"/>
                    <a:pt x="94" y="226"/>
                    <a:pt x="94" y="226"/>
                  </a:cubicBezTo>
                  <a:cubicBezTo>
                    <a:pt x="90" y="226"/>
                    <a:pt x="86" y="230"/>
                    <a:pt x="86" y="234"/>
                  </a:cubicBezTo>
                  <a:cubicBezTo>
                    <a:pt x="86" y="239"/>
                    <a:pt x="90" y="242"/>
                    <a:pt x="94" y="242"/>
                  </a:cubicBezTo>
                  <a:cubicBezTo>
                    <a:pt x="128" y="242"/>
                    <a:pt x="128" y="242"/>
                    <a:pt x="128" y="242"/>
                  </a:cubicBezTo>
                  <a:cubicBezTo>
                    <a:pt x="128" y="266"/>
                    <a:pt x="128" y="266"/>
                    <a:pt x="128" y="266"/>
                  </a:cubicBezTo>
                  <a:cubicBezTo>
                    <a:pt x="94" y="266"/>
                    <a:pt x="94" y="266"/>
                    <a:pt x="94" y="266"/>
                  </a:cubicBezTo>
                  <a:cubicBezTo>
                    <a:pt x="90" y="266"/>
                    <a:pt x="86" y="270"/>
                    <a:pt x="86" y="274"/>
                  </a:cubicBezTo>
                  <a:cubicBezTo>
                    <a:pt x="86" y="278"/>
                    <a:pt x="90" y="282"/>
                    <a:pt x="94" y="282"/>
                  </a:cubicBezTo>
                  <a:cubicBezTo>
                    <a:pt x="128" y="282"/>
                    <a:pt x="128" y="282"/>
                    <a:pt x="128" y="282"/>
                  </a:cubicBezTo>
                  <a:cubicBezTo>
                    <a:pt x="128" y="306"/>
                    <a:pt x="128" y="306"/>
                    <a:pt x="128" y="306"/>
                  </a:cubicBezTo>
                  <a:cubicBezTo>
                    <a:pt x="128" y="312"/>
                    <a:pt x="110" y="319"/>
                    <a:pt x="94" y="319"/>
                  </a:cubicBezTo>
                  <a:cubicBezTo>
                    <a:pt x="78" y="319"/>
                    <a:pt x="60" y="313"/>
                    <a:pt x="60" y="306"/>
                  </a:cubicBezTo>
                  <a:cubicBezTo>
                    <a:pt x="60" y="42"/>
                    <a:pt x="60" y="42"/>
                    <a:pt x="60" y="42"/>
                  </a:cubicBezTo>
                  <a:cubicBezTo>
                    <a:pt x="60" y="27"/>
                    <a:pt x="72" y="16"/>
                    <a:pt x="86" y="16"/>
                  </a:cubicBezTo>
                  <a:cubicBezTo>
                    <a:pt x="102" y="16"/>
                    <a:pt x="102" y="16"/>
                    <a:pt x="102" y="16"/>
                  </a:cubicBezTo>
                  <a:cubicBezTo>
                    <a:pt x="117" y="16"/>
                    <a:pt x="128" y="27"/>
                    <a:pt x="128" y="42"/>
                  </a:cubicBezTo>
                  <a:cubicBezTo>
                    <a:pt x="128" y="51"/>
                    <a:pt x="128" y="51"/>
                    <a:pt x="128" y="51"/>
                  </a:cubicBezTo>
                  <a:cubicBezTo>
                    <a:pt x="128" y="56"/>
                    <a:pt x="132" y="59"/>
                    <a:pt x="136" y="59"/>
                  </a:cubicBezTo>
                  <a:cubicBezTo>
                    <a:pt x="141" y="59"/>
                    <a:pt x="144" y="56"/>
                    <a:pt x="144" y="51"/>
                  </a:cubicBezTo>
                  <a:cubicBezTo>
                    <a:pt x="144" y="42"/>
                    <a:pt x="144" y="42"/>
                    <a:pt x="144" y="42"/>
                  </a:cubicBezTo>
                  <a:cubicBezTo>
                    <a:pt x="144" y="18"/>
                    <a:pt x="126" y="0"/>
                    <a:pt x="102" y="0"/>
                  </a:cubicBezTo>
                  <a:cubicBezTo>
                    <a:pt x="86" y="0"/>
                    <a:pt x="86" y="0"/>
                    <a:pt x="86" y="0"/>
                  </a:cubicBezTo>
                  <a:cubicBezTo>
                    <a:pt x="63" y="0"/>
                    <a:pt x="44" y="18"/>
                    <a:pt x="44" y="42"/>
                  </a:cubicBezTo>
                  <a:cubicBezTo>
                    <a:pt x="44" y="292"/>
                    <a:pt x="44" y="292"/>
                    <a:pt x="44" y="292"/>
                  </a:cubicBezTo>
                  <a:cubicBezTo>
                    <a:pt x="18" y="308"/>
                    <a:pt x="1" y="337"/>
                    <a:pt x="0" y="370"/>
                  </a:cubicBezTo>
                  <a:cubicBezTo>
                    <a:pt x="0" y="422"/>
                    <a:pt x="41" y="465"/>
                    <a:pt x="93" y="466"/>
                  </a:cubicBezTo>
                  <a:cubicBezTo>
                    <a:pt x="145" y="466"/>
                    <a:pt x="188" y="425"/>
                    <a:pt x="188" y="373"/>
                  </a:cubicBezTo>
                  <a:cubicBezTo>
                    <a:pt x="189" y="339"/>
                    <a:pt x="171" y="309"/>
                    <a:pt x="144" y="292"/>
                  </a:cubicBezTo>
                  <a:close/>
                  <a:moveTo>
                    <a:pt x="94" y="446"/>
                  </a:moveTo>
                  <a:cubicBezTo>
                    <a:pt x="90" y="446"/>
                    <a:pt x="86" y="442"/>
                    <a:pt x="86" y="438"/>
                  </a:cubicBezTo>
                  <a:cubicBezTo>
                    <a:pt x="86" y="434"/>
                    <a:pt x="90" y="430"/>
                    <a:pt x="94" y="430"/>
                  </a:cubicBezTo>
                  <a:cubicBezTo>
                    <a:pt x="126" y="430"/>
                    <a:pt x="153" y="404"/>
                    <a:pt x="153" y="372"/>
                  </a:cubicBezTo>
                  <a:cubicBezTo>
                    <a:pt x="153" y="367"/>
                    <a:pt x="156" y="364"/>
                    <a:pt x="161" y="364"/>
                  </a:cubicBezTo>
                  <a:cubicBezTo>
                    <a:pt x="165" y="364"/>
                    <a:pt x="169" y="367"/>
                    <a:pt x="169" y="372"/>
                  </a:cubicBezTo>
                  <a:cubicBezTo>
                    <a:pt x="169" y="413"/>
                    <a:pt x="135" y="446"/>
                    <a:pt x="94" y="446"/>
                  </a:cubicBezTo>
                  <a:close/>
                </a:path>
              </a:pathLst>
            </a:custGeom>
            <a:blipFill dpi="0" rotWithShape="1">
              <a:blip r:embed="rId17"/>
              <a:srcRect/>
              <a:stretch>
                <a:fillRect/>
              </a:stretch>
            </a:blipFill>
            <a:ln w="9525">
              <a:noFill/>
              <a:round/>
              <a:headEnd/>
              <a:tailEnd/>
            </a:ln>
          </p:spPr>
          <p:txBody>
            <a:bodyPr/>
            <a:lstStyle/>
            <a:p>
              <a:endParaRPr lang="en-GB"/>
            </a:p>
          </p:txBody>
        </p:sp>
        <p:sp>
          <p:nvSpPr>
            <p:cNvPr id="31867" name="Freeform 3"/>
            <p:cNvSpPr>
              <a:spLocks noChangeAspect="1" noEditPoints="1"/>
            </p:cNvSpPr>
            <p:nvPr/>
          </p:nvSpPr>
          <p:spPr bwMode="auto">
            <a:xfrm>
              <a:off x="3426508" y="2834330"/>
              <a:ext cx="69326" cy="125840"/>
            </a:xfrm>
            <a:custGeom>
              <a:avLst/>
              <a:gdLst>
                <a:gd name="T0" fmla="*/ 2147483647 w 232"/>
                <a:gd name="T1" fmla="*/ 2147483647 h 405"/>
                <a:gd name="T2" fmla="*/ 2147483647 w 232"/>
                <a:gd name="T3" fmla="*/ 2147483647 h 405"/>
                <a:gd name="T4" fmla="*/ 2147483647 w 232"/>
                <a:gd name="T5" fmla="*/ 2147483647 h 405"/>
                <a:gd name="T6" fmla="*/ 2147483647 w 232"/>
                <a:gd name="T7" fmla="*/ 2147483647 h 405"/>
                <a:gd name="T8" fmla="*/ 2147483647 w 232"/>
                <a:gd name="T9" fmla="*/ 2147483647 h 405"/>
                <a:gd name="T10" fmla="*/ 2147483647 w 232"/>
                <a:gd name="T11" fmla="*/ 2147483647 h 405"/>
                <a:gd name="T12" fmla="*/ 2147483647 w 232"/>
                <a:gd name="T13" fmla="*/ 2147483647 h 405"/>
                <a:gd name="T14" fmla="*/ 2147483647 w 232"/>
                <a:gd name="T15" fmla="*/ 2147483647 h 405"/>
                <a:gd name="T16" fmla="*/ 2147483647 w 232"/>
                <a:gd name="T17" fmla="*/ 2147483647 h 405"/>
                <a:gd name="T18" fmla="*/ 2147483647 w 232"/>
                <a:gd name="T19" fmla="*/ 2147483647 h 405"/>
                <a:gd name="T20" fmla="*/ 2147483647 w 232"/>
                <a:gd name="T21" fmla="*/ 2147483647 h 405"/>
                <a:gd name="T22" fmla="*/ 2147483647 w 232"/>
                <a:gd name="T23" fmla="*/ 2147483647 h 405"/>
                <a:gd name="T24" fmla="*/ 2147483647 w 232"/>
                <a:gd name="T25" fmla="*/ 2147483647 h 405"/>
                <a:gd name="T26" fmla="*/ 2147483647 w 232"/>
                <a:gd name="T27" fmla="*/ 2147483647 h 405"/>
                <a:gd name="T28" fmla="*/ 2147483647 w 232"/>
                <a:gd name="T29" fmla="*/ 2147483647 h 405"/>
                <a:gd name="T30" fmla="*/ 2147483647 w 232"/>
                <a:gd name="T31" fmla="*/ 2147483647 h 405"/>
                <a:gd name="T32" fmla="*/ 2147483647 w 232"/>
                <a:gd name="T33" fmla="*/ 2147483647 h 405"/>
                <a:gd name="T34" fmla="*/ 2147483647 w 232"/>
                <a:gd name="T35" fmla="*/ 2147483647 h 405"/>
                <a:gd name="T36" fmla="*/ 2147483647 w 232"/>
                <a:gd name="T37" fmla="*/ 2147483647 h 405"/>
                <a:gd name="T38" fmla="*/ 2147483647 w 232"/>
                <a:gd name="T39" fmla="*/ 2147483647 h 405"/>
                <a:gd name="T40" fmla="*/ 2147483647 w 232"/>
                <a:gd name="T41" fmla="*/ 2147483647 h 405"/>
                <a:gd name="T42" fmla="*/ 2147483647 w 232"/>
                <a:gd name="T43" fmla="*/ 2147483647 h 405"/>
                <a:gd name="T44" fmla="*/ 2147483647 w 232"/>
                <a:gd name="T45" fmla="*/ 2147483647 h 405"/>
                <a:gd name="T46" fmla="*/ 2147483647 w 232"/>
                <a:gd name="T47" fmla="*/ 2147483647 h 405"/>
                <a:gd name="T48" fmla="*/ 2147483647 w 232"/>
                <a:gd name="T49" fmla="*/ 2147483647 h 405"/>
                <a:gd name="T50" fmla="*/ 2147483647 w 232"/>
                <a:gd name="T51" fmla="*/ 2147483647 h 405"/>
                <a:gd name="T52" fmla="*/ 2147483647 w 232"/>
                <a:gd name="T53" fmla="*/ 2147483647 h 405"/>
                <a:gd name="T54" fmla="*/ 2147483647 w 232"/>
                <a:gd name="T55" fmla="*/ 2147483647 h 405"/>
                <a:gd name="T56" fmla="*/ 2147483647 w 232"/>
                <a:gd name="T57" fmla="*/ 2147483647 h 405"/>
                <a:gd name="T58" fmla="*/ 2147483647 w 232"/>
                <a:gd name="T59" fmla="*/ 2147483647 h 405"/>
                <a:gd name="T60" fmla="*/ 2147483647 w 232"/>
                <a:gd name="T61" fmla="*/ 2147483647 h 405"/>
                <a:gd name="T62" fmla="*/ 2147483647 w 232"/>
                <a:gd name="T63" fmla="*/ 2147483647 h 405"/>
                <a:gd name="T64" fmla="*/ 2147483647 w 232"/>
                <a:gd name="T65" fmla="*/ 2147483647 h 405"/>
                <a:gd name="T66" fmla="*/ 2147483647 w 232"/>
                <a:gd name="T67" fmla="*/ 2147483647 h 405"/>
                <a:gd name="T68" fmla="*/ 2147483647 w 232"/>
                <a:gd name="T69" fmla="*/ 2147483647 h 405"/>
                <a:gd name="T70" fmla="*/ 2147483647 w 232"/>
                <a:gd name="T71" fmla="*/ 2147483647 h 405"/>
                <a:gd name="T72" fmla="*/ 2147483647 w 232"/>
                <a:gd name="T73" fmla="*/ 2147483647 h 405"/>
                <a:gd name="T74" fmla="*/ 2147483647 w 232"/>
                <a:gd name="T75" fmla="*/ 2147483647 h 405"/>
                <a:gd name="T76" fmla="*/ 2147483647 w 232"/>
                <a:gd name="T77" fmla="*/ 2147483647 h 405"/>
                <a:gd name="T78" fmla="*/ 2147483647 w 232"/>
                <a:gd name="T79" fmla="*/ 2147483647 h 405"/>
                <a:gd name="T80" fmla="*/ 2147483647 w 232"/>
                <a:gd name="T81" fmla="*/ 2147483647 h 405"/>
                <a:gd name="T82" fmla="*/ 2147483647 w 232"/>
                <a:gd name="T83" fmla="*/ 2147483647 h 405"/>
                <a:gd name="T84" fmla="*/ 2147483647 w 232"/>
                <a:gd name="T85" fmla="*/ 2147483647 h 405"/>
                <a:gd name="T86" fmla="*/ 2147483647 w 232"/>
                <a:gd name="T87" fmla="*/ 2147483647 h 405"/>
                <a:gd name="T88" fmla="*/ 2147483647 w 232"/>
                <a:gd name="T89" fmla="*/ 2147483647 h 405"/>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32"/>
                <a:gd name="T136" fmla="*/ 0 h 405"/>
                <a:gd name="T137" fmla="*/ 232 w 232"/>
                <a:gd name="T138" fmla="*/ 405 h 405"/>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32" h="405">
                  <a:moveTo>
                    <a:pt x="218" y="87"/>
                  </a:moveTo>
                  <a:cubicBezTo>
                    <a:pt x="210" y="94"/>
                    <a:pt x="201" y="103"/>
                    <a:pt x="196" y="108"/>
                  </a:cubicBezTo>
                  <a:cubicBezTo>
                    <a:pt x="164" y="75"/>
                    <a:pt x="164" y="75"/>
                    <a:pt x="164" y="75"/>
                  </a:cubicBezTo>
                  <a:cubicBezTo>
                    <a:pt x="187" y="51"/>
                    <a:pt x="228" y="15"/>
                    <a:pt x="228" y="15"/>
                  </a:cubicBezTo>
                  <a:cubicBezTo>
                    <a:pt x="232" y="12"/>
                    <a:pt x="232" y="7"/>
                    <a:pt x="229" y="3"/>
                  </a:cubicBezTo>
                  <a:cubicBezTo>
                    <a:pt x="226" y="0"/>
                    <a:pt x="221" y="0"/>
                    <a:pt x="218" y="3"/>
                  </a:cubicBezTo>
                  <a:cubicBezTo>
                    <a:pt x="216" y="4"/>
                    <a:pt x="173" y="42"/>
                    <a:pt x="149" y="67"/>
                  </a:cubicBezTo>
                  <a:cubicBezTo>
                    <a:pt x="147" y="66"/>
                    <a:pt x="144" y="66"/>
                    <a:pt x="141" y="66"/>
                  </a:cubicBezTo>
                  <a:cubicBezTo>
                    <a:pt x="133" y="66"/>
                    <a:pt x="126" y="69"/>
                    <a:pt x="120" y="75"/>
                  </a:cubicBezTo>
                  <a:cubicBezTo>
                    <a:pt x="82" y="112"/>
                    <a:pt x="82" y="112"/>
                    <a:pt x="82" y="112"/>
                  </a:cubicBezTo>
                  <a:cubicBezTo>
                    <a:pt x="70" y="124"/>
                    <a:pt x="70" y="142"/>
                    <a:pt x="80" y="154"/>
                  </a:cubicBezTo>
                  <a:cubicBezTo>
                    <a:pt x="76" y="160"/>
                    <a:pt x="69" y="172"/>
                    <a:pt x="63" y="182"/>
                  </a:cubicBezTo>
                  <a:cubicBezTo>
                    <a:pt x="56" y="183"/>
                    <a:pt x="51" y="181"/>
                    <a:pt x="47" y="178"/>
                  </a:cubicBezTo>
                  <a:cubicBezTo>
                    <a:pt x="32" y="166"/>
                    <a:pt x="39" y="125"/>
                    <a:pt x="45" y="105"/>
                  </a:cubicBezTo>
                  <a:cubicBezTo>
                    <a:pt x="46" y="106"/>
                    <a:pt x="48" y="106"/>
                    <a:pt x="50" y="106"/>
                  </a:cubicBezTo>
                  <a:cubicBezTo>
                    <a:pt x="50" y="106"/>
                    <a:pt x="50" y="106"/>
                    <a:pt x="50" y="106"/>
                  </a:cubicBezTo>
                  <a:cubicBezTo>
                    <a:pt x="64" y="106"/>
                    <a:pt x="79" y="96"/>
                    <a:pt x="89" y="81"/>
                  </a:cubicBezTo>
                  <a:cubicBezTo>
                    <a:pt x="105" y="60"/>
                    <a:pt x="105" y="34"/>
                    <a:pt x="89" y="23"/>
                  </a:cubicBezTo>
                  <a:cubicBezTo>
                    <a:pt x="85" y="20"/>
                    <a:pt x="79" y="18"/>
                    <a:pt x="73" y="18"/>
                  </a:cubicBezTo>
                  <a:cubicBezTo>
                    <a:pt x="59" y="18"/>
                    <a:pt x="44" y="28"/>
                    <a:pt x="34" y="43"/>
                  </a:cubicBezTo>
                  <a:cubicBezTo>
                    <a:pt x="27" y="52"/>
                    <a:pt x="23" y="64"/>
                    <a:pt x="22" y="74"/>
                  </a:cubicBezTo>
                  <a:cubicBezTo>
                    <a:pt x="22" y="84"/>
                    <a:pt x="25" y="92"/>
                    <a:pt x="30" y="97"/>
                  </a:cubicBezTo>
                  <a:cubicBezTo>
                    <a:pt x="26" y="111"/>
                    <a:pt x="11" y="169"/>
                    <a:pt x="37" y="191"/>
                  </a:cubicBezTo>
                  <a:cubicBezTo>
                    <a:pt x="42" y="195"/>
                    <a:pt x="48" y="197"/>
                    <a:pt x="56" y="198"/>
                  </a:cubicBezTo>
                  <a:cubicBezTo>
                    <a:pt x="51" y="211"/>
                    <a:pt x="45" y="240"/>
                    <a:pt x="40" y="265"/>
                  </a:cubicBezTo>
                  <a:cubicBezTo>
                    <a:pt x="37" y="280"/>
                    <a:pt x="33" y="297"/>
                    <a:pt x="32" y="300"/>
                  </a:cubicBezTo>
                  <a:cubicBezTo>
                    <a:pt x="32" y="300"/>
                    <a:pt x="31" y="302"/>
                    <a:pt x="30" y="304"/>
                  </a:cubicBezTo>
                  <a:cubicBezTo>
                    <a:pt x="22" y="316"/>
                    <a:pt x="0" y="350"/>
                    <a:pt x="13" y="386"/>
                  </a:cubicBezTo>
                  <a:cubicBezTo>
                    <a:pt x="13" y="387"/>
                    <a:pt x="13" y="387"/>
                    <a:pt x="13" y="387"/>
                  </a:cubicBezTo>
                  <a:cubicBezTo>
                    <a:pt x="19" y="401"/>
                    <a:pt x="24" y="405"/>
                    <a:pt x="34" y="405"/>
                  </a:cubicBezTo>
                  <a:cubicBezTo>
                    <a:pt x="43" y="405"/>
                    <a:pt x="53" y="401"/>
                    <a:pt x="56" y="393"/>
                  </a:cubicBezTo>
                  <a:cubicBezTo>
                    <a:pt x="56" y="391"/>
                    <a:pt x="57" y="388"/>
                    <a:pt x="58" y="384"/>
                  </a:cubicBezTo>
                  <a:cubicBezTo>
                    <a:pt x="74" y="385"/>
                    <a:pt x="81" y="380"/>
                    <a:pt x="87" y="355"/>
                  </a:cubicBezTo>
                  <a:cubicBezTo>
                    <a:pt x="89" y="344"/>
                    <a:pt x="83" y="334"/>
                    <a:pt x="79" y="327"/>
                  </a:cubicBezTo>
                  <a:cubicBezTo>
                    <a:pt x="78" y="325"/>
                    <a:pt x="76" y="322"/>
                    <a:pt x="75" y="320"/>
                  </a:cubicBezTo>
                  <a:cubicBezTo>
                    <a:pt x="132" y="201"/>
                    <a:pt x="132" y="201"/>
                    <a:pt x="132" y="201"/>
                  </a:cubicBezTo>
                  <a:cubicBezTo>
                    <a:pt x="135" y="202"/>
                    <a:pt x="138" y="203"/>
                    <a:pt x="141" y="203"/>
                  </a:cubicBezTo>
                  <a:cubicBezTo>
                    <a:pt x="149" y="203"/>
                    <a:pt x="157" y="200"/>
                    <a:pt x="163" y="194"/>
                  </a:cubicBezTo>
                  <a:cubicBezTo>
                    <a:pt x="178" y="179"/>
                    <a:pt x="178" y="179"/>
                    <a:pt x="178" y="179"/>
                  </a:cubicBezTo>
                  <a:cubicBezTo>
                    <a:pt x="181" y="176"/>
                    <a:pt x="181" y="171"/>
                    <a:pt x="178" y="168"/>
                  </a:cubicBezTo>
                  <a:cubicBezTo>
                    <a:pt x="175" y="165"/>
                    <a:pt x="170" y="165"/>
                    <a:pt x="167" y="168"/>
                  </a:cubicBezTo>
                  <a:cubicBezTo>
                    <a:pt x="152" y="182"/>
                    <a:pt x="152" y="182"/>
                    <a:pt x="152" y="182"/>
                  </a:cubicBezTo>
                  <a:cubicBezTo>
                    <a:pt x="146" y="188"/>
                    <a:pt x="137" y="188"/>
                    <a:pt x="131" y="182"/>
                  </a:cubicBezTo>
                  <a:cubicBezTo>
                    <a:pt x="93" y="145"/>
                    <a:pt x="93" y="145"/>
                    <a:pt x="93" y="145"/>
                  </a:cubicBezTo>
                  <a:cubicBezTo>
                    <a:pt x="87" y="139"/>
                    <a:pt x="87" y="130"/>
                    <a:pt x="93" y="124"/>
                  </a:cubicBezTo>
                  <a:cubicBezTo>
                    <a:pt x="131" y="86"/>
                    <a:pt x="131" y="86"/>
                    <a:pt x="131" y="86"/>
                  </a:cubicBezTo>
                  <a:cubicBezTo>
                    <a:pt x="137" y="80"/>
                    <a:pt x="146" y="80"/>
                    <a:pt x="152" y="86"/>
                  </a:cubicBezTo>
                  <a:cubicBezTo>
                    <a:pt x="190" y="124"/>
                    <a:pt x="190" y="124"/>
                    <a:pt x="190" y="124"/>
                  </a:cubicBezTo>
                  <a:cubicBezTo>
                    <a:pt x="195" y="130"/>
                    <a:pt x="195" y="139"/>
                    <a:pt x="190" y="145"/>
                  </a:cubicBezTo>
                  <a:cubicBezTo>
                    <a:pt x="189" y="145"/>
                    <a:pt x="189" y="145"/>
                    <a:pt x="189" y="145"/>
                  </a:cubicBezTo>
                  <a:cubicBezTo>
                    <a:pt x="186" y="148"/>
                    <a:pt x="186" y="153"/>
                    <a:pt x="189" y="157"/>
                  </a:cubicBezTo>
                  <a:cubicBezTo>
                    <a:pt x="192" y="160"/>
                    <a:pt x="197" y="160"/>
                    <a:pt x="200" y="157"/>
                  </a:cubicBezTo>
                  <a:cubicBezTo>
                    <a:pt x="201" y="156"/>
                    <a:pt x="201" y="156"/>
                    <a:pt x="201" y="156"/>
                  </a:cubicBezTo>
                  <a:cubicBezTo>
                    <a:pt x="211" y="146"/>
                    <a:pt x="213" y="131"/>
                    <a:pt x="207" y="120"/>
                  </a:cubicBezTo>
                  <a:cubicBezTo>
                    <a:pt x="210" y="116"/>
                    <a:pt x="219" y="107"/>
                    <a:pt x="228" y="100"/>
                  </a:cubicBezTo>
                  <a:cubicBezTo>
                    <a:pt x="231" y="97"/>
                    <a:pt x="232" y="92"/>
                    <a:pt x="229" y="89"/>
                  </a:cubicBezTo>
                  <a:cubicBezTo>
                    <a:pt x="227" y="85"/>
                    <a:pt x="221" y="85"/>
                    <a:pt x="218" y="87"/>
                  </a:cubicBezTo>
                  <a:close/>
                  <a:moveTo>
                    <a:pt x="38" y="75"/>
                  </a:moveTo>
                  <a:cubicBezTo>
                    <a:pt x="39" y="67"/>
                    <a:pt x="42" y="59"/>
                    <a:pt x="47" y="52"/>
                  </a:cubicBezTo>
                  <a:cubicBezTo>
                    <a:pt x="55" y="40"/>
                    <a:pt x="66" y="34"/>
                    <a:pt x="73" y="34"/>
                  </a:cubicBezTo>
                  <a:cubicBezTo>
                    <a:pt x="76" y="34"/>
                    <a:pt x="78" y="35"/>
                    <a:pt x="80" y="36"/>
                  </a:cubicBezTo>
                  <a:cubicBezTo>
                    <a:pt x="87" y="41"/>
                    <a:pt x="87" y="57"/>
                    <a:pt x="76" y="72"/>
                  </a:cubicBezTo>
                  <a:cubicBezTo>
                    <a:pt x="68" y="84"/>
                    <a:pt x="57" y="90"/>
                    <a:pt x="50" y="90"/>
                  </a:cubicBezTo>
                  <a:cubicBezTo>
                    <a:pt x="47" y="90"/>
                    <a:pt x="45" y="89"/>
                    <a:pt x="43" y="88"/>
                  </a:cubicBezTo>
                  <a:cubicBezTo>
                    <a:pt x="39" y="85"/>
                    <a:pt x="38" y="78"/>
                    <a:pt x="38" y="75"/>
                  </a:cubicBezTo>
                  <a:close/>
                  <a:moveTo>
                    <a:pt x="119" y="193"/>
                  </a:moveTo>
                  <a:cubicBezTo>
                    <a:pt x="60" y="315"/>
                    <a:pt x="60" y="315"/>
                    <a:pt x="60" y="315"/>
                  </a:cubicBezTo>
                  <a:cubicBezTo>
                    <a:pt x="57" y="321"/>
                    <a:pt x="61" y="328"/>
                    <a:pt x="65" y="335"/>
                  </a:cubicBezTo>
                  <a:cubicBezTo>
                    <a:pt x="68" y="340"/>
                    <a:pt x="72" y="347"/>
                    <a:pt x="71" y="352"/>
                  </a:cubicBezTo>
                  <a:cubicBezTo>
                    <a:pt x="68" y="367"/>
                    <a:pt x="67" y="368"/>
                    <a:pt x="60" y="368"/>
                  </a:cubicBezTo>
                  <a:cubicBezTo>
                    <a:pt x="61" y="365"/>
                    <a:pt x="61" y="362"/>
                    <a:pt x="62" y="359"/>
                  </a:cubicBezTo>
                  <a:cubicBezTo>
                    <a:pt x="62" y="354"/>
                    <a:pt x="59" y="350"/>
                    <a:pt x="55" y="350"/>
                  </a:cubicBezTo>
                  <a:cubicBezTo>
                    <a:pt x="50" y="349"/>
                    <a:pt x="46" y="352"/>
                    <a:pt x="46" y="357"/>
                  </a:cubicBezTo>
                  <a:cubicBezTo>
                    <a:pt x="43" y="375"/>
                    <a:pt x="43" y="375"/>
                    <a:pt x="43" y="375"/>
                  </a:cubicBezTo>
                  <a:cubicBezTo>
                    <a:pt x="43" y="375"/>
                    <a:pt x="43" y="375"/>
                    <a:pt x="43" y="376"/>
                  </a:cubicBezTo>
                  <a:cubicBezTo>
                    <a:pt x="42" y="381"/>
                    <a:pt x="42" y="385"/>
                    <a:pt x="41" y="386"/>
                  </a:cubicBezTo>
                  <a:cubicBezTo>
                    <a:pt x="41" y="387"/>
                    <a:pt x="37" y="389"/>
                    <a:pt x="34" y="389"/>
                  </a:cubicBezTo>
                  <a:cubicBezTo>
                    <a:pt x="33" y="389"/>
                    <a:pt x="33" y="389"/>
                    <a:pt x="33" y="389"/>
                  </a:cubicBezTo>
                  <a:cubicBezTo>
                    <a:pt x="33" y="389"/>
                    <a:pt x="31" y="388"/>
                    <a:pt x="28" y="381"/>
                  </a:cubicBezTo>
                  <a:cubicBezTo>
                    <a:pt x="18" y="352"/>
                    <a:pt x="36" y="324"/>
                    <a:pt x="43" y="312"/>
                  </a:cubicBezTo>
                  <a:cubicBezTo>
                    <a:pt x="45" y="310"/>
                    <a:pt x="46" y="308"/>
                    <a:pt x="47" y="307"/>
                  </a:cubicBezTo>
                  <a:cubicBezTo>
                    <a:pt x="48" y="303"/>
                    <a:pt x="50" y="294"/>
                    <a:pt x="56" y="269"/>
                  </a:cubicBezTo>
                  <a:cubicBezTo>
                    <a:pt x="61" y="244"/>
                    <a:pt x="68" y="210"/>
                    <a:pt x="72" y="200"/>
                  </a:cubicBezTo>
                  <a:cubicBezTo>
                    <a:pt x="72" y="199"/>
                    <a:pt x="73" y="198"/>
                    <a:pt x="73" y="197"/>
                  </a:cubicBezTo>
                  <a:cubicBezTo>
                    <a:pt x="84" y="195"/>
                    <a:pt x="96" y="190"/>
                    <a:pt x="109" y="183"/>
                  </a:cubicBezTo>
                  <a:lnTo>
                    <a:pt x="119" y="193"/>
                  </a:lnTo>
                  <a:close/>
                  <a:moveTo>
                    <a:pt x="92" y="166"/>
                  </a:moveTo>
                  <a:cubicBezTo>
                    <a:pt x="97" y="171"/>
                    <a:pt x="97" y="171"/>
                    <a:pt x="97" y="171"/>
                  </a:cubicBezTo>
                  <a:cubicBezTo>
                    <a:pt x="93" y="173"/>
                    <a:pt x="89" y="175"/>
                    <a:pt x="85" y="177"/>
                  </a:cubicBezTo>
                  <a:cubicBezTo>
                    <a:pt x="87" y="173"/>
                    <a:pt x="90" y="169"/>
                    <a:pt x="92" y="166"/>
                  </a:cubicBezTo>
                  <a:close/>
                </a:path>
              </a:pathLst>
            </a:custGeom>
            <a:blipFill dpi="0" rotWithShape="1">
              <a:blip r:embed="rId39"/>
              <a:srcRect/>
              <a:stretch>
                <a:fillRect/>
              </a:stretch>
            </a:blipFill>
            <a:ln w="9525">
              <a:noFill/>
              <a:round/>
              <a:headEnd/>
              <a:tailEnd/>
            </a:ln>
          </p:spPr>
          <p:txBody>
            <a:bodyPr/>
            <a:lstStyle/>
            <a:p>
              <a:endParaRPr lang="en-GB"/>
            </a:p>
          </p:txBody>
        </p:sp>
        <p:sp>
          <p:nvSpPr>
            <p:cNvPr id="31868" name="Freeform 3"/>
            <p:cNvSpPr>
              <a:spLocks noChangeAspect="1" noEditPoints="1"/>
            </p:cNvSpPr>
            <p:nvPr/>
          </p:nvSpPr>
          <p:spPr bwMode="auto">
            <a:xfrm>
              <a:off x="3236714" y="3009809"/>
              <a:ext cx="115248" cy="119923"/>
            </a:xfrm>
            <a:custGeom>
              <a:avLst/>
              <a:gdLst>
                <a:gd name="T0" fmla="*/ 2147483647 w 386"/>
                <a:gd name="T1" fmla="*/ 2147483647 h 386"/>
                <a:gd name="T2" fmla="*/ 2147483647 w 386"/>
                <a:gd name="T3" fmla="*/ 2147483647 h 386"/>
                <a:gd name="T4" fmla="*/ 2147483647 w 386"/>
                <a:gd name="T5" fmla="*/ 2147483647 h 386"/>
                <a:gd name="T6" fmla="*/ 2147483647 w 386"/>
                <a:gd name="T7" fmla="*/ 2147483647 h 386"/>
                <a:gd name="T8" fmla="*/ 2147483647 w 386"/>
                <a:gd name="T9" fmla="*/ 2147483647 h 386"/>
                <a:gd name="T10" fmla="*/ 2147483647 w 386"/>
                <a:gd name="T11" fmla="*/ 2147483647 h 386"/>
                <a:gd name="T12" fmla="*/ 2147483647 w 386"/>
                <a:gd name="T13" fmla="*/ 2147483647 h 386"/>
                <a:gd name="T14" fmla="*/ 2147483647 w 386"/>
                <a:gd name="T15" fmla="*/ 2147483647 h 386"/>
                <a:gd name="T16" fmla="*/ 2147483647 w 386"/>
                <a:gd name="T17" fmla="*/ 2147483647 h 386"/>
                <a:gd name="T18" fmla="*/ 2147483647 w 386"/>
                <a:gd name="T19" fmla="*/ 2147483647 h 386"/>
                <a:gd name="T20" fmla="*/ 2147483647 w 386"/>
                <a:gd name="T21" fmla="*/ 2147483647 h 386"/>
                <a:gd name="T22" fmla="*/ 2147483647 w 386"/>
                <a:gd name="T23" fmla="*/ 2147483647 h 386"/>
                <a:gd name="T24" fmla="*/ 2147483647 w 386"/>
                <a:gd name="T25" fmla="*/ 2147483647 h 386"/>
                <a:gd name="T26" fmla="*/ 2147483647 w 386"/>
                <a:gd name="T27" fmla="*/ 2147483647 h 386"/>
                <a:gd name="T28" fmla="*/ 2147483647 w 386"/>
                <a:gd name="T29" fmla="*/ 2147483647 h 386"/>
                <a:gd name="T30" fmla="*/ 2147483647 w 386"/>
                <a:gd name="T31" fmla="*/ 2147483647 h 386"/>
                <a:gd name="T32" fmla="*/ 2147483647 w 386"/>
                <a:gd name="T33" fmla="*/ 2147483647 h 386"/>
                <a:gd name="T34" fmla="*/ 2147483647 w 386"/>
                <a:gd name="T35" fmla="*/ 2147483647 h 386"/>
                <a:gd name="T36" fmla="*/ 2147483647 w 386"/>
                <a:gd name="T37" fmla="*/ 2147483647 h 386"/>
                <a:gd name="T38" fmla="*/ 2147483647 w 386"/>
                <a:gd name="T39" fmla="*/ 2147483647 h 386"/>
                <a:gd name="T40" fmla="*/ 2147483647 w 386"/>
                <a:gd name="T41" fmla="*/ 0 h 386"/>
                <a:gd name="T42" fmla="*/ 0 w 386"/>
                <a:gd name="T43" fmla="*/ 2147483647 h 386"/>
                <a:gd name="T44" fmla="*/ 2147483647 w 386"/>
                <a:gd name="T45" fmla="*/ 2147483647 h 386"/>
                <a:gd name="T46" fmla="*/ 2147483647 w 386"/>
                <a:gd name="T47" fmla="*/ 2147483647 h 386"/>
                <a:gd name="T48" fmla="*/ 2147483647 w 386"/>
                <a:gd name="T49" fmla="*/ 2147483647 h 386"/>
                <a:gd name="T50" fmla="*/ 2147483647 w 386"/>
                <a:gd name="T51" fmla="*/ 2147483647 h 386"/>
                <a:gd name="T52" fmla="*/ 2147483647 w 386"/>
                <a:gd name="T53" fmla="*/ 2147483647 h 386"/>
                <a:gd name="T54" fmla="*/ 2147483647 w 386"/>
                <a:gd name="T55" fmla="*/ 2147483647 h 386"/>
                <a:gd name="T56" fmla="*/ 2147483647 w 386"/>
                <a:gd name="T57" fmla="*/ 2147483647 h 386"/>
                <a:gd name="T58" fmla="*/ 2147483647 w 386"/>
                <a:gd name="T59" fmla="*/ 2147483647 h 386"/>
                <a:gd name="T60" fmla="*/ 2147483647 w 386"/>
                <a:gd name="T61" fmla="*/ 2147483647 h 386"/>
                <a:gd name="T62" fmla="*/ 2147483647 w 386"/>
                <a:gd name="T63" fmla="*/ 2147483647 h 386"/>
                <a:gd name="T64" fmla="*/ 2147483647 w 386"/>
                <a:gd name="T65" fmla="*/ 2147483647 h 386"/>
                <a:gd name="T66" fmla="*/ 2147483647 w 386"/>
                <a:gd name="T67" fmla="*/ 2147483647 h 386"/>
                <a:gd name="T68" fmla="*/ 2147483647 w 386"/>
                <a:gd name="T69" fmla="*/ 2147483647 h 386"/>
                <a:gd name="T70" fmla="*/ 2147483647 w 386"/>
                <a:gd name="T71" fmla="*/ 2147483647 h 386"/>
                <a:gd name="T72" fmla="*/ 2147483647 w 386"/>
                <a:gd name="T73" fmla="*/ 2147483647 h 386"/>
                <a:gd name="T74" fmla="*/ 2147483647 w 386"/>
                <a:gd name="T75" fmla="*/ 2147483647 h 386"/>
                <a:gd name="T76" fmla="*/ 2147483647 w 386"/>
                <a:gd name="T77" fmla="*/ 2147483647 h 386"/>
                <a:gd name="T78" fmla="*/ 2147483647 w 386"/>
                <a:gd name="T79" fmla="*/ 2147483647 h 386"/>
                <a:gd name="T80" fmla="*/ 2147483647 w 386"/>
                <a:gd name="T81" fmla="*/ 2147483647 h 386"/>
                <a:gd name="T82" fmla="*/ 2147483647 w 386"/>
                <a:gd name="T83" fmla="*/ 2147483647 h 38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86"/>
                <a:gd name="T127" fmla="*/ 0 h 386"/>
                <a:gd name="T128" fmla="*/ 386 w 386"/>
                <a:gd name="T129" fmla="*/ 386 h 38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86" h="386">
                  <a:moveTo>
                    <a:pt x="248" y="193"/>
                  </a:moveTo>
                  <a:cubicBezTo>
                    <a:pt x="248" y="162"/>
                    <a:pt x="224" y="137"/>
                    <a:pt x="193" y="137"/>
                  </a:cubicBezTo>
                  <a:cubicBezTo>
                    <a:pt x="163" y="137"/>
                    <a:pt x="138" y="162"/>
                    <a:pt x="138" y="193"/>
                  </a:cubicBezTo>
                  <a:cubicBezTo>
                    <a:pt x="138" y="223"/>
                    <a:pt x="163" y="248"/>
                    <a:pt x="193" y="248"/>
                  </a:cubicBezTo>
                  <a:cubicBezTo>
                    <a:pt x="224" y="248"/>
                    <a:pt x="248" y="223"/>
                    <a:pt x="248" y="193"/>
                  </a:cubicBezTo>
                  <a:moveTo>
                    <a:pt x="154" y="193"/>
                  </a:moveTo>
                  <a:cubicBezTo>
                    <a:pt x="154" y="171"/>
                    <a:pt x="171" y="153"/>
                    <a:pt x="193" y="153"/>
                  </a:cubicBezTo>
                  <a:cubicBezTo>
                    <a:pt x="215" y="153"/>
                    <a:pt x="232" y="171"/>
                    <a:pt x="232" y="193"/>
                  </a:cubicBezTo>
                  <a:cubicBezTo>
                    <a:pt x="232" y="214"/>
                    <a:pt x="215" y="232"/>
                    <a:pt x="193" y="232"/>
                  </a:cubicBezTo>
                  <a:cubicBezTo>
                    <a:pt x="171" y="232"/>
                    <a:pt x="154" y="214"/>
                    <a:pt x="154" y="193"/>
                  </a:cubicBezTo>
                  <a:moveTo>
                    <a:pt x="340" y="69"/>
                  </a:moveTo>
                  <a:cubicBezTo>
                    <a:pt x="338" y="65"/>
                    <a:pt x="333" y="65"/>
                    <a:pt x="329" y="68"/>
                  </a:cubicBezTo>
                  <a:cubicBezTo>
                    <a:pt x="326" y="71"/>
                    <a:pt x="325" y="76"/>
                    <a:pt x="328" y="79"/>
                  </a:cubicBezTo>
                  <a:cubicBezTo>
                    <a:pt x="355" y="111"/>
                    <a:pt x="370" y="151"/>
                    <a:pt x="370" y="193"/>
                  </a:cubicBezTo>
                  <a:cubicBezTo>
                    <a:pt x="370" y="290"/>
                    <a:pt x="290" y="370"/>
                    <a:pt x="193" y="370"/>
                  </a:cubicBezTo>
                  <a:cubicBezTo>
                    <a:pt x="96" y="370"/>
                    <a:pt x="16" y="290"/>
                    <a:pt x="16" y="193"/>
                  </a:cubicBezTo>
                  <a:cubicBezTo>
                    <a:pt x="16" y="95"/>
                    <a:pt x="96" y="16"/>
                    <a:pt x="193" y="16"/>
                  </a:cubicBezTo>
                  <a:cubicBezTo>
                    <a:pt x="235" y="16"/>
                    <a:pt x="275" y="30"/>
                    <a:pt x="307" y="58"/>
                  </a:cubicBezTo>
                  <a:cubicBezTo>
                    <a:pt x="310" y="60"/>
                    <a:pt x="315" y="60"/>
                    <a:pt x="318" y="57"/>
                  </a:cubicBezTo>
                  <a:cubicBezTo>
                    <a:pt x="321" y="53"/>
                    <a:pt x="320" y="48"/>
                    <a:pt x="317" y="45"/>
                  </a:cubicBezTo>
                  <a:cubicBezTo>
                    <a:pt x="282" y="16"/>
                    <a:pt x="239" y="0"/>
                    <a:pt x="193" y="0"/>
                  </a:cubicBezTo>
                  <a:cubicBezTo>
                    <a:pt x="87" y="0"/>
                    <a:pt x="0" y="87"/>
                    <a:pt x="0" y="193"/>
                  </a:cubicBezTo>
                  <a:cubicBezTo>
                    <a:pt x="0" y="299"/>
                    <a:pt x="87" y="386"/>
                    <a:pt x="193" y="386"/>
                  </a:cubicBezTo>
                  <a:cubicBezTo>
                    <a:pt x="299" y="386"/>
                    <a:pt x="386" y="299"/>
                    <a:pt x="386" y="193"/>
                  </a:cubicBezTo>
                  <a:cubicBezTo>
                    <a:pt x="386" y="147"/>
                    <a:pt x="370" y="104"/>
                    <a:pt x="340" y="69"/>
                  </a:cubicBezTo>
                  <a:moveTo>
                    <a:pt x="193" y="355"/>
                  </a:moveTo>
                  <a:cubicBezTo>
                    <a:pt x="283" y="355"/>
                    <a:pt x="355" y="282"/>
                    <a:pt x="355" y="193"/>
                  </a:cubicBezTo>
                  <a:cubicBezTo>
                    <a:pt x="355" y="188"/>
                    <a:pt x="352" y="185"/>
                    <a:pt x="347" y="185"/>
                  </a:cubicBezTo>
                  <a:cubicBezTo>
                    <a:pt x="343" y="185"/>
                    <a:pt x="339" y="188"/>
                    <a:pt x="339" y="193"/>
                  </a:cubicBezTo>
                  <a:cubicBezTo>
                    <a:pt x="339" y="274"/>
                    <a:pt x="274" y="339"/>
                    <a:pt x="193" y="339"/>
                  </a:cubicBezTo>
                  <a:cubicBezTo>
                    <a:pt x="189" y="339"/>
                    <a:pt x="185" y="343"/>
                    <a:pt x="185" y="347"/>
                  </a:cubicBezTo>
                  <a:cubicBezTo>
                    <a:pt x="185" y="352"/>
                    <a:pt x="189" y="355"/>
                    <a:pt x="193" y="355"/>
                  </a:cubicBezTo>
                  <a:moveTo>
                    <a:pt x="222" y="193"/>
                  </a:moveTo>
                  <a:cubicBezTo>
                    <a:pt x="222" y="177"/>
                    <a:pt x="209" y="164"/>
                    <a:pt x="193" y="164"/>
                  </a:cubicBezTo>
                  <a:cubicBezTo>
                    <a:pt x="177" y="164"/>
                    <a:pt x="164" y="177"/>
                    <a:pt x="164" y="193"/>
                  </a:cubicBezTo>
                  <a:cubicBezTo>
                    <a:pt x="164" y="209"/>
                    <a:pt x="177" y="222"/>
                    <a:pt x="193" y="222"/>
                  </a:cubicBezTo>
                  <a:cubicBezTo>
                    <a:pt x="209" y="222"/>
                    <a:pt x="222" y="209"/>
                    <a:pt x="222" y="193"/>
                  </a:cubicBezTo>
                  <a:moveTo>
                    <a:pt x="180" y="193"/>
                  </a:moveTo>
                  <a:cubicBezTo>
                    <a:pt x="180" y="186"/>
                    <a:pt x="186" y="180"/>
                    <a:pt x="193" y="180"/>
                  </a:cubicBezTo>
                  <a:cubicBezTo>
                    <a:pt x="200" y="180"/>
                    <a:pt x="206" y="186"/>
                    <a:pt x="206" y="193"/>
                  </a:cubicBezTo>
                  <a:cubicBezTo>
                    <a:pt x="206" y="200"/>
                    <a:pt x="200" y="206"/>
                    <a:pt x="193" y="206"/>
                  </a:cubicBezTo>
                  <a:cubicBezTo>
                    <a:pt x="186" y="206"/>
                    <a:pt x="180" y="200"/>
                    <a:pt x="180" y="193"/>
                  </a:cubicBezTo>
                </a:path>
              </a:pathLst>
            </a:custGeom>
            <a:blipFill dpi="0" rotWithShape="1">
              <a:blip r:embed="rId11"/>
              <a:srcRect/>
              <a:stretch>
                <a:fillRect/>
              </a:stretch>
            </a:blipFill>
            <a:ln w="9525">
              <a:noFill/>
              <a:round/>
              <a:headEnd/>
              <a:tailEnd/>
            </a:ln>
          </p:spPr>
          <p:txBody>
            <a:bodyPr/>
            <a:lstStyle/>
            <a:p>
              <a:endParaRPr lang="en-GB"/>
            </a:p>
          </p:txBody>
        </p:sp>
        <p:sp>
          <p:nvSpPr>
            <p:cNvPr id="31869" name="Freeform 3"/>
            <p:cNvSpPr>
              <a:spLocks noChangeAspect="1" noEditPoints="1"/>
            </p:cNvSpPr>
            <p:nvPr/>
          </p:nvSpPr>
          <p:spPr bwMode="auto">
            <a:xfrm>
              <a:off x="3690661" y="3016483"/>
              <a:ext cx="135742" cy="122685"/>
            </a:xfrm>
            <a:custGeom>
              <a:avLst/>
              <a:gdLst>
                <a:gd name="T0" fmla="*/ 2147483647 w 454"/>
                <a:gd name="T1" fmla="*/ 2147483647 h 395"/>
                <a:gd name="T2" fmla="*/ 2147483647 w 454"/>
                <a:gd name="T3" fmla="*/ 2147483647 h 395"/>
                <a:gd name="T4" fmla="*/ 2147483647 w 454"/>
                <a:gd name="T5" fmla="*/ 2147483647 h 395"/>
                <a:gd name="T6" fmla="*/ 2147483647 w 454"/>
                <a:gd name="T7" fmla="*/ 2147483647 h 395"/>
                <a:gd name="T8" fmla="*/ 2147483647 w 454"/>
                <a:gd name="T9" fmla="*/ 2147483647 h 395"/>
                <a:gd name="T10" fmla="*/ 2147483647 w 454"/>
                <a:gd name="T11" fmla="*/ 2147483647 h 395"/>
                <a:gd name="T12" fmla="*/ 2147483647 w 454"/>
                <a:gd name="T13" fmla="*/ 2147483647 h 395"/>
                <a:gd name="T14" fmla="*/ 2147483647 w 454"/>
                <a:gd name="T15" fmla="*/ 2147483647 h 395"/>
                <a:gd name="T16" fmla="*/ 0 w 454"/>
                <a:gd name="T17" fmla="*/ 2147483647 h 395"/>
                <a:gd name="T18" fmla="*/ 2147483647 w 454"/>
                <a:gd name="T19" fmla="*/ 2147483647 h 395"/>
                <a:gd name="T20" fmla="*/ 2147483647 w 454"/>
                <a:gd name="T21" fmla="*/ 2147483647 h 395"/>
                <a:gd name="T22" fmla="*/ 2147483647 w 454"/>
                <a:gd name="T23" fmla="*/ 2147483647 h 395"/>
                <a:gd name="T24" fmla="*/ 2147483647 w 454"/>
                <a:gd name="T25" fmla="*/ 2147483647 h 395"/>
                <a:gd name="T26" fmla="*/ 2147483647 w 454"/>
                <a:gd name="T27" fmla="*/ 2147483647 h 395"/>
                <a:gd name="T28" fmla="*/ 2147483647 w 454"/>
                <a:gd name="T29" fmla="*/ 2147483647 h 395"/>
                <a:gd name="T30" fmla="*/ 2147483647 w 454"/>
                <a:gd name="T31" fmla="*/ 2147483647 h 395"/>
                <a:gd name="T32" fmla="*/ 2147483647 w 454"/>
                <a:gd name="T33" fmla="*/ 2147483647 h 395"/>
                <a:gd name="T34" fmla="*/ 2147483647 w 454"/>
                <a:gd name="T35" fmla="*/ 2147483647 h 395"/>
                <a:gd name="T36" fmla="*/ 2147483647 w 454"/>
                <a:gd name="T37" fmla="*/ 2147483647 h 395"/>
                <a:gd name="T38" fmla="*/ 2147483647 w 454"/>
                <a:gd name="T39" fmla="*/ 2147483647 h 395"/>
                <a:gd name="T40" fmla="*/ 2147483647 w 454"/>
                <a:gd name="T41" fmla="*/ 2147483647 h 395"/>
                <a:gd name="T42" fmla="*/ 2147483647 w 454"/>
                <a:gd name="T43" fmla="*/ 2147483647 h 395"/>
                <a:gd name="T44" fmla="*/ 2147483647 w 454"/>
                <a:gd name="T45" fmla="*/ 2147483647 h 395"/>
                <a:gd name="T46" fmla="*/ 2147483647 w 454"/>
                <a:gd name="T47" fmla="*/ 2147483647 h 395"/>
                <a:gd name="T48" fmla="*/ 2147483647 w 454"/>
                <a:gd name="T49" fmla="*/ 2147483647 h 395"/>
                <a:gd name="T50" fmla="*/ 2147483647 w 454"/>
                <a:gd name="T51" fmla="*/ 2147483647 h 395"/>
                <a:gd name="T52" fmla="*/ 2147483647 w 454"/>
                <a:gd name="T53" fmla="*/ 2147483647 h 395"/>
                <a:gd name="T54" fmla="*/ 2147483647 w 454"/>
                <a:gd name="T55" fmla="*/ 2147483647 h 395"/>
                <a:gd name="T56" fmla="*/ 2147483647 w 454"/>
                <a:gd name="T57" fmla="*/ 2147483647 h 395"/>
                <a:gd name="T58" fmla="*/ 2147483647 w 454"/>
                <a:gd name="T59" fmla="*/ 2147483647 h 395"/>
                <a:gd name="T60" fmla="*/ 2147483647 w 454"/>
                <a:gd name="T61" fmla="*/ 2147483647 h 395"/>
                <a:gd name="T62" fmla="*/ 2147483647 w 454"/>
                <a:gd name="T63" fmla="*/ 2147483647 h 395"/>
                <a:gd name="T64" fmla="*/ 2147483647 w 454"/>
                <a:gd name="T65" fmla="*/ 2147483647 h 39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54"/>
                <a:gd name="T100" fmla="*/ 0 h 395"/>
                <a:gd name="T101" fmla="*/ 454 w 454"/>
                <a:gd name="T102" fmla="*/ 395 h 39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54" h="395">
                  <a:moveTo>
                    <a:pt x="446" y="82"/>
                  </a:moveTo>
                  <a:cubicBezTo>
                    <a:pt x="436" y="76"/>
                    <a:pt x="351" y="28"/>
                    <a:pt x="350" y="28"/>
                  </a:cubicBezTo>
                  <a:cubicBezTo>
                    <a:pt x="347" y="26"/>
                    <a:pt x="342" y="27"/>
                    <a:pt x="339" y="31"/>
                  </a:cubicBezTo>
                  <a:cubicBezTo>
                    <a:pt x="337" y="35"/>
                    <a:pt x="339" y="39"/>
                    <a:pt x="342" y="42"/>
                  </a:cubicBezTo>
                  <a:cubicBezTo>
                    <a:pt x="343" y="42"/>
                    <a:pt x="415" y="83"/>
                    <a:pt x="434" y="93"/>
                  </a:cubicBezTo>
                  <a:cubicBezTo>
                    <a:pt x="426" y="98"/>
                    <a:pt x="407" y="109"/>
                    <a:pt x="382" y="123"/>
                  </a:cubicBezTo>
                  <a:cubicBezTo>
                    <a:pt x="381" y="123"/>
                    <a:pt x="381" y="123"/>
                    <a:pt x="381" y="123"/>
                  </a:cubicBezTo>
                  <a:cubicBezTo>
                    <a:pt x="245" y="47"/>
                    <a:pt x="245" y="47"/>
                    <a:pt x="245" y="47"/>
                  </a:cubicBezTo>
                  <a:cubicBezTo>
                    <a:pt x="292" y="20"/>
                    <a:pt x="292" y="20"/>
                    <a:pt x="292" y="20"/>
                  </a:cubicBezTo>
                  <a:cubicBezTo>
                    <a:pt x="297" y="17"/>
                    <a:pt x="301" y="20"/>
                    <a:pt x="302" y="20"/>
                  </a:cubicBezTo>
                  <a:cubicBezTo>
                    <a:pt x="302" y="20"/>
                    <a:pt x="302" y="20"/>
                    <a:pt x="302" y="20"/>
                  </a:cubicBezTo>
                  <a:cubicBezTo>
                    <a:pt x="316" y="27"/>
                    <a:pt x="316" y="27"/>
                    <a:pt x="316" y="27"/>
                  </a:cubicBezTo>
                  <a:cubicBezTo>
                    <a:pt x="320" y="30"/>
                    <a:pt x="325" y="28"/>
                    <a:pt x="327" y="24"/>
                  </a:cubicBezTo>
                  <a:cubicBezTo>
                    <a:pt x="329" y="20"/>
                    <a:pt x="328" y="16"/>
                    <a:pt x="324" y="13"/>
                  </a:cubicBezTo>
                  <a:cubicBezTo>
                    <a:pt x="310" y="6"/>
                    <a:pt x="310" y="6"/>
                    <a:pt x="310" y="6"/>
                  </a:cubicBezTo>
                  <a:cubicBezTo>
                    <a:pt x="306" y="3"/>
                    <a:pt x="295" y="0"/>
                    <a:pt x="284" y="6"/>
                  </a:cubicBezTo>
                  <a:cubicBezTo>
                    <a:pt x="9" y="163"/>
                    <a:pt x="9" y="163"/>
                    <a:pt x="9" y="163"/>
                  </a:cubicBezTo>
                  <a:cubicBezTo>
                    <a:pt x="5" y="165"/>
                    <a:pt x="0" y="169"/>
                    <a:pt x="0" y="175"/>
                  </a:cubicBezTo>
                  <a:cubicBezTo>
                    <a:pt x="0" y="178"/>
                    <a:pt x="1" y="183"/>
                    <a:pt x="9" y="188"/>
                  </a:cubicBezTo>
                  <a:cubicBezTo>
                    <a:pt x="73" y="224"/>
                    <a:pt x="73" y="224"/>
                    <a:pt x="73" y="224"/>
                  </a:cubicBezTo>
                  <a:cubicBezTo>
                    <a:pt x="73" y="295"/>
                    <a:pt x="73" y="295"/>
                    <a:pt x="73" y="295"/>
                  </a:cubicBezTo>
                  <a:cubicBezTo>
                    <a:pt x="73" y="300"/>
                    <a:pt x="75" y="309"/>
                    <a:pt x="84" y="314"/>
                  </a:cubicBezTo>
                  <a:cubicBezTo>
                    <a:pt x="219" y="392"/>
                    <a:pt x="219" y="392"/>
                    <a:pt x="219" y="392"/>
                  </a:cubicBezTo>
                  <a:cubicBezTo>
                    <a:pt x="219" y="392"/>
                    <a:pt x="219" y="392"/>
                    <a:pt x="219" y="392"/>
                  </a:cubicBezTo>
                  <a:cubicBezTo>
                    <a:pt x="223" y="394"/>
                    <a:pt x="227" y="395"/>
                    <a:pt x="231" y="395"/>
                  </a:cubicBezTo>
                  <a:cubicBezTo>
                    <a:pt x="231" y="395"/>
                    <a:pt x="231" y="395"/>
                    <a:pt x="231" y="395"/>
                  </a:cubicBezTo>
                  <a:cubicBezTo>
                    <a:pt x="231" y="395"/>
                    <a:pt x="231" y="395"/>
                    <a:pt x="231" y="395"/>
                  </a:cubicBezTo>
                  <a:cubicBezTo>
                    <a:pt x="238" y="395"/>
                    <a:pt x="242" y="393"/>
                    <a:pt x="243" y="392"/>
                  </a:cubicBezTo>
                  <a:cubicBezTo>
                    <a:pt x="243" y="392"/>
                    <a:pt x="244" y="392"/>
                    <a:pt x="244" y="392"/>
                  </a:cubicBezTo>
                  <a:cubicBezTo>
                    <a:pt x="378" y="314"/>
                    <a:pt x="378" y="314"/>
                    <a:pt x="378" y="314"/>
                  </a:cubicBezTo>
                  <a:cubicBezTo>
                    <a:pt x="383" y="312"/>
                    <a:pt x="389" y="306"/>
                    <a:pt x="389" y="295"/>
                  </a:cubicBezTo>
                  <a:cubicBezTo>
                    <a:pt x="389" y="137"/>
                    <a:pt x="389" y="137"/>
                    <a:pt x="389" y="137"/>
                  </a:cubicBezTo>
                  <a:cubicBezTo>
                    <a:pt x="420" y="120"/>
                    <a:pt x="442" y="107"/>
                    <a:pt x="445" y="105"/>
                  </a:cubicBezTo>
                  <a:cubicBezTo>
                    <a:pt x="449" y="103"/>
                    <a:pt x="454" y="99"/>
                    <a:pt x="454" y="94"/>
                  </a:cubicBezTo>
                  <a:cubicBezTo>
                    <a:pt x="454" y="91"/>
                    <a:pt x="453" y="86"/>
                    <a:pt x="446" y="82"/>
                  </a:cubicBezTo>
                  <a:close/>
                  <a:moveTo>
                    <a:pt x="20" y="175"/>
                  </a:moveTo>
                  <a:cubicBezTo>
                    <a:pt x="81" y="140"/>
                    <a:pt x="81" y="140"/>
                    <a:pt x="81" y="140"/>
                  </a:cubicBezTo>
                  <a:cubicBezTo>
                    <a:pt x="215" y="218"/>
                    <a:pt x="215" y="218"/>
                    <a:pt x="215" y="218"/>
                  </a:cubicBezTo>
                  <a:cubicBezTo>
                    <a:pt x="185" y="235"/>
                    <a:pt x="163" y="248"/>
                    <a:pt x="161" y="249"/>
                  </a:cubicBezTo>
                  <a:cubicBezTo>
                    <a:pt x="157" y="251"/>
                    <a:pt x="151" y="249"/>
                    <a:pt x="151" y="249"/>
                  </a:cubicBezTo>
                  <a:cubicBezTo>
                    <a:pt x="151" y="249"/>
                    <a:pt x="151" y="249"/>
                    <a:pt x="151" y="249"/>
                  </a:cubicBezTo>
                  <a:lnTo>
                    <a:pt x="20" y="175"/>
                  </a:lnTo>
                  <a:close/>
                  <a:moveTo>
                    <a:pt x="223" y="376"/>
                  </a:moveTo>
                  <a:cubicBezTo>
                    <a:pt x="92" y="300"/>
                    <a:pt x="92" y="300"/>
                    <a:pt x="92" y="300"/>
                  </a:cubicBezTo>
                  <a:cubicBezTo>
                    <a:pt x="89" y="299"/>
                    <a:pt x="89" y="296"/>
                    <a:pt x="89" y="296"/>
                  </a:cubicBezTo>
                  <a:cubicBezTo>
                    <a:pt x="89" y="233"/>
                    <a:pt x="89" y="233"/>
                    <a:pt x="89" y="233"/>
                  </a:cubicBezTo>
                  <a:cubicBezTo>
                    <a:pt x="144" y="263"/>
                    <a:pt x="144" y="263"/>
                    <a:pt x="144" y="263"/>
                  </a:cubicBezTo>
                  <a:cubicBezTo>
                    <a:pt x="146" y="264"/>
                    <a:pt x="151" y="266"/>
                    <a:pt x="157" y="266"/>
                  </a:cubicBezTo>
                  <a:cubicBezTo>
                    <a:pt x="161" y="266"/>
                    <a:pt x="165" y="265"/>
                    <a:pt x="169" y="263"/>
                  </a:cubicBezTo>
                  <a:cubicBezTo>
                    <a:pt x="171" y="261"/>
                    <a:pt x="193" y="249"/>
                    <a:pt x="223" y="232"/>
                  </a:cubicBezTo>
                  <a:lnTo>
                    <a:pt x="223" y="376"/>
                  </a:lnTo>
                  <a:close/>
                  <a:moveTo>
                    <a:pt x="223" y="204"/>
                  </a:moveTo>
                  <a:cubicBezTo>
                    <a:pt x="97" y="131"/>
                    <a:pt x="97" y="131"/>
                    <a:pt x="97" y="131"/>
                  </a:cubicBezTo>
                  <a:cubicBezTo>
                    <a:pt x="223" y="59"/>
                    <a:pt x="223" y="59"/>
                    <a:pt x="223" y="59"/>
                  </a:cubicBezTo>
                  <a:lnTo>
                    <a:pt x="223" y="204"/>
                  </a:lnTo>
                  <a:close/>
                  <a:moveTo>
                    <a:pt x="239" y="63"/>
                  </a:moveTo>
                  <a:cubicBezTo>
                    <a:pt x="364" y="132"/>
                    <a:pt x="364" y="132"/>
                    <a:pt x="364" y="132"/>
                  </a:cubicBezTo>
                  <a:cubicBezTo>
                    <a:pt x="239" y="204"/>
                    <a:pt x="239" y="204"/>
                    <a:pt x="239" y="204"/>
                  </a:cubicBezTo>
                  <a:lnTo>
                    <a:pt x="239" y="63"/>
                  </a:lnTo>
                  <a:close/>
                  <a:moveTo>
                    <a:pt x="373" y="295"/>
                  </a:moveTo>
                  <a:cubicBezTo>
                    <a:pt x="373" y="299"/>
                    <a:pt x="372" y="300"/>
                    <a:pt x="371" y="300"/>
                  </a:cubicBezTo>
                  <a:cubicBezTo>
                    <a:pt x="371" y="300"/>
                    <a:pt x="371" y="300"/>
                    <a:pt x="371" y="300"/>
                  </a:cubicBezTo>
                  <a:cubicBezTo>
                    <a:pt x="239" y="376"/>
                    <a:pt x="239" y="376"/>
                    <a:pt x="239" y="376"/>
                  </a:cubicBezTo>
                  <a:cubicBezTo>
                    <a:pt x="239" y="223"/>
                    <a:pt x="239" y="223"/>
                    <a:pt x="239" y="223"/>
                  </a:cubicBezTo>
                  <a:cubicBezTo>
                    <a:pt x="280" y="199"/>
                    <a:pt x="332" y="170"/>
                    <a:pt x="373" y="146"/>
                  </a:cubicBezTo>
                  <a:lnTo>
                    <a:pt x="373" y="295"/>
                  </a:lnTo>
                  <a:close/>
                </a:path>
              </a:pathLst>
            </a:custGeom>
            <a:blipFill dpi="0" rotWithShape="1">
              <a:blip r:embed="rId19"/>
              <a:srcRect/>
              <a:stretch>
                <a:fillRect/>
              </a:stretch>
            </a:blipFill>
            <a:ln w="9525">
              <a:noFill/>
              <a:round/>
              <a:headEnd/>
              <a:tailEnd/>
            </a:ln>
          </p:spPr>
          <p:txBody>
            <a:bodyPr/>
            <a:lstStyle/>
            <a:p>
              <a:endParaRPr lang="en-GB"/>
            </a:p>
          </p:txBody>
        </p:sp>
        <p:sp>
          <p:nvSpPr>
            <p:cNvPr id="31870" name="Freeform 3"/>
            <p:cNvSpPr>
              <a:spLocks noChangeAspect="1" noEditPoints="1"/>
            </p:cNvSpPr>
            <p:nvPr/>
          </p:nvSpPr>
          <p:spPr bwMode="auto">
            <a:xfrm>
              <a:off x="3084950" y="3789996"/>
              <a:ext cx="113225" cy="117425"/>
            </a:xfrm>
            <a:custGeom>
              <a:avLst/>
              <a:gdLst>
                <a:gd name="T0" fmla="*/ 2147483647 w 379"/>
                <a:gd name="T1" fmla="*/ 2147483647 h 378"/>
                <a:gd name="T2" fmla="*/ 2147483647 w 379"/>
                <a:gd name="T3" fmla="*/ 0 h 378"/>
                <a:gd name="T4" fmla="*/ 0 w 379"/>
                <a:gd name="T5" fmla="*/ 2147483647 h 378"/>
                <a:gd name="T6" fmla="*/ 2147483647 w 379"/>
                <a:gd name="T7" fmla="*/ 2147483647 h 378"/>
                <a:gd name="T8" fmla="*/ 2147483647 w 379"/>
                <a:gd name="T9" fmla="*/ 2147483647 h 378"/>
                <a:gd name="T10" fmla="*/ 2147483647 w 379"/>
                <a:gd name="T11" fmla="*/ 2147483647 h 378"/>
                <a:gd name="T12" fmla="*/ 2147483647 w 379"/>
                <a:gd name="T13" fmla="*/ 2147483647 h 378"/>
                <a:gd name="T14" fmla="*/ 2147483647 w 379"/>
                <a:gd name="T15" fmla="*/ 2147483647 h 378"/>
                <a:gd name="T16" fmla="*/ 2147483647 w 379"/>
                <a:gd name="T17" fmla="*/ 2147483647 h 378"/>
                <a:gd name="T18" fmla="*/ 2147483647 w 379"/>
                <a:gd name="T19" fmla="*/ 2147483647 h 378"/>
                <a:gd name="T20" fmla="*/ 2147483647 w 379"/>
                <a:gd name="T21" fmla="*/ 2147483647 h 378"/>
                <a:gd name="T22" fmla="*/ 2147483647 w 379"/>
                <a:gd name="T23" fmla="*/ 2147483647 h 378"/>
                <a:gd name="T24" fmla="*/ 2147483647 w 379"/>
                <a:gd name="T25" fmla="*/ 2147483647 h 378"/>
                <a:gd name="T26" fmla="*/ 2147483647 w 379"/>
                <a:gd name="T27" fmla="*/ 2147483647 h 378"/>
                <a:gd name="T28" fmla="*/ 2147483647 w 379"/>
                <a:gd name="T29" fmla="*/ 2147483647 h 378"/>
                <a:gd name="T30" fmla="*/ 2147483647 w 379"/>
                <a:gd name="T31" fmla="*/ 2147483647 h 378"/>
                <a:gd name="T32" fmla="*/ 2147483647 w 379"/>
                <a:gd name="T33" fmla="*/ 2147483647 h 378"/>
                <a:gd name="T34" fmla="*/ 2147483647 w 379"/>
                <a:gd name="T35" fmla="*/ 2147483647 h 378"/>
                <a:gd name="T36" fmla="*/ 2147483647 w 379"/>
                <a:gd name="T37" fmla="*/ 2147483647 h 378"/>
                <a:gd name="T38" fmla="*/ 2147483647 w 379"/>
                <a:gd name="T39" fmla="*/ 2147483647 h 378"/>
                <a:gd name="T40" fmla="*/ 2147483647 w 379"/>
                <a:gd name="T41" fmla="*/ 2147483647 h 378"/>
                <a:gd name="T42" fmla="*/ 2147483647 w 379"/>
                <a:gd name="T43" fmla="*/ 2147483647 h 378"/>
                <a:gd name="T44" fmla="*/ 2147483647 w 379"/>
                <a:gd name="T45" fmla="*/ 2147483647 h 378"/>
                <a:gd name="T46" fmla="*/ 2147483647 w 379"/>
                <a:gd name="T47" fmla="*/ 2147483647 h 378"/>
                <a:gd name="T48" fmla="*/ 2147483647 w 379"/>
                <a:gd name="T49" fmla="*/ 2147483647 h 378"/>
                <a:gd name="T50" fmla="*/ 2147483647 w 379"/>
                <a:gd name="T51" fmla="*/ 2147483647 h 378"/>
                <a:gd name="T52" fmla="*/ 2147483647 w 379"/>
                <a:gd name="T53" fmla="*/ 2147483647 h 378"/>
                <a:gd name="T54" fmla="*/ 2147483647 w 379"/>
                <a:gd name="T55" fmla="*/ 2147483647 h 378"/>
                <a:gd name="T56" fmla="*/ 2147483647 w 379"/>
                <a:gd name="T57" fmla="*/ 2147483647 h 378"/>
                <a:gd name="T58" fmla="*/ 2147483647 w 379"/>
                <a:gd name="T59" fmla="*/ 2147483647 h 378"/>
                <a:gd name="T60" fmla="*/ 2147483647 w 379"/>
                <a:gd name="T61" fmla="*/ 2147483647 h 378"/>
                <a:gd name="T62" fmla="*/ 2147483647 w 379"/>
                <a:gd name="T63" fmla="*/ 2147483647 h 378"/>
                <a:gd name="T64" fmla="*/ 2147483647 w 379"/>
                <a:gd name="T65" fmla="*/ 2147483647 h 378"/>
                <a:gd name="T66" fmla="*/ 2147483647 w 379"/>
                <a:gd name="T67" fmla="*/ 2147483647 h 378"/>
                <a:gd name="T68" fmla="*/ 2147483647 w 379"/>
                <a:gd name="T69" fmla="*/ 2147483647 h 378"/>
                <a:gd name="T70" fmla="*/ 2147483647 w 379"/>
                <a:gd name="T71" fmla="*/ 2147483647 h 378"/>
                <a:gd name="T72" fmla="*/ 2147483647 w 379"/>
                <a:gd name="T73" fmla="*/ 2147483647 h 378"/>
                <a:gd name="T74" fmla="*/ 2147483647 w 379"/>
                <a:gd name="T75" fmla="*/ 2147483647 h 378"/>
                <a:gd name="T76" fmla="*/ 2147483647 w 379"/>
                <a:gd name="T77" fmla="*/ 2147483647 h 378"/>
                <a:gd name="T78" fmla="*/ 2147483647 w 379"/>
                <a:gd name="T79" fmla="*/ 2147483647 h 37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79"/>
                <a:gd name="T121" fmla="*/ 0 h 378"/>
                <a:gd name="T122" fmla="*/ 379 w 379"/>
                <a:gd name="T123" fmla="*/ 378 h 37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79" h="378">
                  <a:moveTo>
                    <a:pt x="371" y="41"/>
                  </a:moveTo>
                  <a:cubicBezTo>
                    <a:pt x="375" y="41"/>
                    <a:pt x="379" y="37"/>
                    <a:pt x="379" y="32"/>
                  </a:cubicBezTo>
                  <a:cubicBezTo>
                    <a:pt x="379" y="25"/>
                    <a:pt x="379" y="25"/>
                    <a:pt x="379" y="25"/>
                  </a:cubicBezTo>
                  <a:cubicBezTo>
                    <a:pt x="379" y="11"/>
                    <a:pt x="368" y="0"/>
                    <a:pt x="354" y="0"/>
                  </a:cubicBezTo>
                  <a:cubicBezTo>
                    <a:pt x="24" y="0"/>
                    <a:pt x="24" y="0"/>
                    <a:pt x="24" y="0"/>
                  </a:cubicBezTo>
                  <a:cubicBezTo>
                    <a:pt x="11" y="0"/>
                    <a:pt x="0" y="11"/>
                    <a:pt x="0" y="25"/>
                  </a:cubicBezTo>
                  <a:cubicBezTo>
                    <a:pt x="0" y="236"/>
                    <a:pt x="0" y="236"/>
                    <a:pt x="0" y="236"/>
                  </a:cubicBezTo>
                  <a:cubicBezTo>
                    <a:pt x="0" y="250"/>
                    <a:pt x="11" y="261"/>
                    <a:pt x="24" y="261"/>
                  </a:cubicBezTo>
                  <a:cubicBezTo>
                    <a:pt x="94" y="261"/>
                    <a:pt x="94" y="261"/>
                    <a:pt x="94" y="261"/>
                  </a:cubicBezTo>
                  <a:cubicBezTo>
                    <a:pt x="92" y="268"/>
                    <a:pt x="90" y="276"/>
                    <a:pt x="90" y="285"/>
                  </a:cubicBezTo>
                  <a:cubicBezTo>
                    <a:pt x="90" y="358"/>
                    <a:pt x="90" y="358"/>
                    <a:pt x="90" y="358"/>
                  </a:cubicBezTo>
                  <a:cubicBezTo>
                    <a:pt x="90" y="366"/>
                    <a:pt x="96" y="378"/>
                    <a:pt x="111" y="378"/>
                  </a:cubicBezTo>
                  <a:cubicBezTo>
                    <a:pt x="268" y="378"/>
                    <a:pt x="268" y="378"/>
                    <a:pt x="268" y="378"/>
                  </a:cubicBezTo>
                  <a:cubicBezTo>
                    <a:pt x="276" y="378"/>
                    <a:pt x="288" y="372"/>
                    <a:pt x="288" y="358"/>
                  </a:cubicBezTo>
                  <a:cubicBezTo>
                    <a:pt x="288" y="285"/>
                    <a:pt x="288" y="285"/>
                    <a:pt x="288" y="285"/>
                  </a:cubicBezTo>
                  <a:cubicBezTo>
                    <a:pt x="288" y="276"/>
                    <a:pt x="287" y="268"/>
                    <a:pt x="284" y="261"/>
                  </a:cubicBezTo>
                  <a:cubicBezTo>
                    <a:pt x="354" y="261"/>
                    <a:pt x="354" y="261"/>
                    <a:pt x="354" y="261"/>
                  </a:cubicBezTo>
                  <a:cubicBezTo>
                    <a:pt x="368" y="261"/>
                    <a:pt x="379" y="250"/>
                    <a:pt x="379" y="236"/>
                  </a:cubicBezTo>
                  <a:cubicBezTo>
                    <a:pt x="379" y="65"/>
                    <a:pt x="379" y="65"/>
                    <a:pt x="379" y="65"/>
                  </a:cubicBezTo>
                  <a:cubicBezTo>
                    <a:pt x="379" y="60"/>
                    <a:pt x="375" y="56"/>
                    <a:pt x="371" y="56"/>
                  </a:cubicBezTo>
                  <a:cubicBezTo>
                    <a:pt x="366" y="56"/>
                    <a:pt x="362" y="60"/>
                    <a:pt x="362" y="65"/>
                  </a:cubicBezTo>
                  <a:cubicBezTo>
                    <a:pt x="362" y="236"/>
                    <a:pt x="362" y="236"/>
                    <a:pt x="362" y="236"/>
                  </a:cubicBezTo>
                  <a:cubicBezTo>
                    <a:pt x="362" y="241"/>
                    <a:pt x="359" y="244"/>
                    <a:pt x="354" y="244"/>
                  </a:cubicBezTo>
                  <a:cubicBezTo>
                    <a:pt x="276" y="244"/>
                    <a:pt x="276" y="244"/>
                    <a:pt x="276" y="244"/>
                  </a:cubicBezTo>
                  <a:cubicBezTo>
                    <a:pt x="268" y="231"/>
                    <a:pt x="256" y="222"/>
                    <a:pt x="245" y="215"/>
                  </a:cubicBezTo>
                  <a:cubicBezTo>
                    <a:pt x="260" y="200"/>
                    <a:pt x="270" y="180"/>
                    <a:pt x="270" y="157"/>
                  </a:cubicBezTo>
                  <a:cubicBezTo>
                    <a:pt x="270" y="112"/>
                    <a:pt x="234" y="76"/>
                    <a:pt x="189" y="76"/>
                  </a:cubicBezTo>
                  <a:cubicBezTo>
                    <a:pt x="145" y="76"/>
                    <a:pt x="108" y="112"/>
                    <a:pt x="108" y="157"/>
                  </a:cubicBezTo>
                  <a:cubicBezTo>
                    <a:pt x="108" y="180"/>
                    <a:pt x="118" y="200"/>
                    <a:pt x="133" y="215"/>
                  </a:cubicBezTo>
                  <a:cubicBezTo>
                    <a:pt x="123" y="222"/>
                    <a:pt x="111" y="231"/>
                    <a:pt x="102" y="244"/>
                  </a:cubicBezTo>
                  <a:cubicBezTo>
                    <a:pt x="24" y="244"/>
                    <a:pt x="24" y="244"/>
                    <a:pt x="24" y="244"/>
                  </a:cubicBezTo>
                  <a:cubicBezTo>
                    <a:pt x="20" y="244"/>
                    <a:pt x="16" y="241"/>
                    <a:pt x="16" y="236"/>
                  </a:cubicBezTo>
                  <a:cubicBezTo>
                    <a:pt x="16" y="25"/>
                    <a:pt x="16" y="25"/>
                    <a:pt x="16" y="25"/>
                  </a:cubicBezTo>
                  <a:cubicBezTo>
                    <a:pt x="16" y="20"/>
                    <a:pt x="20" y="16"/>
                    <a:pt x="24" y="16"/>
                  </a:cubicBezTo>
                  <a:cubicBezTo>
                    <a:pt x="354" y="16"/>
                    <a:pt x="354" y="16"/>
                    <a:pt x="354" y="16"/>
                  </a:cubicBezTo>
                  <a:cubicBezTo>
                    <a:pt x="359" y="16"/>
                    <a:pt x="362" y="20"/>
                    <a:pt x="362" y="25"/>
                  </a:cubicBezTo>
                  <a:cubicBezTo>
                    <a:pt x="362" y="32"/>
                    <a:pt x="362" y="32"/>
                    <a:pt x="362" y="32"/>
                  </a:cubicBezTo>
                  <a:cubicBezTo>
                    <a:pt x="362" y="37"/>
                    <a:pt x="366" y="41"/>
                    <a:pt x="371" y="41"/>
                  </a:cubicBezTo>
                  <a:close/>
                  <a:moveTo>
                    <a:pt x="124" y="157"/>
                  </a:moveTo>
                  <a:cubicBezTo>
                    <a:pt x="124" y="121"/>
                    <a:pt x="153" y="92"/>
                    <a:pt x="189" y="92"/>
                  </a:cubicBezTo>
                  <a:cubicBezTo>
                    <a:pt x="225" y="92"/>
                    <a:pt x="254" y="121"/>
                    <a:pt x="254" y="157"/>
                  </a:cubicBezTo>
                  <a:cubicBezTo>
                    <a:pt x="254" y="192"/>
                    <a:pt x="225" y="222"/>
                    <a:pt x="189" y="222"/>
                  </a:cubicBezTo>
                  <a:cubicBezTo>
                    <a:pt x="153" y="222"/>
                    <a:pt x="124" y="192"/>
                    <a:pt x="124" y="157"/>
                  </a:cubicBezTo>
                  <a:close/>
                  <a:moveTo>
                    <a:pt x="106" y="285"/>
                  </a:moveTo>
                  <a:cubicBezTo>
                    <a:pt x="106" y="253"/>
                    <a:pt x="130" y="234"/>
                    <a:pt x="147" y="226"/>
                  </a:cubicBezTo>
                  <a:cubicBezTo>
                    <a:pt x="160" y="233"/>
                    <a:pt x="174" y="238"/>
                    <a:pt x="189" y="238"/>
                  </a:cubicBezTo>
                  <a:cubicBezTo>
                    <a:pt x="205" y="238"/>
                    <a:pt x="219" y="233"/>
                    <a:pt x="231" y="226"/>
                  </a:cubicBezTo>
                  <a:cubicBezTo>
                    <a:pt x="248" y="234"/>
                    <a:pt x="272" y="252"/>
                    <a:pt x="272" y="285"/>
                  </a:cubicBezTo>
                  <a:cubicBezTo>
                    <a:pt x="272" y="358"/>
                    <a:pt x="272" y="358"/>
                    <a:pt x="272" y="358"/>
                  </a:cubicBezTo>
                  <a:cubicBezTo>
                    <a:pt x="272" y="359"/>
                    <a:pt x="272" y="362"/>
                    <a:pt x="268" y="362"/>
                  </a:cubicBezTo>
                  <a:cubicBezTo>
                    <a:pt x="255" y="362"/>
                    <a:pt x="255" y="362"/>
                    <a:pt x="255" y="362"/>
                  </a:cubicBezTo>
                  <a:cubicBezTo>
                    <a:pt x="255" y="277"/>
                    <a:pt x="255" y="277"/>
                    <a:pt x="255" y="277"/>
                  </a:cubicBezTo>
                  <a:cubicBezTo>
                    <a:pt x="255" y="273"/>
                    <a:pt x="252" y="269"/>
                    <a:pt x="247" y="269"/>
                  </a:cubicBezTo>
                  <a:cubicBezTo>
                    <a:pt x="243" y="269"/>
                    <a:pt x="239" y="273"/>
                    <a:pt x="239" y="277"/>
                  </a:cubicBezTo>
                  <a:cubicBezTo>
                    <a:pt x="239" y="362"/>
                    <a:pt x="239" y="362"/>
                    <a:pt x="239" y="362"/>
                  </a:cubicBezTo>
                  <a:cubicBezTo>
                    <a:pt x="139" y="362"/>
                    <a:pt x="139" y="362"/>
                    <a:pt x="139" y="362"/>
                  </a:cubicBezTo>
                  <a:cubicBezTo>
                    <a:pt x="139" y="277"/>
                    <a:pt x="139" y="277"/>
                    <a:pt x="139" y="277"/>
                  </a:cubicBezTo>
                  <a:cubicBezTo>
                    <a:pt x="139" y="273"/>
                    <a:pt x="136" y="269"/>
                    <a:pt x="131" y="269"/>
                  </a:cubicBezTo>
                  <a:cubicBezTo>
                    <a:pt x="127" y="269"/>
                    <a:pt x="123" y="273"/>
                    <a:pt x="123" y="277"/>
                  </a:cubicBezTo>
                  <a:cubicBezTo>
                    <a:pt x="123" y="362"/>
                    <a:pt x="123" y="362"/>
                    <a:pt x="123" y="362"/>
                  </a:cubicBezTo>
                  <a:cubicBezTo>
                    <a:pt x="111" y="362"/>
                    <a:pt x="111" y="362"/>
                    <a:pt x="111" y="362"/>
                  </a:cubicBezTo>
                  <a:cubicBezTo>
                    <a:pt x="109" y="362"/>
                    <a:pt x="107" y="362"/>
                    <a:pt x="106" y="358"/>
                  </a:cubicBezTo>
                  <a:lnTo>
                    <a:pt x="106" y="285"/>
                  </a:lnTo>
                  <a:close/>
                  <a:moveTo>
                    <a:pt x="287" y="176"/>
                  </a:moveTo>
                  <a:cubicBezTo>
                    <a:pt x="289" y="178"/>
                    <a:pt x="291" y="179"/>
                    <a:pt x="293" y="179"/>
                  </a:cubicBezTo>
                  <a:cubicBezTo>
                    <a:pt x="294" y="179"/>
                    <a:pt x="294" y="179"/>
                    <a:pt x="295" y="179"/>
                  </a:cubicBezTo>
                  <a:cubicBezTo>
                    <a:pt x="308" y="176"/>
                    <a:pt x="331" y="163"/>
                    <a:pt x="328" y="136"/>
                  </a:cubicBezTo>
                  <a:cubicBezTo>
                    <a:pt x="325" y="112"/>
                    <a:pt x="304" y="105"/>
                    <a:pt x="289" y="105"/>
                  </a:cubicBezTo>
                  <a:cubicBezTo>
                    <a:pt x="270" y="68"/>
                    <a:pt x="233" y="44"/>
                    <a:pt x="189" y="44"/>
                  </a:cubicBezTo>
                  <a:cubicBezTo>
                    <a:pt x="189" y="44"/>
                    <a:pt x="189" y="44"/>
                    <a:pt x="189" y="44"/>
                  </a:cubicBezTo>
                  <a:cubicBezTo>
                    <a:pt x="145" y="44"/>
                    <a:pt x="107" y="69"/>
                    <a:pt x="89" y="105"/>
                  </a:cubicBezTo>
                  <a:cubicBezTo>
                    <a:pt x="74" y="105"/>
                    <a:pt x="53" y="112"/>
                    <a:pt x="50" y="136"/>
                  </a:cubicBezTo>
                  <a:cubicBezTo>
                    <a:pt x="47" y="163"/>
                    <a:pt x="70" y="176"/>
                    <a:pt x="83" y="179"/>
                  </a:cubicBezTo>
                  <a:cubicBezTo>
                    <a:pt x="86" y="179"/>
                    <a:pt x="89" y="178"/>
                    <a:pt x="91" y="176"/>
                  </a:cubicBezTo>
                  <a:cubicBezTo>
                    <a:pt x="93" y="175"/>
                    <a:pt x="93" y="172"/>
                    <a:pt x="93" y="169"/>
                  </a:cubicBezTo>
                  <a:cubicBezTo>
                    <a:pt x="92" y="163"/>
                    <a:pt x="92" y="157"/>
                    <a:pt x="92" y="157"/>
                  </a:cubicBezTo>
                  <a:cubicBezTo>
                    <a:pt x="92" y="103"/>
                    <a:pt x="135" y="60"/>
                    <a:pt x="189" y="60"/>
                  </a:cubicBezTo>
                  <a:cubicBezTo>
                    <a:pt x="243" y="60"/>
                    <a:pt x="286" y="103"/>
                    <a:pt x="286" y="157"/>
                  </a:cubicBezTo>
                  <a:cubicBezTo>
                    <a:pt x="286" y="157"/>
                    <a:pt x="286" y="163"/>
                    <a:pt x="285" y="169"/>
                  </a:cubicBezTo>
                  <a:cubicBezTo>
                    <a:pt x="285" y="172"/>
                    <a:pt x="285" y="175"/>
                    <a:pt x="287" y="176"/>
                  </a:cubicBezTo>
                  <a:close/>
                </a:path>
              </a:pathLst>
            </a:custGeom>
            <a:blipFill dpi="0" rotWithShape="1">
              <a:blip r:embed="rId20"/>
              <a:srcRect/>
              <a:stretch>
                <a:fillRect/>
              </a:stretch>
            </a:blipFill>
            <a:ln w="9525">
              <a:noFill/>
              <a:round/>
              <a:headEnd/>
              <a:tailEnd/>
            </a:ln>
          </p:spPr>
          <p:txBody>
            <a:bodyPr/>
            <a:lstStyle/>
            <a:p>
              <a:endParaRPr lang="en-GB"/>
            </a:p>
          </p:txBody>
        </p:sp>
        <p:sp>
          <p:nvSpPr>
            <p:cNvPr id="31871" name="Freeform 3"/>
            <p:cNvSpPr>
              <a:spLocks noChangeAspect="1" noEditPoints="1"/>
            </p:cNvSpPr>
            <p:nvPr/>
          </p:nvSpPr>
          <p:spPr bwMode="auto">
            <a:xfrm>
              <a:off x="4202098" y="2727373"/>
              <a:ext cx="118285" cy="117162"/>
            </a:xfrm>
            <a:custGeom>
              <a:avLst/>
              <a:gdLst>
                <a:gd name="T0" fmla="*/ 2147483647 w 396"/>
                <a:gd name="T1" fmla="*/ 2147483647 h 377"/>
                <a:gd name="T2" fmla="*/ 2147483647 w 396"/>
                <a:gd name="T3" fmla="*/ 2147483647 h 377"/>
                <a:gd name="T4" fmla="*/ 2147483647 w 396"/>
                <a:gd name="T5" fmla="*/ 2147483647 h 377"/>
                <a:gd name="T6" fmla="*/ 2147483647 w 396"/>
                <a:gd name="T7" fmla="*/ 2147483647 h 377"/>
                <a:gd name="T8" fmla="*/ 2147483647 w 396"/>
                <a:gd name="T9" fmla="*/ 2147483647 h 377"/>
                <a:gd name="T10" fmla="*/ 2147483647 w 396"/>
                <a:gd name="T11" fmla="*/ 2147483647 h 377"/>
                <a:gd name="T12" fmla="*/ 2147483647 w 396"/>
                <a:gd name="T13" fmla="*/ 2147483647 h 377"/>
                <a:gd name="T14" fmla="*/ 2147483647 w 396"/>
                <a:gd name="T15" fmla="*/ 2147483647 h 377"/>
                <a:gd name="T16" fmla="*/ 2147483647 w 396"/>
                <a:gd name="T17" fmla="*/ 2147483647 h 377"/>
                <a:gd name="T18" fmla="*/ 2147483647 w 396"/>
                <a:gd name="T19" fmla="*/ 2147483647 h 377"/>
                <a:gd name="T20" fmla="*/ 2147483647 w 396"/>
                <a:gd name="T21" fmla="*/ 2147483647 h 377"/>
                <a:gd name="T22" fmla="*/ 2147483647 w 396"/>
                <a:gd name="T23" fmla="*/ 2147483647 h 377"/>
                <a:gd name="T24" fmla="*/ 2147483647 w 396"/>
                <a:gd name="T25" fmla="*/ 2147483647 h 377"/>
                <a:gd name="T26" fmla="*/ 2147483647 w 396"/>
                <a:gd name="T27" fmla="*/ 2147483647 h 377"/>
                <a:gd name="T28" fmla="*/ 2147483647 w 396"/>
                <a:gd name="T29" fmla="*/ 2147483647 h 377"/>
                <a:gd name="T30" fmla="*/ 2147483647 w 396"/>
                <a:gd name="T31" fmla="*/ 2147483647 h 377"/>
                <a:gd name="T32" fmla="*/ 2147483647 w 396"/>
                <a:gd name="T33" fmla="*/ 2147483647 h 377"/>
                <a:gd name="T34" fmla="*/ 2147483647 w 396"/>
                <a:gd name="T35" fmla="*/ 2147483647 h 377"/>
                <a:gd name="T36" fmla="*/ 2147483647 w 396"/>
                <a:gd name="T37" fmla="*/ 2147483647 h 377"/>
                <a:gd name="T38" fmla="*/ 2147483647 w 396"/>
                <a:gd name="T39" fmla="*/ 2147483647 h 377"/>
                <a:gd name="T40" fmla="*/ 2147483647 w 396"/>
                <a:gd name="T41" fmla="*/ 2147483647 h 377"/>
                <a:gd name="T42" fmla="*/ 2147483647 w 396"/>
                <a:gd name="T43" fmla="*/ 2147483647 h 377"/>
                <a:gd name="T44" fmla="*/ 2147483647 w 396"/>
                <a:gd name="T45" fmla="*/ 2147483647 h 377"/>
                <a:gd name="T46" fmla="*/ 2147483647 w 396"/>
                <a:gd name="T47" fmla="*/ 2147483647 h 377"/>
                <a:gd name="T48" fmla="*/ 2147483647 w 396"/>
                <a:gd name="T49" fmla="*/ 2147483647 h 377"/>
                <a:gd name="T50" fmla="*/ 2147483647 w 396"/>
                <a:gd name="T51" fmla="*/ 2147483647 h 377"/>
                <a:gd name="T52" fmla="*/ 2147483647 w 396"/>
                <a:gd name="T53" fmla="*/ 2147483647 h 377"/>
                <a:gd name="T54" fmla="*/ 2147483647 w 396"/>
                <a:gd name="T55" fmla="*/ 2147483647 h 377"/>
                <a:gd name="T56" fmla="*/ 2147483647 w 396"/>
                <a:gd name="T57" fmla="*/ 2147483647 h 377"/>
                <a:gd name="T58" fmla="*/ 2147483647 w 396"/>
                <a:gd name="T59" fmla="*/ 2147483647 h 377"/>
                <a:gd name="T60" fmla="*/ 2147483647 w 396"/>
                <a:gd name="T61" fmla="*/ 2147483647 h 377"/>
                <a:gd name="T62" fmla="*/ 2147483647 w 396"/>
                <a:gd name="T63" fmla="*/ 2147483647 h 377"/>
                <a:gd name="T64" fmla="*/ 2147483647 w 396"/>
                <a:gd name="T65" fmla="*/ 2147483647 h 377"/>
                <a:gd name="T66" fmla="*/ 2147483647 w 396"/>
                <a:gd name="T67" fmla="*/ 2147483647 h 377"/>
                <a:gd name="T68" fmla="*/ 2147483647 w 396"/>
                <a:gd name="T69" fmla="*/ 2147483647 h 377"/>
                <a:gd name="T70" fmla="*/ 2147483647 w 396"/>
                <a:gd name="T71" fmla="*/ 2147483647 h 377"/>
                <a:gd name="T72" fmla="*/ 2147483647 w 396"/>
                <a:gd name="T73" fmla="*/ 2147483647 h 377"/>
                <a:gd name="T74" fmla="*/ 2147483647 w 396"/>
                <a:gd name="T75" fmla="*/ 2147483647 h 377"/>
                <a:gd name="T76" fmla="*/ 2147483647 w 396"/>
                <a:gd name="T77" fmla="*/ 2147483647 h 377"/>
                <a:gd name="T78" fmla="*/ 2147483647 w 396"/>
                <a:gd name="T79" fmla="*/ 2147483647 h 377"/>
                <a:gd name="T80" fmla="*/ 2147483647 w 396"/>
                <a:gd name="T81" fmla="*/ 2147483647 h 377"/>
                <a:gd name="T82" fmla="*/ 2147483647 w 396"/>
                <a:gd name="T83" fmla="*/ 2147483647 h 377"/>
                <a:gd name="T84" fmla="*/ 2147483647 w 396"/>
                <a:gd name="T85" fmla="*/ 2147483647 h 377"/>
                <a:gd name="T86" fmla="*/ 2147483647 w 396"/>
                <a:gd name="T87" fmla="*/ 2147483647 h 377"/>
                <a:gd name="T88" fmla="*/ 2147483647 w 396"/>
                <a:gd name="T89" fmla="*/ 2147483647 h 377"/>
                <a:gd name="T90" fmla="*/ 2147483647 w 396"/>
                <a:gd name="T91" fmla="*/ 2147483647 h 377"/>
                <a:gd name="T92" fmla="*/ 2147483647 w 396"/>
                <a:gd name="T93" fmla="*/ 2147483647 h 377"/>
                <a:gd name="T94" fmla="*/ 2147483647 w 396"/>
                <a:gd name="T95" fmla="*/ 2147483647 h 377"/>
                <a:gd name="T96" fmla="*/ 2147483647 w 396"/>
                <a:gd name="T97" fmla="*/ 2147483647 h 377"/>
                <a:gd name="T98" fmla="*/ 2147483647 w 396"/>
                <a:gd name="T99" fmla="*/ 2147483647 h 377"/>
                <a:gd name="T100" fmla="*/ 2147483647 w 396"/>
                <a:gd name="T101" fmla="*/ 2147483647 h 377"/>
                <a:gd name="T102" fmla="*/ 2147483647 w 396"/>
                <a:gd name="T103" fmla="*/ 2147483647 h 377"/>
                <a:gd name="T104" fmla="*/ 2147483647 w 396"/>
                <a:gd name="T105" fmla="*/ 2147483647 h 377"/>
                <a:gd name="T106" fmla="*/ 2147483647 w 396"/>
                <a:gd name="T107" fmla="*/ 2147483647 h 377"/>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96"/>
                <a:gd name="T163" fmla="*/ 0 h 377"/>
                <a:gd name="T164" fmla="*/ 396 w 396"/>
                <a:gd name="T165" fmla="*/ 377 h 377"/>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96" h="377">
                  <a:moveTo>
                    <a:pt x="388" y="64"/>
                  </a:moveTo>
                  <a:cubicBezTo>
                    <a:pt x="392" y="64"/>
                    <a:pt x="396" y="60"/>
                    <a:pt x="396" y="56"/>
                  </a:cubicBezTo>
                  <a:cubicBezTo>
                    <a:pt x="396" y="39"/>
                    <a:pt x="396" y="39"/>
                    <a:pt x="396" y="39"/>
                  </a:cubicBezTo>
                  <a:cubicBezTo>
                    <a:pt x="396" y="28"/>
                    <a:pt x="389" y="19"/>
                    <a:pt x="377" y="17"/>
                  </a:cubicBezTo>
                  <a:cubicBezTo>
                    <a:pt x="279" y="0"/>
                    <a:pt x="211" y="31"/>
                    <a:pt x="204" y="35"/>
                  </a:cubicBezTo>
                  <a:cubicBezTo>
                    <a:pt x="201" y="36"/>
                    <a:pt x="200" y="37"/>
                    <a:pt x="198" y="37"/>
                  </a:cubicBezTo>
                  <a:cubicBezTo>
                    <a:pt x="197" y="37"/>
                    <a:pt x="195" y="36"/>
                    <a:pt x="193" y="35"/>
                  </a:cubicBezTo>
                  <a:cubicBezTo>
                    <a:pt x="185" y="31"/>
                    <a:pt x="118" y="0"/>
                    <a:pt x="19" y="17"/>
                  </a:cubicBezTo>
                  <a:cubicBezTo>
                    <a:pt x="7" y="19"/>
                    <a:pt x="1" y="28"/>
                    <a:pt x="1" y="39"/>
                  </a:cubicBezTo>
                  <a:cubicBezTo>
                    <a:pt x="1" y="254"/>
                    <a:pt x="1" y="254"/>
                    <a:pt x="1" y="254"/>
                  </a:cubicBezTo>
                  <a:cubicBezTo>
                    <a:pt x="1" y="261"/>
                    <a:pt x="3" y="267"/>
                    <a:pt x="7" y="270"/>
                  </a:cubicBezTo>
                  <a:cubicBezTo>
                    <a:pt x="9" y="273"/>
                    <a:pt x="14" y="275"/>
                    <a:pt x="21" y="275"/>
                  </a:cubicBezTo>
                  <a:cubicBezTo>
                    <a:pt x="109" y="270"/>
                    <a:pt x="178" y="292"/>
                    <a:pt x="190" y="296"/>
                  </a:cubicBezTo>
                  <a:cubicBezTo>
                    <a:pt x="193" y="297"/>
                    <a:pt x="196" y="297"/>
                    <a:pt x="198" y="297"/>
                  </a:cubicBezTo>
                  <a:cubicBezTo>
                    <a:pt x="201" y="297"/>
                    <a:pt x="203" y="297"/>
                    <a:pt x="206" y="296"/>
                  </a:cubicBezTo>
                  <a:cubicBezTo>
                    <a:pt x="219" y="292"/>
                    <a:pt x="287" y="270"/>
                    <a:pt x="375" y="275"/>
                  </a:cubicBezTo>
                  <a:cubicBezTo>
                    <a:pt x="382" y="275"/>
                    <a:pt x="387" y="273"/>
                    <a:pt x="390" y="270"/>
                  </a:cubicBezTo>
                  <a:cubicBezTo>
                    <a:pt x="394" y="267"/>
                    <a:pt x="396" y="261"/>
                    <a:pt x="396" y="254"/>
                  </a:cubicBezTo>
                  <a:cubicBezTo>
                    <a:pt x="396" y="88"/>
                    <a:pt x="396" y="88"/>
                    <a:pt x="396" y="88"/>
                  </a:cubicBezTo>
                  <a:cubicBezTo>
                    <a:pt x="396" y="83"/>
                    <a:pt x="392" y="80"/>
                    <a:pt x="388" y="80"/>
                  </a:cubicBezTo>
                  <a:cubicBezTo>
                    <a:pt x="383" y="80"/>
                    <a:pt x="380" y="83"/>
                    <a:pt x="380" y="88"/>
                  </a:cubicBezTo>
                  <a:cubicBezTo>
                    <a:pt x="380" y="254"/>
                    <a:pt x="380" y="254"/>
                    <a:pt x="380" y="254"/>
                  </a:cubicBezTo>
                  <a:cubicBezTo>
                    <a:pt x="380" y="257"/>
                    <a:pt x="379" y="258"/>
                    <a:pt x="379" y="258"/>
                  </a:cubicBezTo>
                  <a:cubicBezTo>
                    <a:pt x="379" y="258"/>
                    <a:pt x="378" y="259"/>
                    <a:pt x="376" y="259"/>
                  </a:cubicBezTo>
                  <a:cubicBezTo>
                    <a:pt x="285" y="254"/>
                    <a:pt x="214" y="276"/>
                    <a:pt x="201" y="281"/>
                  </a:cubicBezTo>
                  <a:cubicBezTo>
                    <a:pt x="199" y="282"/>
                    <a:pt x="197" y="282"/>
                    <a:pt x="196" y="281"/>
                  </a:cubicBezTo>
                  <a:cubicBezTo>
                    <a:pt x="182" y="276"/>
                    <a:pt x="111" y="254"/>
                    <a:pt x="20" y="259"/>
                  </a:cubicBezTo>
                  <a:cubicBezTo>
                    <a:pt x="18" y="259"/>
                    <a:pt x="17" y="258"/>
                    <a:pt x="17" y="258"/>
                  </a:cubicBezTo>
                  <a:cubicBezTo>
                    <a:pt x="17" y="258"/>
                    <a:pt x="17" y="257"/>
                    <a:pt x="17" y="254"/>
                  </a:cubicBezTo>
                  <a:cubicBezTo>
                    <a:pt x="17" y="39"/>
                    <a:pt x="17" y="39"/>
                    <a:pt x="17" y="39"/>
                  </a:cubicBezTo>
                  <a:cubicBezTo>
                    <a:pt x="17" y="35"/>
                    <a:pt x="18" y="34"/>
                    <a:pt x="22" y="33"/>
                  </a:cubicBezTo>
                  <a:cubicBezTo>
                    <a:pt x="115" y="16"/>
                    <a:pt x="179" y="46"/>
                    <a:pt x="186" y="49"/>
                  </a:cubicBezTo>
                  <a:cubicBezTo>
                    <a:pt x="192" y="52"/>
                    <a:pt x="195" y="53"/>
                    <a:pt x="195" y="53"/>
                  </a:cubicBezTo>
                  <a:cubicBezTo>
                    <a:pt x="197" y="54"/>
                    <a:pt x="199" y="54"/>
                    <a:pt x="201" y="53"/>
                  </a:cubicBezTo>
                  <a:cubicBezTo>
                    <a:pt x="201" y="53"/>
                    <a:pt x="205" y="52"/>
                    <a:pt x="211" y="49"/>
                  </a:cubicBezTo>
                  <a:cubicBezTo>
                    <a:pt x="217" y="46"/>
                    <a:pt x="281" y="16"/>
                    <a:pt x="375" y="33"/>
                  </a:cubicBezTo>
                  <a:cubicBezTo>
                    <a:pt x="378" y="34"/>
                    <a:pt x="380" y="35"/>
                    <a:pt x="380" y="39"/>
                  </a:cubicBezTo>
                  <a:cubicBezTo>
                    <a:pt x="380" y="56"/>
                    <a:pt x="380" y="56"/>
                    <a:pt x="380" y="56"/>
                  </a:cubicBezTo>
                  <a:cubicBezTo>
                    <a:pt x="380" y="60"/>
                    <a:pt x="383" y="64"/>
                    <a:pt x="388" y="64"/>
                  </a:cubicBezTo>
                  <a:moveTo>
                    <a:pt x="389" y="299"/>
                  </a:moveTo>
                  <a:cubicBezTo>
                    <a:pt x="295" y="291"/>
                    <a:pt x="221" y="314"/>
                    <a:pt x="201" y="321"/>
                  </a:cubicBezTo>
                  <a:cubicBezTo>
                    <a:pt x="199" y="321"/>
                    <a:pt x="197" y="321"/>
                    <a:pt x="196" y="321"/>
                  </a:cubicBezTo>
                  <a:cubicBezTo>
                    <a:pt x="175" y="314"/>
                    <a:pt x="101" y="291"/>
                    <a:pt x="8" y="299"/>
                  </a:cubicBezTo>
                  <a:cubicBezTo>
                    <a:pt x="3" y="300"/>
                    <a:pt x="0" y="304"/>
                    <a:pt x="1" y="308"/>
                  </a:cubicBezTo>
                  <a:cubicBezTo>
                    <a:pt x="1" y="313"/>
                    <a:pt x="5" y="316"/>
                    <a:pt x="9" y="315"/>
                  </a:cubicBezTo>
                  <a:cubicBezTo>
                    <a:pt x="99" y="307"/>
                    <a:pt x="171" y="329"/>
                    <a:pt x="190" y="336"/>
                  </a:cubicBezTo>
                  <a:cubicBezTo>
                    <a:pt x="193" y="337"/>
                    <a:pt x="196" y="337"/>
                    <a:pt x="198" y="337"/>
                  </a:cubicBezTo>
                  <a:cubicBezTo>
                    <a:pt x="201" y="337"/>
                    <a:pt x="203" y="337"/>
                    <a:pt x="206" y="336"/>
                  </a:cubicBezTo>
                  <a:cubicBezTo>
                    <a:pt x="226" y="329"/>
                    <a:pt x="297" y="307"/>
                    <a:pt x="387" y="315"/>
                  </a:cubicBezTo>
                  <a:cubicBezTo>
                    <a:pt x="392" y="316"/>
                    <a:pt x="395" y="313"/>
                    <a:pt x="396" y="308"/>
                  </a:cubicBezTo>
                  <a:cubicBezTo>
                    <a:pt x="396" y="304"/>
                    <a:pt x="393" y="300"/>
                    <a:pt x="389" y="299"/>
                  </a:cubicBezTo>
                  <a:moveTo>
                    <a:pt x="389" y="339"/>
                  </a:moveTo>
                  <a:cubicBezTo>
                    <a:pt x="295" y="331"/>
                    <a:pt x="221" y="354"/>
                    <a:pt x="200" y="361"/>
                  </a:cubicBezTo>
                  <a:cubicBezTo>
                    <a:pt x="199" y="361"/>
                    <a:pt x="197" y="361"/>
                    <a:pt x="196" y="361"/>
                  </a:cubicBezTo>
                  <a:cubicBezTo>
                    <a:pt x="176" y="354"/>
                    <a:pt x="101" y="331"/>
                    <a:pt x="8" y="339"/>
                  </a:cubicBezTo>
                  <a:cubicBezTo>
                    <a:pt x="3" y="340"/>
                    <a:pt x="0" y="344"/>
                    <a:pt x="1" y="348"/>
                  </a:cubicBezTo>
                  <a:cubicBezTo>
                    <a:pt x="1" y="352"/>
                    <a:pt x="5" y="356"/>
                    <a:pt x="9" y="355"/>
                  </a:cubicBezTo>
                  <a:cubicBezTo>
                    <a:pt x="100" y="347"/>
                    <a:pt x="171" y="369"/>
                    <a:pt x="191" y="376"/>
                  </a:cubicBezTo>
                  <a:cubicBezTo>
                    <a:pt x="193" y="377"/>
                    <a:pt x="196" y="377"/>
                    <a:pt x="198" y="377"/>
                  </a:cubicBezTo>
                  <a:cubicBezTo>
                    <a:pt x="201" y="377"/>
                    <a:pt x="203" y="377"/>
                    <a:pt x="206" y="376"/>
                  </a:cubicBezTo>
                  <a:cubicBezTo>
                    <a:pt x="225" y="369"/>
                    <a:pt x="297" y="347"/>
                    <a:pt x="387" y="355"/>
                  </a:cubicBezTo>
                  <a:cubicBezTo>
                    <a:pt x="392" y="356"/>
                    <a:pt x="395" y="352"/>
                    <a:pt x="396" y="348"/>
                  </a:cubicBezTo>
                  <a:cubicBezTo>
                    <a:pt x="396" y="344"/>
                    <a:pt x="393" y="340"/>
                    <a:pt x="389" y="339"/>
                  </a:cubicBezTo>
                  <a:moveTo>
                    <a:pt x="180" y="210"/>
                  </a:moveTo>
                  <a:cubicBezTo>
                    <a:pt x="170" y="220"/>
                    <a:pt x="170" y="236"/>
                    <a:pt x="180" y="246"/>
                  </a:cubicBezTo>
                  <a:cubicBezTo>
                    <a:pt x="190" y="256"/>
                    <a:pt x="206" y="256"/>
                    <a:pt x="216" y="246"/>
                  </a:cubicBezTo>
                  <a:cubicBezTo>
                    <a:pt x="226" y="236"/>
                    <a:pt x="226" y="220"/>
                    <a:pt x="216" y="210"/>
                  </a:cubicBezTo>
                  <a:cubicBezTo>
                    <a:pt x="206" y="200"/>
                    <a:pt x="190" y="200"/>
                    <a:pt x="180" y="210"/>
                  </a:cubicBezTo>
                  <a:moveTo>
                    <a:pt x="237" y="190"/>
                  </a:moveTo>
                  <a:cubicBezTo>
                    <a:pt x="239" y="190"/>
                    <a:pt x="241" y="189"/>
                    <a:pt x="243" y="187"/>
                  </a:cubicBezTo>
                  <a:cubicBezTo>
                    <a:pt x="246" y="184"/>
                    <a:pt x="246" y="179"/>
                    <a:pt x="243" y="176"/>
                  </a:cubicBezTo>
                  <a:cubicBezTo>
                    <a:pt x="230" y="164"/>
                    <a:pt x="214" y="158"/>
                    <a:pt x="198" y="158"/>
                  </a:cubicBezTo>
                  <a:cubicBezTo>
                    <a:pt x="182" y="158"/>
                    <a:pt x="166" y="164"/>
                    <a:pt x="154" y="176"/>
                  </a:cubicBezTo>
                  <a:cubicBezTo>
                    <a:pt x="151" y="179"/>
                    <a:pt x="151" y="184"/>
                    <a:pt x="154" y="187"/>
                  </a:cubicBezTo>
                  <a:cubicBezTo>
                    <a:pt x="157" y="191"/>
                    <a:pt x="162" y="191"/>
                    <a:pt x="165" y="187"/>
                  </a:cubicBezTo>
                  <a:cubicBezTo>
                    <a:pt x="174" y="178"/>
                    <a:pt x="186" y="174"/>
                    <a:pt x="198" y="174"/>
                  </a:cubicBezTo>
                  <a:cubicBezTo>
                    <a:pt x="210" y="174"/>
                    <a:pt x="222" y="178"/>
                    <a:pt x="231" y="187"/>
                  </a:cubicBezTo>
                  <a:cubicBezTo>
                    <a:pt x="233" y="189"/>
                    <a:pt x="235" y="190"/>
                    <a:pt x="237" y="190"/>
                  </a:cubicBezTo>
                  <a:moveTo>
                    <a:pt x="290" y="129"/>
                  </a:moveTo>
                  <a:cubicBezTo>
                    <a:pt x="291" y="131"/>
                    <a:pt x="293" y="132"/>
                    <a:pt x="295" y="132"/>
                  </a:cubicBezTo>
                  <a:cubicBezTo>
                    <a:pt x="298" y="132"/>
                    <a:pt x="300" y="131"/>
                    <a:pt x="301" y="129"/>
                  </a:cubicBezTo>
                  <a:cubicBezTo>
                    <a:pt x="304" y="126"/>
                    <a:pt x="304" y="121"/>
                    <a:pt x="301" y="118"/>
                  </a:cubicBezTo>
                  <a:cubicBezTo>
                    <a:pt x="296" y="113"/>
                    <a:pt x="291" y="109"/>
                    <a:pt x="286" y="105"/>
                  </a:cubicBezTo>
                  <a:cubicBezTo>
                    <a:pt x="284" y="103"/>
                    <a:pt x="282" y="102"/>
                    <a:pt x="281" y="101"/>
                  </a:cubicBezTo>
                  <a:cubicBezTo>
                    <a:pt x="277" y="98"/>
                    <a:pt x="272" y="99"/>
                    <a:pt x="269" y="103"/>
                  </a:cubicBezTo>
                  <a:cubicBezTo>
                    <a:pt x="267" y="106"/>
                    <a:pt x="268" y="111"/>
                    <a:pt x="272" y="114"/>
                  </a:cubicBezTo>
                  <a:cubicBezTo>
                    <a:pt x="273" y="115"/>
                    <a:pt x="275" y="116"/>
                    <a:pt x="276" y="118"/>
                  </a:cubicBezTo>
                  <a:cubicBezTo>
                    <a:pt x="281" y="121"/>
                    <a:pt x="286" y="125"/>
                    <a:pt x="290" y="129"/>
                  </a:cubicBezTo>
                  <a:moveTo>
                    <a:pt x="245" y="100"/>
                  </a:moveTo>
                  <a:cubicBezTo>
                    <a:pt x="249" y="102"/>
                    <a:pt x="254" y="100"/>
                    <a:pt x="255" y="95"/>
                  </a:cubicBezTo>
                  <a:cubicBezTo>
                    <a:pt x="257" y="91"/>
                    <a:pt x="255" y="87"/>
                    <a:pt x="251" y="85"/>
                  </a:cubicBezTo>
                  <a:cubicBezTo>
                    <a:pt x="234" y="79"/>
                    <a:pt x="216" y="75"/>
                    <a:pt x="198" y="75"/>
                  </a:cubicBezTo>
                  <a:cubicBezTo>
                    <a:pt x="159" y="75"/>
                    <a:pt x="123" y="90"/>
                    <a:pt x="95" y="118"/>
                  </a:cubicBezTo>
                  <a:cubicBezTo>
                    <a:pt x="92" y="121"/>
                    <a:pt x="92" y="126"/>
                    <a:pt x="95" y="129"/>
                  </a:cubicBezTo>
                  <a:cubicBezTo>
                    <a:pt x="97" y="131"/>
                    <a:pt x="99" y="132"/>
                    <a:pt x="101" y="132"/>
                  </a:cubicBezTo>
                  <a:cubicBezTo>
                    <a:pt x="103" y="132"/>
                    <a:pt x="105" y="131"/>
                    <a:pt x="107" y="129"/>
                  </a:cubicBezTo>
                  <a:cubicBezTo>
                    <a:pt x="131" y="105"/>
                    <a:pt x="164" y="91"/>
                    <a:pt x="198" y="91"/>
                  </a:cubicBezTo>
                  <a:cubicBezTo>
                    <a:pt x="214" y="91"/>
                    <a:pt x="230" y="94"/>
                    <a:pt x="245" y="100"/>
                  </a:cubicBezTo>
                  <a:moveTo>
                    <a:pt x="266" y="161"/>
                  </a:moveTo>
                  <a:cubicBezTo>
                    <a:pt x="268" y="161"/>
                    <a:pt x="270" y="160"/>
                    <a:pt x="272" y="159"/>
                  </a:cubicBezTo>
                  <a:cubicBezTo>
                    <a:pt x="275" y="155"/>
                    <a:pt x="275" y="150"/>
                    <a:pt x="272" y="147"/>
                  </a:cubicBezTo>
                  <a:cubicBezTo>
                    <a:pt x="251" y="127"/>
                    <a:pt x="225" y="117"/>
                    <a:pt x="198" y="117"/>
                  </a:cubicBezTo>
                  <a:cubicBezTo>
                    <a:pt x="172" y="117"/>
                    <a:pt x="145" y="127"/>
                    <a:pt x="125" y="147"/>
                  </a:cubicBezTo>
                  <a:cubicBezTo>
                    <a:pt x="122" y="150"/>
                    <a:pt x="122" y="155"/>
                    <a:pt x="125" y="159"/>
                  </a:cubicBezTo>
                  <a:cubicBezTo>
                    <a:pt x="128" y="162"/>
                    <a:pt x="133" y="162"/>
                    <a:pt x="136" y="159"/>
                  </a:cubicBezTo>
                  <a:cubicBezTo>
                    <a:pt x="136" y="159"/>
                    <a:pt x="136" y="159"/>
                    <a:pt x="136" y="159"/>
                  </a:cubicBezTo>
                  <a:cubicBezTo>
                    <a:pt x="153" y="141"/>
                    <a:pt x="176" y="133"/>
                    <a:pt x="198" y="133"/>
                  </a:cubicBezTo>
                  <a:cubicBezTo>
                    <a:pt x="221" y="133"/>
                    <a:pt x="243" y="141"/>
                    <a:pt x="260" y="159"/>
                  </a:cubicBezTo>
                  <a:cubicBezTo>
                    <a:pt x="262" y="160"/>
                    <a:pt x="264" y="161"/>
                    <a:pt x="266" y="161"/>
                  </a:cubicBezTo>
                </a:path>
              </a:pathLst>
            </a:custGeom>
            <a:blipFill dpi="0" rotWithShape="1">
              <a:blip r:embed="rId40"/>
              <a:srcRect/>
              <a:stretch>
                <a:fillRect/>
              </a:stretch>
            </a:blipFill>
            <a:ln w="9525">
              <a:noFill/>
              <a:round/>
              <a:headEnd/>
              <a:tailEnd/>
            </a:ln>
          </p:spPr>
          <p:txBody>
            <a:bodyPr/>
            <a:lstStyle/>
            <a:p>
              <a:endParaRPr lang="en-GB"/>
            </a:p>
          </p:txBody>
        </p:sp>
        <p:sp>
          <p:nvSpPr>
            <p:cNvPr id="31872" name="Freeform 3"/>
            <p:cNvSpPr>
              <a:spLocks noChangeAspect="1" noEditPoints="1"/>
            </p:cNvSpPr>
            <p:nvPr/>
          </p:nvSpPr>
          <p:spPr bwMode="auto">
            <a:xfrm>
              <a:off x="3070174" y="3024372"/>
              <a:ext cx="128406" cy="106905"/>
            </a:xfrm>
            <a:custGeom>
              <a:avLst/>
              <a:gdLst>
                <a:gd name="T0" fmla="*/ 2147483647 w 430"/>
                <a:gd name="T1" fmla="*/ 2147483647 h 344"/>
                <a:gd name="T2" fmla="*/ 2147483647 w 430"/>
                <a:gd name="T3" fmla="*/ 2147483647 h 344"/>
                <a:gd name="T4" fmla="*/ 2147483647 w 430"/>
                <a:gd name="T5" fmla="*/ 2147483647 h 344"/>
                <a:gd name="T6" fmla="*/ 2147483647 w 430"/>
                <a:gd name="T7" fmla="*/ 2147483647 h 344"/>
                <a:gd name="T8" fmla="*/ 2147483647 w 430"/>
                <a:gd name="T9" fmla="*/ 2147483647 h 344"/>
                <a:gd name="T10" fmla="*/ 2147483647 w 430"/>
                <a:gd name="T11" fmla="*/ 2147483647 h 344"/>
                <a:gd name="T12" fmla="*/ 2147483647 w 430"/>
                <a:gd name="T13" fmla="*/ 2147483647 h 344"/>
                <a:gd name="T14" fmla="*/ 2147483647 w 430"/>
                <a:gd name="T15" fmla="*/ 2147483647 h 344"/>
                <a:gd name="T16" fmla="*/ 2147483647 w 430"/>
                <a:gd name="T17" fmla="*/ 2147483647 h 344"/>
                <a:gd name="T18" fmla="*/ 2147483647 w 430"/>
                <a:gd name="T19" fmla="*/ 2147483647 h 344"/>
                <a:gd name="T20" fmla="*/ 2147483647 w 430"/>
                <a:gd name="T21" fmla="*/ 2147483647 h 344"/>
                <a:gd name="T22" fmla="*/ 2147483647 w 430"/>
                <a:gd name="T23" fmla="*/ 2147483647 h 344"/>
                <a:gd name="T24" fmla="*/ 2147483647 w 430"/>
                <a:gd name="T25" fmla="*/ 2147483647 h 344"/>
                <a:gd name="T26" fmla="*/ 2147483647 w 430"/>
                <a:gd name="T27" fmla="*/ 2147483647 h 344"/>
                <a:gd name="T28" fmla="*/ 2147483647 w 430"/>
                <a:gd name="T29" fmla="*/ 2147483647 h 344"/>
                <a:gd name="T30" fmla="*/ 2147483647 w 430"/>
                <a:gd name="T31" fmla="*/ 2147483647 h 344"/>
                <a:gd name="T32" fmla="*/ 2147483647 w 430"/>
                <a:gd name="T33" fmla="*/ 2147483647 h 344"/>
                <a:gd name="T34" fmla="*/ 2147483647 w 430"/>
                <a:gd name="T35" fmla="*/ 2147483647 h 344"/>
                <a:gd name="T36" fmla="*/ 2147483647 w 430"/>
                <a:gd name="T37" fmla="*/ 2147483647 h 344"/>
                <a:gd name="T38" fmla="*/ 2147483647 w 430"/>
                <a:gd name="T39" fmla="*/ 2147483647 h 344"/>
                <a:gd name="T40" fmla="*/ 2147483647 w 430"/>
                <a:gd name="T41" fmla="*/ 2147483647 h 344"/>
                <a:gd name="T42" fmla="*/ 2147483647 w 430"/>
                <a:gd name="T43" fmla="*/ 2147483647 h 344"/>
                <a:gd name="T44" fmla="*/ 2147483647 w 430"/>
                <a:gd name="T45" fmla="*/ 0 h 344"/>
                <a:gd name="T46" fmla="*/ 0 w 430"/>
                <a:gd name="T47" fmla="*/ 2147483647 h 344"/>
                <a:gd name="T48" fmla="*/ 2147483647 w 430"/>
                <a:gd name="T49" fmla="*/ 2147483647 h 344"/>
                <a:gd name="T50" fmla="*/ 2147483647 w 430"/>
                <a:gd name="T51" fmla="*/ 2147483647 h 344"/>
                <a:gd name="T52" fmla="*/ 2147483647 w 430"/>
                <a:gd name="T53" fmla="*/ 2147483647 h 344"/>
                <a:gd name="T54" fmla="*/ 2147483647 w 430"/>
                <a:gd name="T55" fmla="*/ 2147483647 h 344"/>
                <a:gd name="T56" fmla="*/ 2147483647 w 430"/>
                <a:gd name="T57" fmla="*/ 2147483647 h 344"/>
                <a:gd name="T58" fmla="*/ 2147483647 w 430"/>
                <a:gd name="T59" fmla="*/ 2147483647 h 344"/>
                <a:gd name="T60" fmla="*/ 2147483647 w 430"/>
                <a:gd name="T61" fmla="*/ 2147483647 h 344"/>
                <a:gd name="T62" fmla="*/ 2147483647 w 430"/>
                <a:gd name="T63" fmla="*/ 2147483647 h 344"/>
                <a:gd name="T64" fmla="*/ 2147483647 w 430"/>
                <a:gd name="T65" fmla="*/ 2147483647 h 344"/>
                <a:gd name="T66" fmla="*/ 2147483647 w 430"/>
                <a:gd name="T67" fmla="*/ 2147483647 h 344"/>
                <a:gd name="T68" fmla="*/ 2147483647 w 430"/>
                <a:gd name="T69" fmla="*/ 2147483647 h 344"/>
                <a:gd name="T70" fmla="*/ 2147483647 w 430"/>
                <a:gd name="T71" fmla="*/ 2147483647 h 344"/>
                <a:gd name="T72" fmla="*/ 2147483647 w 430"/>
                <a:gd name="T73" fmla="*/ 2147483647 h 344"/>
                <a:gd name="T74" fmla="*/ 2147483647 w 430"/>
                <a:gd name="T75" fmla="*/ 2147483647 h 344"/>
                <a:gd name="T76" fmla="*/ 2147483647 w 430"/>
                <a:gd name="T77" fmla="*/ 2147483647 h 34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430"/>
                <a:gd name="T118" fmla="*/ 0 h 344"/>
                <a:gd name="T119" fmla="*/ 430 w 430"/>
                <a:gd name="T120" fmla="*/ 344 h 344"/>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430" h="344">
                  <a:moveTo>
                    <a:pt x="177" y="99"/>
                  </a:moveTo>
                  <a:cubicBezTo>
                    <a:pt x="177" y="90"/>
                    <a:pt x="169" y="82"/>
                    <a:pt x="160" y="82"/>
                  </a:cubicBezTo>
                  <a:cubicBezTo>
                    <a:pt x="139" y="82"/>
                    <a:pt x="139" y="82"/>
                    <a:pt x="139" y="82"/>
                  </a:cubicBezTo>
                  <a:cubicBezTo>
                    <a:pt x="130" y="82"/>
                    <a:pt x="122" y="90"/>
                    <a:pt x="122" y="99"/>
                  </a:cubicBezTo>
                  <a:cubicBezTo>
                    <a:pt x="122" y="118"/>
                    <a:pt x="122" y="118"/>
                    <a:pt x="122" y="118"/>
                  </a:cubicBezTo>
                  <a:cubicBezTo>
                    <a:pt x="122" y="128"/>
                    <a:pt x="130" y="135"/>
                    <a:pt x="139" y="135"/>
                  </a:cubicBezTo>
                  <a:cubicBezTo>
                    <a:pt x="160" y="135"/>
                    <a:pt x="160" y="135"/>
                    <a:pt x="160" y="135"/>
                  </a:cubicBezTo>
                  <a:cubicBezTo>
                    <a:pt x="169" y="135"/>
                    <a:pt x="177" y="128"/>
                    <a:pt x="177" y="118"/>
                  </a:cubicBezTo>
                  <a:lnTo>
                    <a:pt x="177" y="99"/>
                  </a:lnTo>
                  <a:close/>
                  <a:moveTo>
                    <a:pt x="79" y="82"/>
                  </a:moveTo>
                  <a:cubicBezTo>
                    <a:pt x="59" y="82"/>
                    <a:pt x="59" y="82"/>
                    <a:pt x="59" y="82"/>
                  </a:cubicBezTo>
                  <a:cubicBezTo>
                    <a:pt x="50" y="82"/>
                    <a:pt x="42" y="90"/>
                    <a:pt x="42" y="99"/>
                  </a:cubicBezTo>
                  <a:cubicBezTo>
                    <a:pt x="42" y="118"/>
                    <a:pt x="42" y="118"/>
                    <a:pt x="42" y="118"/>
                  </a:cubicBezTo>
                  <a:cubicBezTo>
                    <a:pt x="42" y="128"/>
                    <a:pt x="50" y="135"/>
                    <a:pt x="59" y="135"/>
                  </a:cubicBezTo>
                  <a:cubicBezTo>
                    <a:pt x="79" y="135"/>
                    <a:pt x="79" y="135"/>
                    <a:pt x="79" y="135"/>
                  </a:cubicBezTo>
                  <a:cubicBezTo>
                    <a:pt x="89" y="135"/>
                    <a:pt x="96" y="128"/>
                    <a:pt x="96" y="118"/>
                  </a:cubicBezTo>
                  <a:cubicBezTo>
                    <a:pt x="96" y="99"/>
                    <a:pt x="96" y="99"/>
                    <a:pt x="96" y="99"/>
                  </a:cubicBezTo>
                  <a:cubicBezTo>
                    <a:pt x="96" y="90"/>
                    <a:pt x="89" y="82"/>
                    <a:pt x="79" y="82"/>
                  </a:cubicBezTo>
                  <a:moveTo>
                    <a:pt x="414" y="87"/>
                  </a:moveTo>
                  <a:cubicBezTo>
                    <a:pt x="398" y="87"/>
                    <a:pt x="398" y="87"/>
                    <a:pt x="398" y="87"/>
                  </a:cubicBezTo>
                  <a:cubicBezTo>
                    <a:pt x="398" y="87"/>
                    <a:pt x="398" y="87"/>
                    <a:pt x="398" y="87"/>
                  </a:cubicBezTo>
                  <a:cubicBezTo>
                    <a:pt x="398" y="17"/>
                    <a:pt x="398" y="17"/>
                    <a:pt x="398" y="17"/>
                  </a:cubicBezTo>
                  <a:cubicBezTo>
                    <a:pt x="398" y="8"/>
                    <a:pt x="391" y="1"/>
                    <a:pt x="382" y="1"/>
                  </a:cubicBezTo>
                  <a:cubicBezTo>
                    <a:pt x="374" y="1"/>
                    <a:pt x="374" y="1"/>
                    <a:pt x="374" y="1"/>
                  </a:cubicBezTo>
                  <a:cubicBezTo>
                    <a:pt x="365" y="1"/>
                    <a:pt x="358" y="8"/>
                    <a:pt x="358" y="17"/>
                  </a:cubicBezTo>
                  <a:cubicBezTo>
                    <a:pt x="358" y="87"/>
                    <a:pt x="358" y="87"/>
                    <a:pt x="358" y="87"/>
                  </a:cubicBezTo>
                  <a:cubicBezTo>
                    <a:pt x="358" y="87"/>
                    <a:pt x="358" y="87"/>
                    <a:pt x="358" y="87"/>
                  </a:cubicBezTo>
                  <a:cubicBezTo>
                    <a:pt x="327" y="87"/>
                    <a:pt x="327" y="87"/>
                    <a:pt x="327" y="87"/>
                  </a:cubicBezTo>
                  <a:cubicBezTo>
                    <a:pt x="327" y="87"/>
                    <a:pt x="327" y="87"/>
                    <a:pt x="327" y="87"/>
                  </a:cubicBezTo>
                  <a:cubicBezTo>
                    <a:pt x="327" y="17"/>
                    <a:pt x="327" y="17"/>
                    <a:pt x="327" y="17"/>
                  </a:cubicBezTo>
                  <a:cubicBezTo>
                    <a:pt x="327" y="8"/>
                    <a:pt x="320" y="1"/>
                    <a:pt x="311" y="1"/>
                  </a:cubicBezTo>
                  <a:cubicBezTo>
                    <a:pt x="303" y="1"/>
                    <a:pt x="303" y="1"/>
                    <a:pt x="303" y="1"/>
                  </a:cubicBezTo>
                  <a:cubicBezTo>
                    <a:pt x="294" y="1"/>
                    <a:pt x="287" y="8"/>
                    <a:pt x="287" y="17"/>
                  </a:cubicBezTo>
                  <a:cubicBezTo>
                    <a:pt x="287" y="87"/>
                    <a:pt x="287" y="87"/>
                    <a:pt x="287" y="87"/>
                  </a:cubicBezTo>
                  <a:cubicBezTo>
                    <a:pt x="287" y="87"/>
                    <a:pt x="287" y="87"/>
                    <a:pt x="287" y="87"/>
                  </a:cubicBezTo>
                  <a:cubicBezTo>
                    <a:pt x="270" y="87"/>
                    <a:pt x="270" y="87"/>
                    <a:pt x="270" y="87"/>
                  </a:cubicBezTo>
                  <a:cubicBezTo>
                    <a:pt x="261" y="87"/>
                    <a:pt x="254" y="94"/>
                    <a:pt x="254" y="103"/>
                  </a:cubicBezTo>
                  <a:cubicBezTo>
                    <a:pt x="254" y="131"/>
                    <a:pt x="254" y="131"/>
                    <a:pt x="254" y="131"/>
                  </a:cubicBezTo>
                  <a:cubicBezTo>
                    <a:pt x="254" y="180"/>
                    <a:pt x="293" y="219"/>
                    <a:pt x="341" y="220"/>
                  </a:cubicBezTo>
                  <a:cubicBezTo>
                    <a:pt x="339" y="280"/>
                    <a:pt x="290" y="328"/>
                    <a:pt x="229" y="328"/>
                  </a:cubicBezTo>
                  <a:cubicBezTo>
                    <a:pt x="168" y="328"/>
                    <a:pt x="118" y="279"/>
                    <a:pt x="117" y="218"/>
                  </a:cubicBezTo>
                  <a:cubicBezTo>
                    <a:pt x="185" y="218"/>
                    <a:pt x="185" y="218"/>
                    <a:pt x="185" y="218"/>
                  </a:cubicBezTo>
                  <a:cubicBezTo>
                    <a:pt x="203" y="218"/>
                    <a:pt x="219" y="202"/>
                    <a:pt x="219" y="184"/>
                  </a:cubicBezTo>
                  <a:cubicBezTo>
                    <a:pt x="219" y="34"/>
                    <a:pt x="219" y="34"/>
                    <a:pt x="219" y="34"/>
                  </a:cubicBezTo>
                  <a:cubicBezTo>
                    <a:pt x="219" y="15"/>
                    <a:pt x="203" y="0"/>
                    <a:pt x="185" y="0"/>
                  </a:cubicBezTo>
                  <a:cubicBezTo>
                    <a:pt x="34" y="0"/>
                    <a:pt x="34" y="0"/>
                    <a:pt x="34" y="0"/>
                  </a:cubicBezTo>
                  <a:cubicBezTo>
                    <a:pt x="15" y="0"/>
                    <a:pt x="0" y="15"/>
                    <a:pt x="0" y="34"/>
                  </a:cubicBezTo>
                  <a:cubicBezTo>
                    <a:pt x="0" y="184"/>
                    <a:pt x="0" y="184"/>
                    <a:pt x="0" y="184"/>
                  </a:cubicBezTo>
                  <a:cubicBezTo>
                    <a:pt x="0" y="202"/>
                    <a:pt x="15" y="218"/>
                    <a:pt x="34" y="218"/>
                  </a:cubicBezTo>
                  <a:cubicBezTo>
                    <a:pt x="101" y="218"/>
                    <a:pt x="101" y="218"/>
                    <a:pt x="101" y="218"/>
                  </a:cubicBezTo>
                  <a:cubicBezTo>
                    <a:pt x="102" y="287"/>
                    <a:pt x="159" y="344"/>
                    <a:pt x="229" y="344"/>
                  </a:cubicBezTo>
                  <a:cubicBezTo>
                    <a:pt x="299" y="344"/>
                    <a:pt x="356" y="288"/>
                    <a:pt x="357" y="218"/>
                  </a:cubicBezTo>
                  <a:cubicBezTo>
                    <a:pt x="390" y="213"/>
                    <a:pt x="418" y="188"/>
                    <a:pt x="427" y="155"/>
                  </a:cubicBezTo>
                  <a:cubicBezTo>
                    <a:pt x="428" y="151"/>
                    <a:pt x="426" y="147"/>
                    <a:pt x="422" y="145"/>
                  </a:cubicBezTo>
                  <a:cubicBezTo>
                    <a:pt x="417" y="144"/>
                    <a:pt x="413" y="147"/>
                    <a:pt x="412" y="151"/>
                  </a:cubicBezTo>
                  <a:cubicBezTo>
                    <a:pt x="403" y="182"/>
                    <a:pt x="374" y="204"/>
                    <a:pt x="342" y="204"/>
                  </a:cubicBezTo>
                  <a:cubicBezTo>
                    <a:pt x="302" y="204"/>
                    <a:pt x="270" y="171"/>
                    <a:pt x="270" y="131"/>
                  </a:cubicBezTo>
                  <a:cubicBezTo>
                    <a:pt x="270" y="103"/>
                    <a:pt x="270" y="103"/>
                    <a:pt x="270" y="103"/>
                  </a:cubicBezTo>
                  <a:cubicBezTo>
                    <a:pt x="414" y="103"/>
                    <a:pt x="414" y="103"/>
                    <a:pt x="414" y="103"/>
                  </a:cubicBezTo>
                  <a:cubicBezTo>
                    <a:pt x="414" y="121"/>
                    <a:pt x="414" y="121"/>
                    <a:pt x="414" y="121"/>
                  </a:cubicBezTo>
                  <a:cubicBezTo>
                    <a:pt x="414" y="126"/>
                    <a:pt x="418" y="129"/>
                    <a:pt x="422" y="129"/>
                  </a:cubicBezTo>
                  <a:cubicBezTo>
                    <a:pt x="427" y="129"/>
                    <a:pt x="430" y="126"/>
                    <a:pt x="430" y="121"/>
                  </a:cubicBezTo>
                  <a:cubicBezTo>
                    <a:pt x="430" y="103"/>
                    <a:pt x="430" y="103"/>
                    <a:pt x="430" y="103"/>
                  </a:cubicBezTo>
                  <a:cubicBezTo>
                    <a:pt x="430" y="94"/>
                    <a:pt x="423" y="87"/>
                    <a:pt x="414" y="87"/>
                  </a:cubicBezTo>
                  <a:moveTo>
                    <a:pt x="17" y="109"/>
                  </a:moveTo>
                  <a:cubicBezTo>
                    <a:pt x="17" y="58"/>
                    <a:pt x="58" y="16"/>
                    <a:pt x="109" y="16"/>
                  </a:cubicBezTo>
                  <a:cubicBezTo>
                    <a:pt x="161" y="16"/>
                    <a:pt x="202" y="58"/>
                    <a:pt x="202" y="109"/>
                  </a:cubicBezTo>
                  <a:cubicBezTo>
                    <a:pt x="202" y="160"/>
                    <a:pt x="161" y="201"/>
                    <a:pt x="109" y="201"/>
                  </a:cubicBezTo>
                  <a:cubicBezTo>
                    <a:pt x="58" y="201"/>
                    <a:pt x="17" y="160"/>
                    <a:pt x="17" y="109"/>
                  </a:cubicBezTo>
                  <a:moveTo>
                    <a:pt x="311" y="87"/>
                  </a:moveTo>
                  <a:cubicBezTo>
                    <a:pt x="303" y="87"/>
                    <a:pt x="303" y="87"/>
                    <a:pt x="303" y="87"/>
                  </a:cubicBezTo>
                  <a:cubicBezTo>
                    <a:pt x="303" y="17"/>
                    <a:pt x="303" y="17"/>
                    <a:pt x="303" y="17"/>
                  </a:cubicBezTo>
                  <a:cubicBezTo>
                    <a:pt x="311" y="17"/>
                    <a:pt x="311" y="17"/>
                    <a:pt x="311" y="17"/>
                  </a:cubicBezTo>
                  <a:lnTo>
                    <a:pt x="311" y="87"/>
                  </a:lnTo>
                  <a:close/>
                  <a:moveTo>
                    <a:pt x="382" y="87"/>
                  </a:moveTo>
                  <a:cubicBezTo>
                    <a:pt x="374" y="87"/>
                    <a:pt x="374" y="87"/>
                    <a:pt x="374" y="87"/>
                  </a:cubicBezTo>
                  <a:cubicBezTo>
                    <a:pt x="374" y="17"/>
                    <a:pt x="374" y="17"/>
                    <a:pt x="374" y="17"/>
                  </a:cubicBezTo>
                  <a:cubicBezTo>
                    <a:pt x="382" y="17"/>
                    <a:pt x="382" y="17"/>
                    <a:pt x="382" y="17"/>
                  </a:cubicBezTo>
                  <a:lnTo>
                    <a:pt x="382" y="87"/>
                  </a:lnTo>
                  <a:close/>
                </a:path>
              </a:pathLst>
            </a:custGeom>
            <a:blipFill dpi="0" rotWithShape="1">
              <a:blip r:embed="rId22"/>
              <a:srcRect/>
              <a:stretch>
                <a:fillRect/>
              </a:stretch>
            </a:blipFill>
            <a:ln w="9525">
              <a:noFill/>
              <a:round/>
              <a:headEnd/>
              <a:tailEnd/>
            </a:ln>
          </p:spPr>
          <p:txBody>
            <a:bodyPr/>
            <a:lstStyle/>
            <a:p>
              <a:endParaRPr lang="en-GB"/>
            </a:p>
          </p:txBody>
        </p:sp>
        <p:sp>
          <p:nvSpPr>
            <p:cNvPr id="31873" name="Freeform 3"/>
            <p:cNvSpPr>
              <a:spLocks noChangeAspect="1" noEditPoints="1"/>
            </p:cNvSpPr>
            <p:nvPr/>
          </p:nvSpPr>
          <p:spPr bwMode="auto">
            <a:xfrm>
              <a:off x="3913528" y="3047122"/>
              <a:ext cx="135110" cy="92046"/>
            </a:xfrm>
            <a:custGeom>
              <a:avLst/>
              <a:gdLst>
                <a:gd name="T0" fmla="*/ 2147483647 w 452"/>
                <a:gd name="T1" fmla="*/ 2147483647 h 296"/>
                <a:gd name="T2" fmla="*/ 2147483647 w 452"/>
                <a:gd name="T3" fmla="*/ 2147483647 h 296"/>
                <a:gd name="T4" fmla="*/ 2147483647 w 452"/>
                <a:gd name="T5" fmla="*/ 2147483647 h 296"/>
                <a:gd name="T6" fmla="*/ 2147483647 w 452"/>
                <a:gd name="T7" fmla="*/ 2147483647 h 296"/>
                <a:gd name="T8" fmla="*/ 2147483647 w 452"/>
                <a:gd name="T9" fmla="*/ 2147483647 h 296"/>
                <a:gd name="T10" fmla="*/ 2147483647 w 452"/>
                <a:gd name="T11" fmla="*/ 2147483647 h 296"/>
                <a:gd name="T12" fmla="*/ 2147483647 w 452"/>
                <a:gd name="T13" fmla="*/ 2147483647 h 296"/>
                <a:gd name="T14" fmla="*/ 2147483647 w 452"/>
                <a:gd name="T15" fmla="*/ 2147483647 h 296"/>
                <a:gd name="T16" fmla="*/ 2147483647 w 452"/>
                <a:gd name="T17" fmla="*/ 0 h 296"/>
                <a:gd name="T18" fmla="*/ 2147483647 w 452"/>
                <a:gd name="T19" fmla="*/ 2147483647 h 296"/>
                <a:gd name="T20" fmla="*/ 2147483647 w 452"/>
                <a:gd name="T21" fmla="*/ 2147483647 h 296"/>
                <a:gd name="T22" fmla="*/ 2147483647 w 452"/>
                <a:gd name="T23" fmla="*/ 2147483647 h 296"/>
                <a:gd name="T24" fmla="*/ 0 w 452"/>
                <a:gd name="T25" fmla="*/ 2147483647 h 296"/>
                <a:gd name="T26" fmla="*/ 2147483647 w 452"/>
                <a:gd name="T27" fmla="*/ 2147483647 h 296"/>
                <a:gd name="T28" fmla="*/ 2147483647 w 452"/>
                <a:gd name="T29" fmla="*/ 2147483647 h 296"/>
                <a:gd name="T30" fmla="*/ 2147483647 w 452"/>
                <a:gd name="T31" fmla="*/ 2147483647 h 296"/>
                <a:gd name="T32" fmla="*/ 2147483647 w 452"/>
                <a:gd name="T33" fmla="*/ 2147483647 h 296"/>
                <a:gd name="T34" fmla="*/ 2147483647 w 452"/>
                <a:gd name="T35" fmla="*/ 2147483647 h 296"/>
                <a:gd name="T36" fmla="*/ 2147483647 w 452"/>
                <a:gd name="T37" fmla="*/ 2147483647 h 296"/>
                <a:gd name="T38" fmla="*/ 2147483647 w 452"/>
                <a:gd name="T39" fmla="*/ 2147483647 h 296"/>
                <a:gd name="T40" fmla="*/ 2147483647 w 452"/>
                <a:gd name="T41" fmla="*/ 2147483647 h 296"/>
                <a:gd name="T42" fmla="*/ 2147483647 w 452"/>
                <a:gd name="T43" fmla="*/ 2147483647 h 296"/>
                <a:gd name="T44" fmla="*/ 2147483647 w 452"/>
                <a:gd name="T45" fmla="*/ 2147483647 h 296"/>
                <a:gd name="T46" fmla="*/ 2147483647 w 452"/>
                <a:gd name="T47" fmla="*/ 2147483647 h 296"/>
                <a:gd name="T48" fmla="*/ 2147483647 w 452"/>
                <a:gd name="T49" fmla="*/ 2147483647 h 296"/>
                <a:gd name="T50" fmla="*/ 2147483647 w 452"/>
                <a:gd name="T51" fmla="*/ 2147483647 h 296"/>
                <a:gd name="T52" fmla="*/ 2147483647 w 452"/>
                <a:gd name="T53" fmla="*/ 2147483647 h 296"/>
                <a:gd name="T54" fmla="*/ 2147483647 w 452"/>
                <a:gd name="T55" fmla="*/ 2147483647 h 296"/>
                <a:gd name="T56" fmla="*/ 2147483647 w 452"/>
                <a:gd name="T57" fmla="*/ 2147483647 h 296"/>
                <a:gd name="T58" fmla="*/ 2147483647 w 452"/>
                <a:gd name="T59" fmla="*/ 2147483647 h 296"/>
                <a:gd name="T60" fmla="*/ 2147483647 w 452"/>
                <a:gd name="T61" fmla="*/ 2147483647 h 296"/>
                <a:gd name="T62" fmla="*/ 2147483647 w 452"/>
                <a:gd name="T63" fmla="*/ 2147483647 h 29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52"/>
                <a:gd name="T97" fmla="*/ 0 h 296"/>
                <a:gd name="T98" fmla="*/ 452 w 452"/>
                <a:gd name="T99" fmla="*/ 296 h 29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52" h="296">
                  <a:moveTo>
                    <a:pt x="438" y="249"/>
                  </a:moveTo>
                  <a:cubicBezTo>
                    <a:pt x="421" y="249"/>
                    <a:pt x="421" y="249"/>
                    <a:pt x="421" y="249"/>
                  </a:cubicBezTo>
                  <a:cubicBezTo>
                    <a:pt x="421" y="249"/>
                    <a:pt x="421" y="248"/>
                    <a:pt x="421" y="248"/>
                  </a:cubicBezTo>
                  <a:cubicBezTo>
                    <a:pt x="421" y="70"/>
                    <a:pt x="421" y="70"/>
                    <a:pt x="421" y="70"/>
                  </a:cubicBezTo>
                  <a:cubicBezTo>
                    <a:pt x="421" y="65"/>
                    <a:pt x="418" y="62"/>
                    <a:pt x="413" y="62"/>
                  </a:cubicBezTo>
                  <a:cubicBezTo>
                    <a:pt x="409" y="62"/>
                    <a:pt x="405" y="65"/>
                    <a:pt x="405" y="70"/>
                  </a:cubicBezTo>
                  <a:cubicBezTo>
                    <a:pt x="405" y="248"/>
                    <a:pt x="405" y="248"/>
                    <a:pt x="405" y="248"/>
                  </a:cubicBezTo>
                  <a:cubicBezTo>
                    <a:pt x="405" y="248"/>
                    <a:pt x="406" y="249"/>
                    <a:pt x="406" y="249"/>
                  </a:cubicBezTo>
                  <a:cubicBezTo>
                    <a:pt x="47" y="249"/>
                    <a:pt x="47" y="249"/>
                    <a:pt x="47" y="249"/>
                  </a:cubicBezTo>
                  <a:cubicBezTo>
                    <a:pt x="47" y="228"/>
                    <a:pt x="47" y="228"/>
                    <a:pt x="47" y="228"/>
                  </a:cubicBezTo>
                  <a:cubicBezTo>
                    <a:pt x="47" y="211"/>
                    <a:pt x="47" y="211"/>
                    <a:pt x="47" y="211"/>
                  </a:cubicBezTo>
                  <a:cubicBezTo>
                    <a:pt x="47" y="16"/>
                    <a:pt x="47" y="16"/>
                    <a:pt x="47" y="16"/>
                  </a:cubicBezTo>
                  <a:cubicBezTo>
                    <a:pt x="405" y="16"/>
                    <a:pt x="405" y="16"/>
                    <a:pt x="405" y="16"/>
                  </a:cubicBezTo>
                  <a:cubicBezTo>
                    <a:pt x="405" y="37"/>
                    <a:pt x="405" y="37"/>
                    <a:pt x="405" y="37"/>
                  </a:cubicBezTo>
                  <a:cubicBezTo>
                    <a:pt x="405" y="42"/>
                    <a:pt x="409" y="45"/>
                    <a:pt x="413" y="45"/>
                  </a:cubicBezTo>
                  <a:cubicBezTo>
                    <a:pt x="418" y="45"/>
                    <a:pt x="421" y="42"/>
                    <a:pt x="421" y="37"/>
                  </a:cubicBezTo>
                  <a:cubicBezTo>
                    <a:pt x="421" y="14"/>
                    <a:pt x="421" y="14"/>
                    <a:pt x="421" y="14"/>
                  </a:cubicBezTo>
                  <a:cubicBezTo>
                    <a:pt x="421" y="6"/>
                    <a:pt x="415" y="0"/>
                    <a:pt x="408" y="0"/>
                  </a:cubicBezTo>
                  <a:cubicBezTo>
                    <a:pt x="45" y="0"/>
                    <a:pt x="45" y="0"/>
                    <a:pt x="45" y="0"/>
                  </a:cubicBezTo>
                  <a:cubicBezTo>
                    <a:pt x="37" y="0"/>
                    <a:pt x="31" y="6"/>
                    <a:pt x="31" y="14"/>
                  </a:cubicBezTo>
                  <a:cubicBezTo>
                    <a:pt x="31" y="211"/>
                    <a:pt x="31" y="211"/>
                    <a:pt x="31" y="211"/>
                  </a:cubicBezTo>
                  <a:cubicBezTo>
                    <a:pt x="31" y="228"/>
                    <a:pt x="31" y="228"/>
                    <a:pt x="31" y="228"/>
                  </a:cubicBezTo>
                  <a:cubicBezTo>
                    <a:pt x="31" y="249"/>
                    <a:pt x="31" y="249"/>
                    <a:pt x="31" y="249"/>
                  </a:cubicBezTo>
                  <a:cubicBezTo>
                    <a:pt x="14" y="249"/>
                    <a:pt x="14" y="249"/>
                    <a:pt x="14" y="249"/>
                  </a:cubicBezTo>
                  <a:cubicBezTo>
                    <a:pt x="7" y="249"/>
                    <a:pt x="0" y="255"/>
                    <a:pt x="0" y="263"/>
                  </a:cubicBezTo>
                  <a:cubicBezTo>
                    <a:pt x="0" y="282"/>
                    <a:pt x="0" y="282"/>
                    <a:pt x="0" y="282"/>
                  </a:cubicBezTo>
                  <a:cubicBezTo>
                    <a:pt x="0" y="289"/>
                    <a:pt x="7" y="296"/>
                    <a:pt x="14" y="296"/>
                  </a:cubicBezTo>
                  <a:cubicBezTo>
                    <a:pt x="438" y="296"/>
                    <a:pt x="438" y="296"/>
                    <a:pt x="438" y="296"/>
                  </a:cubicBezTo>
                  <a:cubicBezTo>
                    <a:pt x="446" y="296"/>
                    <a:pt x="452" y="289"/>
                    <a:pt x="452" y="282"/>
                  </a:cubicBezTo>
                  <a:cubicBezTo>
                    <a:pt x="452" y="263"/>
                    <a:pt x="452" y="263"/>
                    <a:pt x="452" y="263"/>
                  </a:cubicBezTo>
                  <a:cubicBezTo>
                    <a:pt x="452" y="255"/>
                    <a:pt x="446" y="249"/>
                    <a:pt x="438" y="249"/>
                  </a:cubicBezTo>
                  <a:close/>
                  <a:moveTo>
                    <a:pt x="436" y="280"/>
                  </a:moveTo>
                  <a:cubicBezTo>
                    <a:pt x="16" y="280"/>
                    <a:pt x="16" y="280"/>
                    <a:pt x="16" y="280"/>
                  </a:cubicBezTo>
                  <a:cubicBezTo>
                    <a:pt x="16" y="265"/>
                    <a:pt x="16" y="265"/>
                    <a:pt x="16" y="265"/>
                  </a:cubicBezTo>
                  <a:cubicBezTo>
                    <a:pt x="184" y="265"/>
                    <a:pt x="184" y="265"/>
                    <a:pt x="184" y="265"/>
                  </a:cubicBezTo>
                  <a:cubicBezTo>
                    <a:pt x="185" y="268"/>
                    <a:pt x="188" y="271"/>
                    <a:pt x="191" y="271"/>
                  </a:cubicBezTo>
                  <a:cubicBezTo>
                    <a:pt x="260" y="271"/>
                    <a:pt x="260" y="271"/>
                    <a:pt x="260" y="271"/>
                  </a:cubicBezTo>
                  <a:cubicBezTo>
                    <a:pt x="264" y="271"/>
                    <a:pt x="267" y="268"/>
                    <a:pt x="268" y="265"/>
                  </a:cubicBezTo>
                  <a:cubicBezTo>
                    <a:pt x="436" y="265"/>
                    <a:pt x="436" y="265"/>
                    <a:pt x="436" y="265"/>
                  </a:cubicBezTo>
                  <a:lnTo>
                    <a:pt x="436" y="280"/>
                  </a:lnTo>
                  <a:close/>
                  <a:moveTo>
                    <a:pt x="261" y="78"/>
                  </a:moveTo>
                  <a:cubicBezTo>
                    <a:pt x="261" y="65"/>
                    <a:pt x="250" y="55"/>
                    <a:pt x="237" y="55"/>
                  </a:cubicBezTo>
                  <a:cubicBezTo>
                    <a:pt x="224" y="55"/>
                    <a:pt x="214" y="65"/>
                    <a:pt x="214" y="78"/>
                  </a:cubicBezTo>
                  <a:cubicBezTo>
                    <a:pt x="214" y="91"/>
                    <a:pt x="224" y="102"/>
                    <a:pt x="237" y="102"/>
                  </a:cubicBezTo>
                  <a:cubicBezTo>
                    <a:pt x="250" y="102"/>
                    <a:pt x="261" y="91"/>
                    <a:pt x="261" y="78"/>
                  </a:cubicBezTo>
                  <a:close/>
                  <a:moveTo>
                    <a:pt x="146" y="136"/>
                  </a:moveTo>
                  <a:cubicBezTo>
                    <a:pt x="146" y="196"/>
                    <a:pt x="146" y="196"/>
                    <a:pt x="146" y="196"/>
                  </a:cubicBezTo>
                  <a:cubicBezTo>
                    <a:pt x="146" y="207"/>
                    <a:pt x="154" y="216"/>
                    <a:pt x="165" y="216"/>
                  </a:cubicBezTo>
                  <a:cubicBezTo>
                    <a:pt x="247" y="216"/>
                    <a:pt x="247" y="216"/>
                    <a:pt x="247" y="216"/>
                  </a:cubicBezTo>
                  <a:cubicBezTo>
                    <a:pt x="258" y="216"/>
                    <a:pt x="266" y="207"/>
                    <a:pt x="266" y="196"/>
                  </a:cubicBezTo>
                  <a:cubicBezTo>
                    <a:pt x="266" y="180"/>
                    <a:pt x="266" y="180"/>
                    <a:pt x="266" y="180"/>
                  </a:cubicBezTo>
                  <a:cubicBezTo>
                    <a:pt x="277" y="188"/>
                    <a:pt x="294" y="202"/>
                    <a:pt x="298" y="204"/>
                  </a:cubicBezTo>
                  <a:cubicBezTo>
                    <a:pt x="302" y="208"/>
                    <a:pt x="307" y="207"/>
                    <a:pt x="307" y="200"/>
                  </a:cubicBezTo>
                  <a:cubicBezTo>
                    <a:pt x="307" y="198"/>
                    <a:pt x="307" y="139"/>
                    <a:pt x="307" y="137"/>
                  </a:cubicBezTo>
                  <a:cubicBezTo>
                    <a:pt x="307" y="130"/>
                    <a:pt x="302" y="129"/>
                    <a:pt x="298" y="133"/>
                  </a:cubicBezTo>
                  <a:cubicBezTo>
                    <a:pt x="297" y="133"/>
                    <a:pt x="277" y="149"/>
                    <a:pt x="266" y="157"/>
                  </a:cubicBezTo>
                  <a:cubicBezTo>
                    <a:pt x="266" y="136"/>
                    <a:pt x="266" y="136"/>
                    <a:pt x="266" y="136"/>
                  </a:cubicBezTo>
                  <a:cubicBezTo>
                    <a:pt x="266" y="125"/>
                    <a:pt x="258" y="116"/>
                    <a:pt x="247" y="116"/>
                  </a:cubicBezTo>
                  <a:cubicBezTo>
                    <a:pt x="165" y="116"/>
                    <a:pt x="165" y="116"/>
                    <a:pt x="165" y="116"/>
                  </a:cubicBezTo>
                  <a:cubicBezTo>
                    <a:pt x="154" y="116"/>
                    <a:pt x="146" y="125"/>
                    <a:pt x="146" y="136"/>
                  </a:cubicBezTo>
                  <a:close/>
                  <a:moveTo>
                    <a:pt x="201" y="78"/>
                  </a:moveTo>
                  <a:cubicBezTo>
                    <a:pt x="201" y="65"/>
                    <a:pt x="190" y="55"/>
                    <a:pt x="178" y="55"/>
                  </a:cubicBezTo>
                  <a:cubicBezTo>
                    <a:pt x="165" y="55"/>
                    <a:pt x="154" y="65"/>
                    <a:pt x="154" y="78"/>
                  </a:cubicBezTo>
                  <a:cubicBezTo>
                    <a:pt x="154" y="91"/>
                    <a:pt x="165" y="102"/>
                    <a:pt x="178" y="102"/>
                  </a:cubicBezTo>
                  <a:cubicBezTo>
                    <a:pt x="190" y="102"/>
                    <a:pt x="201" y="91"/>
                    <a:pt x="201" y="78"/>
                  </a:cubicBezTo>
                  <a:close/>
                </a:path>
              </a:pathLst>
            </a:custGeom>
            <a:blipFill dpi="0" rotWithShape="1">
              <a:blip r:embed="rId23"/>
              <a:srcRect/>
              <a:stretch>
                <a:fillRect/>
              </a:stretch>
            </a:blipFill>
            <a:ln w="9525">
              <a:noFill/>
              <a:round/>
              <a:headEnd/>
              <a:tailEnd/>
            </a:ln>
          </p:spPr>
          <p:txBody>
            <a:bodyPr/>
            <a:lstStyle/>
            <a:p>
              <a:endParaRPr lang="en-GB"/>
            </a:p>
          </p:txBody>
        </p:sp>
        <p:sp>
          <p:nvSpPr>
            <p:cNvPr id="31874" name="Freeform 3"/>
            <p:cNvSpPr>
              <a:spLocks noChangeAspect="1" noEditPoints="1"/>
            </p:cNvSpPr>
            <p:nvPr/>
          </p:nvSpPr>
          <p:spPr bwMode="auto">
            <a:xfrm>
              <a:off x="3810717" y="3204977"/>
              <a:ext cx="191153" cy="93229"/>
            </a:xfrm>
            <a:custGeom>
              <a:avLst/>
              <a:gdLst>
                <a:gd name="T0" fmla="*/ 2147483647 w 640"/>
                <a:gd name="T1" fmla="*/ 2147483647 h 300"/>
                <a:gd name="T2" fmla="*/ 2147483647 w 640"/>
                <a:gd name="T3" fmla="*/ 2147483647 h 300"/>
                <a:gd name="T4" fmla="*/ 2147483647 w 640"/>
                <a:gd name="T5" fmla="*/ 2147483647 h 300"/>
                <a:gd name="T6" fmla="*/ 2147483647 w 640"/>
                <a:gd name="T7" fmla="*/ 2147483647 h 300"/>
                <a:gd name="T8" fmla="*/ 2147483647 w 640"/>
                <a:gd name="T9" fmla="*/ 2147483647 h 300"/>
                <a:gd name="T10" fmla="*/ 2147483647 w 640"/>
                <a:gd name="T11" fmla="*/ 2147483647 h 300"/>
                <a:gd name="T12" fmla="*/ 2147483647 w 640"/>
                <a:gd name="T13" fmla="*/ 2147483647 h 300"/>
                <a:gd name="T14" fmla="*/ 2147483647 w 640"/>
                <a:gd name="T15" fmla="*/ 0 h 300"/>
                <a:gd name="T16" fmla="*/ 2147483647 w 640"/>
                <a:gd name="T17" fmla="*/ 2147483647 h 300"/>
                <a:gd name="T18" fmla="*/ 2147483647 w 640"/>
                <a:gd name="T19" fmla="*/ 2147483647 h 300"/>
                <a:gd name="T20" fmla="*/ 2147483647 w 640"/>
                <a:gd name="T21" fmla="*/ 2147483647 h 300"/>
                <a:gd name="T22" fmla="*/ 2147483647 w 640"/>
                <a:gd name="T23" fmla="*/ 2147483647 h 300"/>
                <a:gd name="T24" fmla="*/ 2147483647 w 640"/>
                <a:gd name="T25" fmla="*/ 2147483647 h 300"/>
                <a:gd name="T26" fmla="*/ 2147483647 w 640"/>
                <a:gd name="T27" fmla="*/ 2147483647 h 300"/>
                <a:gd name="T28" fmla="*/ 2147483647 w 640"/>
                <a:gd name="T29" fmla="*/ 2147483647 h 300"/>
                <a:gd name="T30" fmla="*/ 2147483647 w 640"/>
                <a:gd name="T31" fmla="*/ 2147483647 h 300"/>
                <a:gd name="T32" fmla="*/ 2147483647 w 640"/>
                <a:gd name="T33" fmla="*/ 2147483647 h 300"/>
                <a:gd name="T34" fmla="*/ 2147483647 w 640"/>
                <a:gd name="T35" fmla="*/ 2147483647 h 300"/>
                <a:gd name="T36" fmla="*/ 2147483647 w 640"/>
                <a:gd name="T37" fmla="*/ 2147483647 h 300"/>
                <a:gd name="T38" fmla="*/ 2147483647 w 640"/>
                <a:gd name="T39" fmla="*/ 2147483647 h 300"/>
                <a:gd name="T40" fmla="*/ 2147483647 w 640"/>
                <a:gd name="T41" fmla="*/ 2147483647 h 300"/>
                <a:gd name="T42" fmla="*/ 2147483647 w 640"/>
                <a:gd name="T43" fmla="*/ 2147483647 h 300"/>
                <a:gd name="T44" fmla="*/ 2147483647 w 640"/>
                <a:gd name="T45" fmla="*/ 2147483647 h 300"/>
                <a:gd name="T46" fmla="*/ 2147483647 w 640"/>
                <a:gd name="T47" fmla="*/ 2147483647 h 300"/>
                <a:gd name="T48" fmla="*/ 2147483647 w 640"/>
                <a:gd name="T49" fmla="*/ 2147483647 h 300"/>
                <a:gd name="T50" fmla="*/ 2147483647 w 640"/>
                <a:gd name="T51" fmla="*/ 2147483647 h 300"/>
                <a:gd name="T52" fmla="*/ 2147483647 w 640"/>
                <a:gd name="T53" fmla="*/ 2147483647 h 300"/>
                <a:gd name="T54" fmla="*/ 2147483647 w 640"/>
                <a:gd name="T55" fmla="*/ 2147483647 h 300"/>
                <a:gd name="T56" fmla="*/ 2147483647 w 640"/>
                <a:gd name="T57" fmla="*/ 2147483647 h 300"/>
                <a:gd name="T58" fmla="*/ 2147483647 w 640"/>
                <a:gd name="T59" fmla="*/ 2147483647 h 300"/>
                <a:gd name="T60" fmla="*/ 2147483647 w 640"/>
                <a:gd name="T61" fmla="*/ 2147483647 h 300"/>
                <a:gd name="T62" fmla="*/ 2147483647 w 640"/>
                <a:gd name="T63" fmla="*/ 2147483647 h 300"/>
                <a:gd name="T64" fmla="*/ 2147483647 w 640"/>
                <a:gd name="T65" fmla="*/ 2147483647 h 300"/>
                <a:gd name="T66" fmla="*/ 2147483647 w 640"/>
                <a:gd name="T67" fmla="*/ 2147483647 h 300"/>
                <a:gd name="T68" fmla="*/ 2147483647 w 640"/>
                <a:gd name="T69" fmla="*/ 2147483647 h 300"/>
                <a:gd name="T70" fmla="*/ 2147483647 w 640"/>
                <a:gd name="T71" fmla="*/ 2147483647 h 300"/>
                <a:gd name="T72" fmla="*/ 2147483647 w 640"/>
                <a:gd name="T73" fmla="*/ 2147483647 h 300"/>
                <a:gd name="T74" fmla="*/ 2147483647 w 640"/>
                <a:gd name="T75" fmla="*/ 2147483647 h 300"/>
                <a:gd name="T76" fmla="*/ 2147483647 w 640"/>
                <a:gd name="T77" fmla="*/ 2147483647 h 300"/>
                <a:gd name="T78" fmla="*/ 2147483647 w 640"/>
                <a:gd name="T79" fmla="*/ 2147483647 h 300"/>
                <a:gd name="T80" fmla="*/ 2147483647 w 640"/>
                <a:gd name="T81" fmla="*/ 2147483647 h 300"/>
                <a:gd name="T82" fmla="*/ 2147483647 w 640"/>
                <a:gd name="T83" fmla="*/ 2147483647 h 300"/>
                <a:gd name="T84" fmla="*/ 2147483647 w 640"/>
                <a:gd name="T85" fmla="*/ 2147483647 h 300"/>
                <a:gd name="T86" fmla="*/ 2147483647 w 640"/>
                <a:gd name="T87" fmla="*/ 2147483647 h 300"/>
                <a:gd name="T88" fmla="*/ 2147483647 w 640"/>
                <a:gd name="T89" fmla="*/ 2147483647 h 300"/>
                <a:gd name="T90" fmla="*/ 2147483647 w 640"/>
                <a:gd name="T91" fmla="*/ 2147483647 h 300"/>
                <a:gd name="T92" fmla="*/ 2147483647 w 640"/>
                <a:gd name="T93" fmla="*/ 2147483647 h 300"/>
                <a:gd name="T94" fmla="*/ 2147483647 w 640"/>
                <a:gd name="T95" fmla="*/ 2147483647 h 300"/>
                <a:gd name="T96" fmla="*/ 2147483647 w 640"/>
                <a:gd name="T97" fmla="*/ 2147483647 h 30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640"/>
                <a:gd name="T148" fmla="*/ 0 h 300"/>
                <a:gd name="T149" fmla="*/ 640 w 640"/>
                <a:gd name="T150" fmla="*/ 300 h 300"/>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640" h="300">
                  <a:moveTo>
                    <a:pt x="624" y="26"/>
                  </a:moveTo>
                  <a:cubicBezTo>
                    <a:pt x="622" y="26"/>
                    <a:pt x="621" y="27"/>
                    <a:pt x="619" y="27"/>
                  </a:cubicBezTo>
                  <a:cubicBezTo>
                    <a:pt x="619" y="27"/>
                    <a:pt x="602" y="34"/>
                    <a:pt x="578" y="42"/>
                  </a:cubicBezTo>
                  <a:cubicBezTo>
                    <a:pt x="575" y="17"/>
                    <a:pt x="575" y="17"/>
                    <a:pt x="575" y="17"/>
                  </a:cubicBezTo>
                  <a:cubicBezTo>
                    <a:pt x="574" y="13"/>
                    <a:pt x="573" y="10"/>
                    <a:pt x="571" y="6"/>
                  </a:cubicBezTo>
                  <a:cubicBezTo>
                    <a:pt x="568" y="3"/>
                    <a:pt x="564" y="0"/>
                    <a:pt x="559" y="0"/>
                  </a:cubicBezTo>
                  <a:cubicBezTo>
                    <a:pt x="557" y="0"/>
                    <a:pt x="556" y="0"/>
                    <a:pt x="554" y="0"/>
                  </a:cubicBezTo>
                  <a:cubicBezTo>
                    <a:pt x="554" y="0"/>
                    <a:pt x="456" y="38"/>
                    <a:pt x="449" y="40"/>
                  </a:cubicBezTo>
                  <a:cubicBezTo>
                    <a:pt x="449" y="40"/>
                    <a:pt x="449" y="40"/>
                    <a:pt x="449" y="40"/>
                  </a:cubicBezTo>
                  <a:cubicBezTo>
                    <a:pt x="448" y="38"/>
                    <a:pt x="447" y="35"/>
                    <a:pt x="445" y="31"/>
                  </a:cubicBezTo>
                  <a:cubicBezTo>
                    <a:pt x="444" y="29"/>
                    <a:pt x="443" y="26"/>
                    <a:pt x="440" y="24"/>
                  </a:cubicBezTo>
                  <a:cubicBezTo>
                    <a:pt x="438" y="22"/>
                    <a:pt x="434" y="21"/>
                    <a:pt x="431" y="21"/>
                  </a:cubicBezTo>
                  <a:cubicBezTo>
                    <a:pt x="428" y="21"/>
                    <a:pt x="425" y="21"/>
                    <a:pt x="423" y="22"/>
                  </a:cubicBezTo>
                  <a:cubicBezTo>
                    <a:pt x="404" y="29"/>
                    <a:pt x="353" y="49"/>
                    <a:pt x="353" y="49"/>
                  </a:cubicBezTo>
                  <a:cubicBezTo>
                    <a:pt x="348" y="50"/>
                    <a:pt x="344" y="52"/>
                    <a:pt x="340" y="56"/>
                  </a:cubicBezTo>
                  <a:cubicBezTo>
                    <a:pt x="337" y="60"/>
                    <a:pt x="335" y="66"/>
                    <a:pt x="335" y="72"/>
                  </a:cubicBezTo>
                  <a:cubicBezTo>
                    <a:pt x="335" y="73"/>
                    <a:pt x="335" y="75"/>
                    <a:pt x="336" y="77"/>
                  </a:cubicBezTo>
                  <a:cubicBezTo>
                    <a:pt x="339" y="100"/>
                    <a:pt x="339" y="100"/>
                    <a:pt x="339" y="100"/>
                  </a:cubicBezTo>
                  <a:cubicBezTo>
                    <a:pt x="318" y="84"/>
                    <a:pt x="318" y="84"/>
                    <a:pt x="318" y="84"/>
                  </a:cubicBezTo>
                  <a:cubicBezTo>
                    <a:pt x="316" y="82"/>
                    <a:pt x="313" y="82"/>
                    <a:pt x="310" y="83"/>
                  </a:cubicBezTo>
                  <a:cubicBezTo>
                    <a:pt x="307" y="84"/>
                    <a:pt x="305" y="87"/>
                    <a:pt x="305" y="90"/>
                  </a:cubicBezTo>
                  <a:cubicBezTo>
                    <a:pt x="305" y="108"/>
                    <a:pt x="305" y="108"/>
                    <a:pt x="305" y="108"/>
                  </a:cubicBezTo>
                  <a:cubicBezTo>
                    <a:pt x="291" y="108"/>
                    <a:pt x="291" y="108"/>
                    <a:pt x="291" y="108"/>
                  </a:cubicBezTo>
                  <a:cubicBezTo>
                    <a:pt x="305" y="46"/>
                    <a:pt x="305" y="46"/>
                    <a:pt x="305" y="46"/>
                  </a:cubicBezTo>
                  <a:cubicBezTo>
                    <a:pt x="305" y="45"/>
                    <a:pt x="305" y="44"/>
                    <a:pt x="305" y="43"/>
                  </a:cubicBezTo>
                  <a:cubicBezTo>
                    <a:pt x="305" y="34"/>
                    <a:pt x="298" y="26"/>
                    <a:pt x="289" y="26"/>
                  </a:cubicBezTo>
                  <a:cubicBezTo>
                    <a:pt x="288" y="26"/>
                    <a:pt x="286" y="27"/>
                    <a:pt x="284" y="27"/>
                  </a:cubicBezTo>
                  <a:cubicBezTo>
                    <a:pt x="284" y="27"/>
                    <a:pt x="267" y="34"/>
                    <a:pt x="243" y="42"/>
                  </a:cubicBezTo>
                  <a:cubicBezTo>
                    <a:pt x="240" y="17"/>
                    <a:pt x="240" y="17"/>
                    <a:pt x="240" y="17"/>
                  </a:cubicBezTo>
                  <a:cubicBezTo>
                    <a:pt x="240" y="13"/>
                    <a:pt x="238" y="10"/>
                    <a:pt x="236" y="6"/>
                  </a:cubicBezTo>
                  <a:cubicBezTo>
                    <a:pt x="234" y="3"/>
                    <a:pt x="230" y="0"/>
                    <a:pt x="224" y="0"/>
                  </a:cubicBezTo>
                  <a:cubicBezTo>
                    <a:pt x="222" y="0"/>
                    <a:pt x="221" y="0"/>
                    <a:pt x="219" y="0"/>
                  </a:cubicBezTo>
                  <a:cubicBezTo>
                    <a:pt x="219" y="0"/>
                    <a:pt x="121" y="38"/>
                    <a:pt x="115" y="40"/>
                  </a:cubicBezTo>
                  <a:cubicBezTo>
                    <a:pt x="115" y="40"/>
                    <a:pt x="115" y="40"/>
                    <a:pt x="115" y="40"/>
                  </a:cubicBezTo>
                  <a:cubicBezTo>
                    <a:pt x="114" y="38"/>
                    <a:pt x="113" y="35"/>
                    <a:pt x="111" y="31"/>
                  </a:cubicBezTo>
                  <a:cubicBezTo>
                    <a:pt x="110" y="29"/>
                    <a:pt x="108" y="26"/>
                    <a:pt x="106" y="24"/>
                  </a:cubicBezTo>
                  <a:cubicBezTo>
                    <a:pt x="103" y="22"/>
                    <a:pt x="99" y="21"/>
                    <a:pt x="96" y="21"/>
                  </a:cubicBezTo>
                  <a:cubicBezTo>
                    <a:pt x="93" y="21"/>
                    <a:pt x="91" y="21"/>
                    <a:pt x="88" y="22"/>
                  </a:cubicBezTo>
                  <a:cubicBezTo>
                    <a:pt x="70" y="29"/>
                    <a:pt x="18" y="49"/>
                    <a:pt x="18" y="49"/>
                  </a:cubicBezTo>
                  <a:cubicBezTo>
                    <a:pt x="13" y="50"/>
                    <a:pt x="9" y="52"/>
                    <a:pt x="6" y="56"/>
                  </a:cubicBezTo>
                  <a:cubicBezTo>
                    <a:pt x="2" y="60"/>
                    <a:pt x="0" y="66"/>
                    <a:pt x="1" y="72"/>
                  </a:cubicBezTo>
                  <a:cubicBezTo>
                    <a:pt x="1" y="73"/>
                    <a:pt x="1" y="75"/>
                    <a:pt x="1" y="77"/>
                  </a:cubicBezTo>
                  <a:cubicBezTo>
                    <a:pt x="30" y="285"/>
                    <a:pt x="30" y="285"/>
                    <a:pt x="30" y="285"/>
                  </a:cubicBezTo>
                  <a:cubicBezTo>
                    <a:pt x="30" y="285"/>
                    <a:pt x="31" y="292"/>
                    <a:pt x="36" y="296"/>
                  </a:cubicBezTo>
                  <a:cubicBezTo>
                    <a:pt x="41" y="299"/>
                    <a:pt x="44" y="300"/>
                    <a:pt x="49" y="300"/>
                  </a:cubicBezTo>
                  <a:cubicBezTo>
                    <a:pt x="51" y="300"/>
                    <a:pt x="54" y="300"/>
                    <a:pt x="57" y="299"/>
                  </a:cubicBezTo>
                  <a:cubicBezTo>
                    <a:pt x="175" y="253"/>
                    <a:pt x="175" y="253"/>
                    <a:pt x="175" y="253"/>
                  </a:cubicBezTo>
                  <a:cubicBezTo>
                    <a:pt x="218" y="286"/>
                    <a:pt x="218" y="286"/>
                    <a:pt x="218" y="286"/>
                  </a:cubicBezTo>
                  <a:cubicBezTo>
                    <a:pt x="219" y="287"/>
                    <a:pt x="221" y="288"/>
                    <a:pt x="223" y="288"/>
                  </a:cubicBezTo>
                  <a:cubicBezTo>
                    <a:pt x="224" y="288"/>
                    <a:pt x="225" y="288"/>
                    <a:pt x="226" y="287"/>
                  </a:cubicBezTo>
                  <a:cubicBezTo>
                    <a:pt x="229" y="286"/>
                    <a:pt x="231" y="283"/>
                    <a:pt x="231" y="280"/>
                  </a:cubicBezTo>
                  <a:cubicBezTo>
                    <a:pt x="231" y="262"/>
                    <a:pt x="231" y="262"/>
                    <a:pt x="231" y="262"/>
                  </a:cubicBezTo>
                  <a:cubicBezTo>
                    <a:pt x="286" y="262"/>
                    <a:pt x="286" y="262"/>
                    <a:pt x="286" y="262"/>
                  </a:cubicBezTo>
                  <a:cubicBezTo>
                    <a:pt x="290" y="262"/>
                    <a:pt x="294" y="259"/>
                    <a:pt x="294" y="254"/>
                  </a:cubicBezTo>
                  <a:cubicBezTo>
                    <a:pt x="294" y="204"/>
                    <a:pt x="294" y="204"/>
                    <a:pt x="294" y="204"/>
                  </a:cubicBezTo>
                  <a:cubicBezTo>
                    <a:pt x="294" y="199"/>
                    <a:pt x="290" y="196"/>
                    <a:pt x="286" y="196"/>
                  </a:cubicBezTo>
                  <a:cubicBezTo>
                    <a:pt x="271" y="196"/>
                    <a:pt x="271" y="196"/>
                    <a:pt x="271" y="196"/>
                  </a:cubicBezTo>
                  <a:cubicBezTo>
                    <a:pt x="276" y="175"/>
                    <a:pt x="276" y="175"/>
                    <a:pt x="276" y="175"/>
                  </a:cubicBezTo>
                  <a:cubicBezTo>
                    <a:pt x="305" y="175"/>
                    <a:pt x="305" y="175"/>
                    <a:pt x="305" y="175"/>
                  </a:cubicBezTo>
                  <a:cubicBezTo>
                    <a:pt x="305" y="192"/>
                    <a:pt x="305" y="192"/>
                    <a:pt x="305" y="192"/>
                  </a:cubicBezTo>
                  <a:cubicBezTo>
                    <a:pt x="305" y="195"/>
                    <a:pt x="307" y="198"/>
                    <a:pt x="310" y="199"/>
                  </a:cubicBezTo>
                  <a:cubicBezTo>
                    <a:pt x="311" y="200"/>
                    <a:pt x="312" y="200"/>
                    <a:pt x="313" y="200"/>
                  </a:cubicBezTo>
                  <a:cubicBezTo>
                    <a:pt x="315" y="200"/>
                    <a:pt x="317" y="199"/>
                    <a:pt x="318" y="198"/>
                  </a:cubicBezTo>
                  <a:cubicBezTo>
                    <a:pt x="349" y="174"/>
                    <a:pt x="349" y="174"/>
                    <a:pt x="349" y="174"/>
                  </a:cubicBezTo>
                  <a:cubicBezTo>
                    <a:pt x="365" y="285"/>
                    <a:pt x="365" y="285"/>
                    <a:pt x="365" y="285"/>
                  </a:cubicBezTo>
                  <a:cubicBezTo>
                    <a:pt x="365" y="285"/>
                    <a:pt x="366" y="292"/>
                    <a:pt x="371" y="296"/>
                  </a:cubicBezTo>
                  <a:cubicBezTo>
                    <a:pt x="376" y="299"/>
                    <a:pt x="379" y="300"/>
                    <a:pt x="383" y="300"/>
                  </a:cubicBezTo>
                  <a:cubicBezTo>
                    <a:pt x="386" y="300"/>
                    <a:pt x="389" y="300"/>
                    <a:pt x="391" y="299"/>
                  </a:cubicBezTo>
                  <a:cubicBezTo>
                    <a:pt x="536" y="243"/>
                    <a:pt x="536" y="243"/>
                    <a:pt x="536" y="243"/>
                  </a:cubicBezTo>
                  <a:cubicBezTo>
                    <a:pt x="540" y="242"/>
                    <a:pt x="542" y="237"/>
                    <a:pt x="540" y="233"/>
                  </a:cubicBezTo>
                  <a:cubicBezTo>
                    <a:pt x="539" y="229"/>
                    <a:pt x="534" y="227"/>
                    <a:pt x="530" y="228"/>
                  </a:cubicBezTo>
                  <a:cubicBezTo>
                    <a:pt x="386" y="284"/>
                    <a:pt x="386" y="284"/>
                    <a:pt x="386" y="284"/>
                  </a:cubicBezTo>
                  <a:cubicBezTo>
                    <a:pt x="385" y="284"/>
                    <a:pt x="384" y="284"/>
                    <a:pt x="383" y="284"/>
                  </a:cubicBezTo>
                  <a:cubicBezTo>
                    <a:pt x="382" y="284"/>
                    <a:pt x="381" y="283"/>
                    <a:pt x="381" y="282"/>
                  </a:cubicBezTo>
                  <a:cubicBezTo>
                    <a:pt x="382" y="281"/>
                    <a:pt x="414" y="123"/>
                    <a:pt x="414" y="123"/>
                  </a:cubicBezTo>
                  <a:cubicBezTo>
                    <a:pt x="414" y="123"/>
                    <a:pt x="417" y="119"/>
                    <a:pt x="419" y="119"/>
                  </a:cubicBezTo>
                  <a:cubicBezTo>
                    <a:pt x="419" y="119"/>
                    <a:pt x="458" y="104"/>
                    <a:pt x="498" y="89"/>
                  </a:cubicBezTo>
                  <a:cubicBezTo>
                    <a:pt x="546" y="72"/>
                    <a:pt x="617" y="45"/>
                    <a:pt x="624" y="42"/>
                  </a:cubicBezTo>
                  <a:cubicBezTo>
                    <a:pt x="624" y="42"/>
                    <a:pt x="588" y="203"/>
                    <a:pt x="588" y="203"/>
                  </a:cubicBezTo>
                  <a:cubicBezTo>
                    <a:pt x="587" y="205"/>
                    <a:pt x="586" y="207"/>
                    <a:pt x="586" y="207"/>
                  </a:cubicBezTo>
                  <a:cubicBezTo>
                    <a:pt x="585" y="208"/>
                    <a:pt x="585" y="208"/>
                    <a:pt x="583" y="209"/>
                  </a:cubicBezTo>
                  <a:cubicBezTo>
                    <a:pt x="561" y="217"/>
                    <a:pt x="561" y="217"/>
                    <a:pt x="561" y="217"/>
                  </a:cubicBezTo>
                  <a:cubicBezTo>
                    <a:pt x="557" y="219"/>
                    <a:pt x="554" y="223"/>
                    <a:pt x="556" y="228"/>
                  </a:cubicBezTo>
                  <a:cubicBezTo>
                    <a:pt x="558" y="232"/>
                    <a:pt x="562" y="234"/>
                    <a:pt x="566" y="232"/>
                  </a:cubicBezTo>
                  <a:cubicBezTo>
                    <a:pt x="566" y="232"/>
                    <a:pt x="566" y="232"/>
                    <a:pt x="566" y="232"/>
                  </a:cubicBezTo>
                  <a:cubicBezTo>
                    <a:pt x="588" y="224"/>
                    <a:pt x="588" y="224"/>
                    <a:pt x="588" y="224"/>
                  </a:cubicBezTo>
                  <a:cubicBezTo>
                    <a:pt x="592" y="223"/>
                    <a:pt x="596" y="220"/>
                    <a:pt x="598" y="217"/>
                  </a:cubicBezTo>
                  <a:cubicBezTo>
                    <a:pt x="601" y="214"/>
                    <a:pt x="602" y="211"/>
                    <a:pt x="603" y="208"/>
                  </a:cubicBezTo>
                  <a:cubicBezTo>
                    <a:pt x="639" y="46"/>
                    <a:pt x="639" y="46"/>
                    <a:pt x="639" y="46"/>
                  </a:cubicBezTo>
                  <a:cubicBezTo>
                    <a:pt x="640" y="45"/>
                    <a:pt x="640" y="44"/>
                    <a:pt x="640" y="43"/>
                  </a:cubicBezTo>
                  <a:cubicBezTo>
                    <a:pt x="640" y="34"/>
                    <a:pt x="633" y="26"/>
                    <a:pt x="624" y="26"/>
                  </a:cubicBezTo>
                  <a:close/>
                  <a:moveTo>
                    <a:pt x="17" y="75"/>
                  </a:moveTo>
                  <a:cubicBezTo>
                    <a:pt x="17" y="74"/>
                    <a:pt x="17" y="73"/>
                    <a:pt x="17" y="72"/>
                  </a:cubicBezTo>
                  <a:cubicBezTo>
                    <a:pt x="17" y="68"/>
                    <a:pt x="17" y="67"/>
                    <a:pt x="18" y="66"/>
                  </a:cubicBezTo>
                  <a:cubicBezTo>
                    <a:pt x="18" y="66"/>
                    <a:pt x="20" y="65"/>
                    <a:pt x="23" y="64"/>
                  </a:cubicBezTo>
                  <a:cubicBezTo>
                    <a:pt x="23" y="64"/>
                    <a:pt x="23" y="64"/>
                    <a:pt x="23" y="64"/>
                  </a:cubicBezTo>
                  <a:cubicBezTo>
                    <a:pt x="23" y="64"/>
                    <a:pt x="23" y="64"/>
                    <a:pt x="23" y="64"/>
                  </a:cubicBezTo>
                  <a:cubicBezTo>
                    <a:pt x="24" y="63"/>
                    <a:pt x="75" y="44"/>
                    <a:pt x="94" y="37"/>
                  </a:cubicBezTo>
                  <a:cubicBezTo>
                    <a:pt x="95" y="37"/>
                    <a:pt x="95" y="37"/>
                    <a:pt x="96" y="37"/>
                  </a:cubicBezTo>
                  <a:cubicBezTo>
                    <a:pt x="96" y="37"/>
                    <a:pt x="96" y="38"/>
                    <a:pt x="97" y="39"/>
                  </a:cubicBezTo>
                  <a:cubicBezTo>
                    <a:pt x="98" y="41"/>
                    <a:pt x="99" y="44"/>
                    <a:pt x="101" y="48"/>
                  </a:cubicBezTo>
                  <a:cubicBezTo>
                    <a:pt x="102" y="51"/>
                    <a:pt x="107" y="56"/>
                    <a:pt x="114" y="56"/>
                  </a:cubicBezTo>
                  <a:cubicBezTo>
                    <a:pt x="116" y="56"/>
                    <a:pt x="118" y="56"/>
                    <a:pt x="120" y="55"/>
                  </a:cubicBezTo>
                  <a:cubicBezTo>
                    <a:pt x="133" y="51"/>
                    <a:pt x="212" y="20"/>
                    <a:pt x="223" y="16"/>
                  </a:cubicBezTo>
                  <a:cubicBezTo>
                    <a:pt x="224" y="17"/>
                    <a:pt x="224" y="17"/>
                    <a:pt x="224" y="18"/>
                  </a:cubicBezTo>
                  <a:cubicBezTo>
                    <a:pt x="224" y="18"/>
                    <a:pt x="224" y="18"/>
                    <a:pt x="224" y="18"/>
                  </a:cubicBezTo>
                  <a:cubicBezTo>
                    <a:pt x="224" y="19"/>
                    <a:pt x="224" y="19"/>
                    <a:pt x="224" y="19"/>
                  </a:cubicBezTo>
                  <a:cubicBezTo>
                    <a:pt x="228" y="48"/>
                    <a:pt x="228" y="48"/>
                    <a:pt x="228" y="48"/>
                  </a:cubicBezTo>
                  <a:cubicBezTo>
                    <a:pt x="195" y="60"/>
                    <a:pt x="81" y="103"/>
                    <a:pt x="79" y="104"/>
                  </a:cubicBezTo>
                  <a:cubicBezTo>
                    <a:pt x="74" y="105"/>
                    <a:pt x="70" y="108"/>
                    <a:pt x="68" y="112"/>
                  </a:cubicBezTo>
                  <a:cubicBezTo>
                    <a:pt x="67" y="112"/>
                    <a:pt x="67" y="113"/>
                    <a:pt x="66" y="114"/>
                  </a:cubicBezTo>
                  <a:cubicBezTo>
                    <a:pt x="66" y="114"/>
                    <a:pt x="66" y="114"/>
                    <a:pt x="66" y="114"/>
                  </a:cubicBezTo>
                  <a:cubicBezTo>
                    <a:pt x="66" y="115"/>
                    <a:pt x="66" y="115"/>
                    <a:pt x="65" y="115"/>
                  </a:cubicBezTo>
                  <a:cubicBezTo>
                    <a:pt x="65" y="116"/>
                    <a:pt x="65" y="116"/>
                    <a:pt x="65" y="117"/>
                  </a:cubicBezTo>
                  <a:cubicBezTo>
                    <a:pt x="65" y="117"/>
                    <a:pt x="65" y="117"/>
                    <a:pt x="65" y="117"/>
                  </a:cubicBezTo>
                  <a:cubicBezTo>
                    <a:pt x="65" y="117"/>
                    <a:pt x="64" y="118"/>
                    <a:pt x="64" y="119"/>
                  </a:cubicBezTo>
                  <a:cubicBezTo>
                    <a:pt x="64" y="119"/>
                    <a:pt x="64" y="119"/>
                    <a:pt x="64" y="119"/>
                  </a:cubicBezTo>
                  <a:cubicBezTo>
                    <a:pt x="64" y="119"/>
                    <a:pt x="64" y="119"/>
                    <a:pt x="64" y="119"/>
                  </a:cubicBezTo>
                  <a:cubicBezTo>
                    <a:pt x="40" y="237"/>
                    <a:pt x="40" y="237"/>
                    <a:pt x="40" y="237"/>
                  </a:cubicBezTo>
                  <a:lnTo>
                    <a:pt x="17" y="75"/>
                  </a:lnTo>
                  <a:close/>
                  <a:moveTo>
                    <a:pt x="51" y="284"/>
                  </a:moveTo>
                  <a:cubicBezTo>
                    <a:pt x="50" y="284"/>
                    <a:pt x="49" y="284"/>
                    <a:pt x="49" y="284"/>
                  </a:cubicBezTo>
                  <a:cubicBezTo>
                    <a:pt x="47" y="284"/>
                    <a:pt x="46" y="283"/>
                    <a:pt x="47" y="282"/>
                  </a:cubicBezTo>
                  <a:cubicBezTo>
                    <a:pt x="47" y="281"/>
                    <a:pt x="80" y="123"/>
                    <a:pt x="80" y="123"/>
                  </a:cubicBezTo>
                  <a:cubicBezTo>
                    <a:pt x="80" y="123"/>
                    <a:pt x="83" y="119"/>
                    <a:pt x="84" y="119"/>
                  </a:cubicBezTo>
                  <a:cubicBezTo>
                    <a:pt x="84" y="119"/>
                    <a:pt x="124" y="104"/>
                    <a:pt x="164" y="89"/>
                  </a:cubicBezTo>
                  <a:cubicBezTo>
                    <a:pt x="211" y="72"/>
                    <a:pt x="282" y="45"/>
                    <a:pt x="289" y="42"/>
                  </a:cubicBezTo>
                  <a:cubicBezTo>
                    <a:pt x="289" y="42"/>
                    <a:pt x="282" y="73"/>
                    <a:pt x="274" y="108"/>
                  </a:cubicBezTo>
                  <a:cubicBezTo>
                    <a:pt x="250" y="108"/>
                    <a:pt x="250" y="108"/>
                    <a:pt x="250" y="108"/>
                  </a:cubicBezTo>
                  <a:cubicBezTo>
                    <a:pt x="246" y="108"/>
                    <a:pt x="242" y="111"/>
                    <a:pt x="242" y="116"/>
                  </a:cubicBezTo>
                  <a:cubicBezTo>
                    <a:pt x="242" y="167"/>
                    <a:pt x="242" y="167"/>
                    <a:pt x="242" y="167"/>
                  </a:cubicBezTo>
                  <a:cubicBezTo>
                    <a:pt x="242" y="171"/>
                    <a:pt x="246" y="175"/>
                    <a:pt x="250" y="175"/>
                  </a:cubicBezTo>
                  <a:cubicBezTo>
                    <a:pt x="259" y="175"/>
                    <a:pt x="259" y="175"/>
                    <a:pt x="259" y="175"/>
                  </a:cubicBezTo>
                  <a:cubicBezTo>
                    <a:pt x="257" y="183"/>
                    <a:pt x="256" y="191"/>
                    <a:pt x="255" y="196"/>
                  </a:cubicBezTo>
                  <a:cubicBezTo>
                    <a:pt x="231" y="196"/>
                    <a:pt x="231" y="196"/>
                    <a:pt x="231" y="196"/>
                  </a:cubicBezTo>
                  <a:cubicBezTo>
                    <a:pt x="231" y="178"/>
                    <a:pt x="231" y="178"/>
                    <a:pt x="231" y="178"/>
                  </a:cubicBezTo>
                  <a:cubicBezTo>
                    <a:pt x="231" y="175"/>
                    <a:pt x="229" y="172"/>
                    <a:pt x="226" y="171"/>
                  </a:cubicBezTo>
                  <a:cubicBezTo>
                    <a:pt x="223" y="170"/>
                    <a:pt x="220" y="170"/>
                    <a:pt x="218" y="172"/>
                  </a:cubicBezTo>
                  <a:cubicBezTo>
                    <a:pt x="152" y="223"/>
                    <a:pt x="152" y="223"/>
                    <a:pt x="152" y="223"/>
                  </a:cubicBezTo>
                  <a:cubicBezTo>
                    <a:pt x="151" y="224"/>
                    <a:pt x="149" y="227"/>
                    <a:pt x="149" y="229"/>
                  </a:cubicBezTo>
                  <a:cubicBezTo>
                    <a:pt x="149" y="231"/>
                    <a:pt x="151" y="234"/>
                    <a:pt x="152" y="235"/>
                  </a:cubicBezTo>
                  <a:cubicBezTo>
                    <a:pt x="161" y="242"/>
                    <a:pt x="161" y="242"/>
                    <a:pt x="161" y="242"/>
                  </a:cubicBezTo>
                  <a:lnTo>
                    <a:pt x="51" y="284"/>
                  </a:lnTo>
                  <a:close/>
                  <a:moveTo>
                    <a:pt x="278" y="212"/>
                  </a:moveTo>
                  <a:cubicBezTo>
                    <a:pt x="278" y="246"/>
                    <a:pt x="278" y="246"/>
                    <a:pt x="278" y="246"/>
                  </a:cubicBezTo>
                  <a:cubicBezTo>
                    <a:pt x="223" y="246"/>
                    <a:pt x="223" y="246"/>
                    <a:pt x="223" y="246"/>
                  </a:cubicBezTo>
                  <a:cubicBezTo>
                    <a:pt x="218" y="246"/>
                    <a:pt x="215" y="250"/>
                    <a:pt x="215" y="254"/>
                  </a:cubicBezTo>
                  <a:cubicBezTo>
                    <a:pt x="215" y="263"/>
                    <a:pt x="215" y="263"/>
                    <a:pt x="215" y="263"/>
                  </a:cubicBezTo>
                  <a:cubicBezTo>
                    <a:pt x="170" y="229"/>
                    <a:pt x="170" y="229"/>
                    <a:pt x="170" y="229"/>
                  </a:cubicBezTo>
                  <a:cubicBezTo>
                    <a:pt x="215" y="195"/>
                    <a:pt x="215" y="195"/>
                    <a:pt x="215" y="195"/>
                  </a:cubicBezTo>
                  <a:cubicBezTo>
                    <a:pt x="215" y="204"/>
                    <a:pt x="215" y="204"/>
                    <a:pt x="215" y="204"/>
                  </a:cubicBezTo>
                  <a:cubicBezTo>
                    <a:pt x="215" y="208"/>
                    <a:pt x="218" y="212"/>
                    <a:pt x="223" y="212"/>
                  </a:cubicBezTo>
                  <a:lnTo>
                    <a:pt x="278" y="212"/>
                  </a:lnTo>
                  <a:close/>
                  <a:moveTo>
                    <a:pt x="321" y="176"/>
                  </a:moveTo>
                  <a:cubicBezTo>
                    <a:pt x="321" y="167"/>
                    <a:pt x="321" y="167"/>
                    <a:pt x="321" y="167"/>
                  </a:cubicBezTo>
                  <a:cubicBezTo>
                    <a:pt x="321" y="162"/>
                    <a:pt x="318" y="159"/>
                    <a:pt x="313" y="159"/>
                  </a:cubicBezTo>
                  <a:cubicBezTo>
                    <a:pt x="258" y="159"/>
                    <a:pt x="258" y="159"/>
                    <a:pt x="258" y="159"/>
                  </a:cubicBezTo>
                  <a:cubicBezTo>
                    <a:pt x="258" y="124"/>
                    <a:pt x="258" y="124"/>
                    <a:pt x="258" y="124"/>
                  </a:cubicBezTo>
                  <a:cubicBezTo>
                    <a:pt x="313" y="124"/>
                    <a:pt x="313" y="124"/>
                    <a:pt x="313" y="124"/>
                  </a:cubicBezTo>
                  <a:cubicBezTo>
                    <a:pt x="318" y="124"/>
                    <a:pt x="321" y="120"/>
                    <a:pt x="321" y="116"/>
                  </a:cubicBezTo>
                  <a:cubicBezTo>
                    <a:pt x="321" y="107"/>
                    <a:pt x="321" y="107"/>
                    <a:pt x="321" y="107"/>
                  </a:cubicBezTo>
                  <a:cubicBezTo>
                    <a:pt x="365" y="141"/>
                    <a:pt x="365" y="141"/>
                    <a:pt x="365" y="141"/>
                  </a:cubicBezTo>
                  <a:lnTo>
                    <a:pt x="321" y="176"/>
                  </a:lnTo>
                  <a:close/>
                  <a:moveTo>
                    <a:pt x="414" y="104"/>
                  </a:moveTo>
                  <a:cubicBezTo>
                    <a:pt x="409" y="105"/>
                    <a:pt x="405" y="108"/>
                    <a:pt x="402" y="112"/>
                  </a:cubicBezTo>
                  <a:cubicBezTo>
                    <a:pt x="402" y="112"/>
                    <a:pt x="401" y="113"/>
                    <a:pt x="401" y="114"/>
                  </a:cubicBezTo>
                  <a:cubicBezTo>
                    <a:pt x="401" y="114"/>
                    <a:pt x="401" y="114"/>
                    <a:pt x="401" y="114"/>
                  </a:cubicBezTo>
                  <a:cubicBezTo>
                    <a:pt x="401" y="115"/>
                    <a:pt x="400" y="115"/>
                    <a:pt x="400" y="115"/>
                  </a:cubicBezTo>
                  <a:cubicBezTo>
                    <a:pt x="400" y="116"/>
                    <a:pt x="400" y="116"/>
                    <a:pt x="400" y="117"/>
                  </a:cubicBezTo>
                  <a:cubicBezTo>
                    <a:pt x="400" y="117"/>
                    <a:pt x="400" y="117"/>
                    <a:pt x="400" y="117"/>
                  </a:cubicBezTo>
                  <a:cubicBezTo>
                    <a:pt x="399" y="117"/>
                    <a:pt x="399" y="118"/>
                    <a:pt x="399" y="119"/>
                  </a:cubicBezTo>
                  <a:cubicBezTo>
                    <a:pt x="399" y="119"/>
                    <a:pt x="399" y="119"/>
                    <a:pt x="399" y="119"/>
                  </a:cubicBezTo>
                  <a:cubicBezTo>
                    <a:pt x="399" y="119"/>
                    <a:pt x="399" y="119"/>
                    <a:pt x="399" y="119"/>
                  </a:cubicBezTo>
                  <a:cubicBezTo>
                    <a:pt x="374" y="237"/>
                    <a:pt x="374" y="237"/>
                    <a:pt x="374" y="237"/>
                  </a:cubicBezTo>
                  <a:cubicBezTo>
                    <a:pt x="364" y="163"/>
                    <a:pt x="364" y="163"/>
                    <a:pt x="364" y="163"/>
                  </a:cubicBezTo>
                  <a:cubicBezTo>
                    <a:pt x="383" y="147"/>
                    <a:pt x="383" y="147"/>
                    <a:pt x="383" y="147"/>
                  </a:cubicBezTo>
                  <a:cubicBezTo>
                    <a:pt x="385" y="146"/>
                    <a:pt x="386" y="144"/>
                    <a:pt x="386" y="141"/>
                  </a:cubicBezTo>
                  <a:cubicBezTo>
                    <a:pt x="386" y="139"/>
                    <a:pt x="385" y="136"/>
                    <a:pt x="383" y="135"/>
                  </a:cubicBezTo>
                  <a:cubicBezTo>
                    <a:pt x="357" y="114"/>
                    <a:pt x="357" y="114"/>
                    <a:pt x="357" y="114"/>
                  </a:cubicBezTo>
                  <a:cubicBezTo>
                    <a:pt x="351" y="75"/>
                    <a:pt x="351" y="75"/>
                    <a:pt x="351" y="75"/>
                  </a:cubicBezTo>
                  <a:cubicBezTo>
                    <a:pt x="351" y="74"/>
                    <a:pt x="351" y="73"/>
                    <a:pt x="351" y="72"/>
                  </a:cubicBezTo>
                  <a:cubicBezTo>
                    <a:pt x="351" y="68"/>
                    <a:pt x="352" y="67"/>
                    <a:pt x="352" y="66"/>
                  </a:cubicBezTo>
                  <a:cubicBezTo>
                    <a:pt x="353" y="66"/>
                    <a:pt x="354" y="65"/>
                    <a:pt x="358" y="64"/>
                  </a:cubicBezTo>
                  <a:cubicBezTo>
                    <a:pt x="358" y="64"/>
                    <a:pt x="358" y="64"/>
                    <a:pt x="358" y="64"/>
                  </a:cubicBezTo>
                  <a:cubicBezTo>
                    <a:pt x="358" y="64"/>
                    <a:pt x="358" y="64"/>
                    <a:pt x="358" y="64"/>
                  </a:cubicBezTo>
                  <a:cubicBezTo>
                    <a:pt x="358" y="63"/>
                    <a:pt x="410" y="44"/>
                    <a:pt x="428" y="37"/>
                  </a:cubicBezTo>
                  <a:cubicBezTo>
                    <a:pt x="429" y="37"/>
                    <a:pt x="430" y="37"/>
                    <a:pt x="430" y="37"/>
                  </a:cubicBezTo>
                  <a:cubicBezTo>
                    <a:pt x="431" y="37"/>
                    <a:pt x="431" y="38"/>
                    <a:pt x="431" y="39"/>
                  </a:cubicBezTo>
                  <a:cubicBezTo>
                    <a:pt x="432" y="41"/>
                    <a:pt x="433" y="44"/>
                    <a:pt x="435" y="48"/>
                  </a:cubicBezTo>
                  <a:cubicBezTo>
                    <a:pt x="437" y="51"/>
                    <a:pt x="442" y="56"/>
                    <a:pt x="449" y="56"/>
                  </a:cubicBezTo>
                  <a:cubicBezTo>
                    <a:pt x="451" y="56"/>
                    <a:pt x="453" y="56"/>
                    <a:pt x="454" y="55"/>
                  </a:cubicBezTo>
                  <a:cubicBezTo>
                    <a:pt x="467" y="51"/>
                    <a:pt x="546" y="20"/>
                    <a:pt x="558" y="16"/>
                  </a:cubicBezTo>
                  <a:cubicBezTo>
                    <a:pt x="558" y="17"/>
                    <a:pt x="559" y="17"/>
                    <a:pt x="559" y="18"/>
                  </a:cubicBezTo>
                  <a:cubicBezTo>
                    <a:pt x="559" y="18"/>
                    <a:pt x="559" y="18"/>
                    <a:pt x="559" y="18"/>
                  </a:cubicBezTo>
                  <a:cubicBezTo>
                    <a:pt x="559" y="19"/>
                    <a:pt x="559" y="19"/>
                    <a:pt x="559" y="19"/>
                  </a:cubicBezTo>
                  <a:cubicBezTo>
                    <a:pt x="563" y="48"/>
                    <a:pt x="563" y="48"/>
                    <a:pt x="563" y="48"/>
                  </a:cubicBezTo>
                  <a:cubicBezTo>
                    <a:pt x="530" y="60"/>
                    <a:pt x="416" y="103"/>
                    <a:pt x="414" y="104"/>
                  </a:cubicBezTo>
                  <a:close/>
                </a:path>
              </a:pathLst>
            </a:custGeom>
            <a:blipFill dpi="0" rotWithShape="1">
              <a:blip r:embed="rId24"/>
              <a:srcRect/>
              <a:stretch>
                <a:fillRect/>
              </a:stretch>
            </a:blipFill>
            <a:ln w="9525">
              <a:noFill/>
              <a:round/>
              <a:headEnd/>
              <a:tailEnd/>
            </a:ln>
          </p:spPr>
          <p:txBody>
            <a:bodyPr/>
            <a:lstStyle/>
            <a:p>
              <a:endParaRPr lang="en-GB"/>
            </a:p>
          </p:txBody>
        </p:sp>
        <p:sp>
          <p:nvSpPr>
            <p:cNvPr id="31875" name="Freeform 3"/>
            <p:cNvSpPr>
              <a:spLocks noChangeAspect="1" noEditPoints="1"/>
            </p:cNvSpPr>
            <p:nvPr/>
          </p:nvSpPr>
          <p:spPr bwMode="auto">
            <a:xfrm>
              <a:off x="4045344" y="3366510"/>
              <a:ext cx="107152" cy="90205"/>
            </a:xfrm>
            <a:custGeom>
              <a:avLst/>
              <a:gdLst>
                <a:gd name="T0" fmla="*/ 2147483647 w 359"/>
                <a:gd name="T1" fmla="*/ 0 h 290"/>
                <a:gd name="T2" fmla="*/ 2147483647 w 359"/>
                <a:gd name="T3" fmla="*/ 2147483647 h 290"/>
                <a:gd name="T4" fmla="*/ 2147483647 w 359"/>
                <a:gd name="T5" fmla="*/ 2147483647 h 290"/>
                <a:gd name="T6" fmla="*/ 2147483647 w 359"/>
                <a:gd name="T7" fmla="*/ 2147483647 h 290"/>
                <a:gd name="T8" fmla="*/ 2147483647 w 359"/>
                <a:gd name="T9" fmla="*/ 2147483647 h 290"/>
                <a:gd name="T10" fmla="*/ 2147483647 w 359"/>
                <a:gd name="T11" fmla="*/ 2147483647 h 290"/>
                <a:gd name="T12" fmla="*/ 2147483647 w 359"/>
                <a:gd name="T13" fmla="*/ 2147483647 h 290"/>
                <a:gd name="T14" fmla="*/ 2147483647 w 359"/>
                <a:gd name="T15" fmla="*/ 2147483647 h 290"/>
                <a:gd name="T16" fmla="*/ 2147483647 w 359"/>
                <a:gd name="T17" fmla="*/ 2147483647 h 290"/>
                <a:gd name="T18" fmla="*/ 2147483647 w 359"/>
                <a:gd name="T19" fmla="*/ 2147483647 h 290"/>
                <a:gd name="T20" fmla="*/ 2147483647 w 359"/>
                <a:gd name="T21" fmla="*/ 2147483647 h 290"/>
                <a:gd name="T22" fmla="*/ 2147483647 w 359"/>
                <a:gd name="T23" fmla="*/ 2147483647 h 290"/>
                <a:gd name="T24" fmla="*/ 2147483647 w 359"/>
                <a:gd name="T25" fmla="*/ 2147483647 h 290"/>
                <a:gd name="T26" fmla="*/ 2147483647 w 359"/>
                <a:gd name="T27" fmla="*/ 2147483647 h 290"/>
                <a:gd name="T28" fmla="*/ 2147483647 w 359"/>
                <a:gd name="T29" fmla="*/ 2147483647 h 290"/>
                <a:gd name="T30" fmla="*/ 2147483647 w 359"/>
                <a:gd name="T31" fmla="*/ 2147483647 h 290"/>
                <a:gd name="T32" fmla="*/ 2147483647 w 359"/>
                <a:gd name="T33" fmla="*/ 2147483647 h 290"/>
                <a:gd name="T34" fmla="*/ 2147483647 w 359"/>
                <a:gd name="T35" fmla="*/ 2147483647 h 290"/>
                <a:gd name="T36" fmla="*/ 2147483647 w 359"/>
                <a:gd name="T37" fmla="*/ 2147483647 h 290"/>
                <a:gd name="T38" fmla="*/ 2147483647 w 359"/>
                <a:gd name="T39" fmla="*/ 2147483647 h 290"/>
                <a:gd name="T40" fmla="*/ 2147483647 w 359"/>
                <a:gd name="T41" fmla="*/ 2147483647 h 290"/>
                <a:gd name="T42" fmla="*/ 2147483647 w 359"/>
                <a:gd name="T43" fmla="*/ 2147483647 h 290"/>
                <a:gd name="T44" fmla="*/ 2147483647 w 359"/>
                <a:gd name="T45" fmla="*/ 2147483647 h 290"/>
                <a:gd name="T46" fmla="*/ 2147483647 w 359"/>
                <a:gd name="T47" fmla="*/ 2147483647 h 290"/>
                <a:gd name="T48" fmla="*/ 2147483647 w 359"/>
                <a:gd name="T49" fmla="*/ 2147483647 h 290"/>
                <a:gd name="T50" fmla="*/ 2147483647 w 359"/>
                <a:gd name="T51" fmla="*/ 2147483647 h 290"/>
                <a:gd name="T52" fmla="*/ 2147483647 w 359"/>
                <a:gd name="T53" fmla="*/ 2147483647 h 290"/>
                <a:gd name="T54" fmla="*/ 2147483647 w 359"/>
                <a:gd name="T55" fmla="*/ 2147483647 h 290"/>
                <a:gd name="T56" fmla="*/ 2147483647 w 359"/>
                <a:gd name="T57" fmla="*/ 2147483647 h 290"/>
                <a:gd name="T58" fmla="*/ 2147483647 w 359"/>
                <a:gd name="T59" fmla="*/ 2147483647 h 290"/>
                <a:gd name="T60" fmla="*/ 2147483647 w 359"/>
                <a:gd name="T61" fmla="*/ 2147483647 h 290"/>
                <a:gd name="T62" fmla="*/ 2147483647 w 359"/>
                <a:gd name="T63" fmla="*/ 2147483647 h 290"/>
                <a:gd name="T64" fmla="*/ 2147483647 w 359"/>
                <a:gd name="T65" fmla="*/ 2147483647 h 290"/>
                <a:gd name="T66" fmla="*/ 2147483647 w 359"/>
                <a:gd name="T67" fmla="*/ 2147483647 h 290"/>
                <a:gd name="T68" fmla="*/ 2147483647 w 359"/>
                <a:gd name="T69" fmla="*/ 2147483647 h 290"/>
                <a:gd name="T70" fmla="*/ 2147483647 w 359"/>
                <a:gd name="T71" fmla="*/ 2147483647 h 29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59"/>
                <a:gd name="T109" fmla="*/ 0 h 290"/>
                <a:gd name="T110" fmla="*/ 359 w 359"/>
                <a:gd name="T111" fmla="*/ 290 h 29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59" h="290">
                  <a:moveTo>
                    <a:pt x="337" y="0"/>
                  </a:moveTo>
                  <a:cubicBezTo>
                    <a:pt x="312" y="0"/>
                    <a:pt x="312" y="0"/>
                    <a:pt x="312" y="0"/>
                  </a:cubicBezTo>
                  <a:cubicBezTo>
                    <a:pt x="299" y="0"/>
                    <a:pt x="286" y="10"/>
                    <a:pt x="284" y="23"/>
                  </a:cubicBezTo>
                  <a:cubicBezTo>
                    <a:pt x="279" y="49"/>
                    <a:pt x="279" y="49"/>
                    <a:pt x="279" y="49"/>
                  </a:cubicBezTo>
                  <a:cubicBezTo>
                    <a:pt x="275" y="46"/>
                    <a:pt x="270" y="44"/>
                    <a:pt x="264" y="44"/>
                  </a:cubicBezTo>
                  <a:cubicBezTo>
                    <a:pt x="28" y="44"/>
                    <a:pt x="28" y="44"/>
                    <a:pt x="28" y="44"/>
                  </a:cubicBezTo>
                  <a:cubicBezTo>
                    <a:pt x="20" y="44"/>
                    <a:pt x="12" y="48"/>
                    <a:pt x="7" y="54"/>
                  </a:cubicBezTo>
                  <a:cubicBezTo>
                    <a:pt x="2" y="60"/>
                    <a:pt x="0" y="68"/>
                    <a:pt x="1" y="76"/>
                  </a:cubicBezTo>
                  <a:cubicBezTo>
                    <a:pt x="20" y="191"/>
                    <a:pt x="20" y="191"/>
                    <a:pt x="20" y="191"/>
                  </a:cubicBezTo>
                  <a:cubicBezTo>
                    <a:pt x="22" y="204"/>
                    <a:pt x="34" y="215"/>
                    <a:pt x="48" y="215"/>
                  </a:cubicBezTo>
                  <a:cubicBezTo>
                    <a:pt x="241" y="215"/>
                    <a:pt x="241" y="215"/>
                    <a:pt x="241" y="215"/>
                  </a:cubicBezTo>
                  <a:cubicBezTo>
                    <a:pt x="244" y="215"/>
                    <a:pt x="246" y="214"/>
                    <a:pt x="249" y="214"/>
                  </a:cubicBezTo>
                  <a:cubicBezTo>
                    <a:pt x="245" y="233"/>
                    <a:pt x="242" y="249"/>
                    <a:pt x="242" y="249"/>
                  </a:cubicBezTo>
                  <a:cubicBezTo>
                    <a:pt x="242" y="250"/>
                    <a:pt x="240" y="252"/>
                    <a:pt x="238" y="252"/>
                  </a:cubicBezTo>
                  <a:cubicBezTo>
                    <a:pt x="234" y="252"/>
                    <a:pt x="234" y="252"/>
                    <a:pt x="234" y="252"/>
                  </a:cubicBezTo>
                  <a:cubicBezTo>
                    <a:pt x="231" y="240"/>
                    <a:pt x="220" y="231"/>
                    <a:pt x="206" y="231"/>
                  </a:cubicBezTo>
                  <a:cubicBezTo>
                    <a:pt x="193" y="231"/>
                    <a:pt x="182" y="240"/>
                    <a:pt x="178" y="252"/>
                  </a:cubicBezTo>
                  <a:cubicBezTo>
                    <a:pt x="89" y="252"/>
                    <a:pt x="89" y="252"/>
                    <a:pt x="89" y="252"/>
                  </a:cubicBezTo>
                  <a:cubicBezTo>
                    <a:pt x="86" y="240"/>
                    <a:pt x="75" y="231"/>
                    <a:pt x="61" y="231"/>
                  </a:cubicBezTo>
                  <a:cubicBezTo>
                    <a:pt x="45" y="231"/>
                    <a:pt x="32" y="244"/>
                    <a:pt x="32" y="260"/>
                  </a:cubicBezTo>
                  <a:cubicBezTo>
                    <a:pt x="32" y="277"/>
                    <a:pt x="45" y="290"/>
                    <a:pt x="61" y="290"/>
                  </a:cubicBezTo>
                  <a:cubicBezTo>
                    <a:pt x="75" y="290"/>
                    <a:pt x="86" y="281"/>
                    <a:pt x="90" y="268"/>
                  </a:cubicBezTo>
                  <a:cubicBezTo>
                    <a:pt x="178" y="268"/>
                    <a:pt x="178" y="268"/>
                    <a:pt x="178" y="268"/>
                  </a:cubicBezTo>
                  <a:cubicBezTo>
                    <a:pt x="182" y="281"/>
                    <a:pt x="193" y="290"/>
                    <a:pt x="206" y="290"/>
                  </a:cubicBezTo>
                  <a:cubicBezTo>
                    <a:pt x="220" y="290"/>
                    <a:pt x="231" y="281"/>
                    <a:pt x="234" y="268"/>
                  </a:cubicBezTo>
                  <a:cubicBezTo>
                    <a:pt x="238" y="268"/>
                    <a:pt x="238" y="268"/>
                    <a:pt x="238" y="268"/>
                  </a:cubicBezTo>
                  <a:cubicBezTo>
                    <a:pt x="248" y="268"/>
                    <a:pt x="256" y="261"/>
                    <a:pt x="258" y="252"/>
                  </a:cubicBezTo>
                  <a:cubicBezTo>
                    <a:pt x="262" y="229"/>
                    <a:pt x="266" y="210"/>
                    <a:pt x="268" y="195"/>
                  </a:cubicBezTo>
                  <a:cubicBezTo>
                    <a:pt x="269" y="194"/>
                    <a:pt x="269" y="193"/>
                    <a:pt x="269" y="191"/>
                  </a:cubicBezTo>
                  <a:cubicBezTo>
                    <a:pt x="281" y="127"/>
                    <a:pt x="281" y="127"/>
                    <a:pt x="281" y="127"/>
                  </a:cubicBezTo>
                  <a:cubicBezTo>
                    <a:pt x="281" y="126"/>
                    <a:pt x="281" y="125"/>
                    <a:pt x="281" y="123"/>
                  </a:cubicBezTo>
                  <a:cubicBezTo>
                    <a:pt x="280" y="122"/>
                    <a:pt x="280" y="121"/>
                    <a:pt x="279" y="120"/>
                  </a:cubicBezTo>
                  <a:cubicBezTo>
                    <a:pt x="278" y="120"/>
                    <a:pt x="278" y="119"/>
                    <a:pt x="277" y="119"/>
                  </a:cubicBezTo>
                  <a:cubicBezTo>
                    <a:pt x="276" y="118"/>
                    <a:pt x="275" y="118"/>
                    <a:pt x="274" y="118"/>
                  </a:cubicBezTo>
                  <a:cubicBezTo>
                    <a:pt x="270" y="117"/>
                    <a:pt x="266" y="120"/>
                    <a:pt x="265" y="124"/>
                  </a:cubicBezTo>
                  <a:cubicBezTo>
                    <a:pt x="265" y="124"/>
                    <a:pt x="265" y="124"/>
                    <a:pt x="265" y="124"/>
                  </a:cubicBezTo>
                  <a:cubicBezTo>
                    <a:pt x="265" y="125"/>
                    <a:pt x="259" y="159"/>
                    <a:pt x="253" y="191"/>
                  </a:cubicBezTo>
                  <a:cubicBezTo>
                    <a:pt x="251" y="195"/>
                    <a:pt x="246" y="199"/>
                    <a:pt x="241" y="199"/>
                  </a:cubicBezTo>
                  <a:cubicBezTo>
                    <a:pt x="48" y="199"/>
                    <a:pt x="48" y="199"/>
                    <a:pt x="48" y="199"/>
                  </a:cubicBezTo>
                  <a:cubicBezTo>
                    <a:pt x="42" y="199"/>
                    <a:pt x="37" y="194"/>
                    <a:pt x="36" y="189"/>
                  </a:cubicBezTo>
                  <a:cubicBezTo>
                    <a:pt x="17" y="73"/>
                    <a:pt x="17" y="73"/>
                    <a:pt x="17" y="73"/>
                  </a:cubicBezTo>
                  <a:cubicBezTo>
                    <a:pt x="17" y="70"/>
                    <a:pt x="17" y="66"/>
                    <a:pt x="19" y="64"/>
                  </a:cubicBezTo>
                  <a:cubicBezTo>
                    <a:pt x="21" y="62"/>
                    <a:pt x="25" y="60"/>
                    <a:pt x="28" y="60"/>
                  </a:cubicBezTo>
                  <a:cubicBezTo>
                    <a:pt x="264" y="60"/>
                    <a:pt x="264" y="60"/>
                    <a:pt x="264" y="60"/>
                  </a:cubicBezTo>
                  <a:cubicBezTo>
                    <a:pt x="268" y="60"/>
                    <a:pt x="271" y="62"/>
                    <a:pt x="273" y="64"/>
                  </a:cubicBezTo>
                  <a:cubicBezTo>
                    <a:pt x="275" y="66"/>
                    <a:pt x="275" y="69"/>
                    <a:pt x="275" y="72"/>
                  </a:cubicBezTo>
                  <a:cubicBezTo>
                    <a:pt x="271" y="93"/>
                    <a:pt x="271" y="93"/>
                    <a:pt x="271" y="93"/>
                  </a:cubicBezTo>
                  <a:cubicBezTo>
                    <a:pt x="271" y="93"/>
                    <a:pt x="271" y="93"/>
                    <a:pt x="271" y="93"/>
                  </a:cubicBezTo>
                  <a:cubicBezTo>
                    <a:pt x="270" y="97"/>
                    <a:pt x="273" y="102"/>
                    <a:pt x="277" y="102"/>
                  </a:cubicBezTo>
                  <a:cubicBezTo>
                    <a:pt x="282" y="103"/>
                    <a:pt x="286" y="100"/>
                    <a:pt x="287" y="96"/>
                  </a:cubicBezTo>
                  <a:cubicBezTo>
                    <a:pt x="290" y="76"/>
                    <a:pt x="290" y="76"/>
                    <a:pt x="290" y="76"/>
                  </a:cubicBezTo>
                  <a:cubicBezTo>
                    <a:pt x="291" y="76"/>
                    <a:pt x="291" y="75"/>
                    <a:pt x="291" y="75"/>
                  </a:cubicBezTo>
                  <a:cubicBezTo>
                    <a:pt x="300" y="26"/>
                    <a:pt x="300" y="26"/>
                    <a:pt x="300" y="26"/>
                  </a:cubicBezTo>
                  <a:cubicBezTo>
                    <a:pt x="301" y="20"/>
                    <a:pt x="307" y="16"/>
                    <a:pt x="312" y="16"/>
                  </a:cubicBezTo>
                  <a:cubicBezTo>
                    <a:pt x="337" y="16"/>
                    <a:pt x="337" y="16"/>
                    <a:pt x="337" y="16"/>
                  </a:cubicBezTo>
                  <a:cubicBezTo>
                    <a:pt x="341" y="16"/>
                    <a:pt x="343" y="19"/>
                    <a:pt x="343" y="22"/>
                  </a:cubicBezTo>
                  <a:cubicBezTo>
                    <a:pt x="343" y="27"/>
                    <a:pt x="338" y="27"/>
                    <a:pt x="337" y="27"/>
                  </a:cubicBezTo>
                  <a:cubicBezTo>
                    <a:pt x="322" y="27"/>
                    <a:pt x="322" y="27"/>
                    <a:pt x="322" y="27"/>
                  </a:cubicBezTo>
                  <a:cubicBezTo>
                    <a:pt x="318" y="27"/>
                    <a:pt x="314" y="31"/>
                    <a:pt x="314" y="35"/>
                  </a:cubicBezTo>
                  <a:cubicBezTo>
                    <a:pt x="314" y="40"/>
                    <a:pt x="318" y="43"/>
                    <a:pt x="322" y="43"/>
                  </a:cubicBezTo>
                  <a:cubicBezTo>
                    <a:pt x="337" y="43"/>
                    <a:pt x="337" y="43"/>
                    <a:pt x="337" y="43"/>
                  </a:cubicBezTo>
                  <a:cubicBezTo>
                    <a:pt x="350" y="43"/>
                    <a:pt x="359" y="35"/>
                    <a:pt x="359" y="22"/>
                  </a:cubicBezTo>
                  <a:cubicBezTo>
                    <a:pt x="359" y="10"/>
                    <a:pt x="349" y="0"/>
                    <a:pt x="337" y="0"/>
                  </a:cubicBezTo>
                  <a:close/>
                  <a:moveTo>
                    <a:pt x="61" y="274"/>
                  </a:moveTo>
                  <a:cubicBezTo>
                    <a:pt x="54" y="274"/>
                    <a:pt x="48" y="268"/>
                    <a:pt x="48" y="260"/>
                  </a:cubicBezTo>
                  <a:cubicBezTo>
                    <a:pt x="48" y="253"/>
                    <a:pt x="54" y="247"/>
                    <a:pt x="61" y="247"/>
                  </a:cubicBezTo>
                  <a:cubicBezTo>
                    <a:pt x="69" y="247"/>
                    <a:pt x="75" y="253"/>
                    <a:pt x="75" y="260"/>
                  </a:cubicBezTo>
                  <a:cubicBezTo>
                    <a:pt x="75" y="268"/>
                    <a:pt x="69" y="274"/>
                    <a:pt x="61" y="274"/>
                  </a:cubicBezTo>
                  <a:close/>
                  <a:moveTo>
                    <a:pt x="206" y="274"/>
                  </a:moveTo>
                  <a:cubicBezTo>
                    <a:pt x="199" y="274"/>
                    <a:pt x="193" y="268"/>
                    <a:pt x="193" y="260"/>
                  </a:cubicBezTo>
                  <a:cubicBezTo>
                    <a:pt x="193" y="253"/>
                    <a:pt x="199" y="247"/>
                    <a:pt x="206" y="247"/>
                  </a:cubicBezTo>
                  <a:cubicBezTo>
                    <a:pt x="214" y="247"/>
                    <a:pt x="219" y="253"/>
                    <a:pt x="219" y="260"/>
                  </a:cubicBezTo>
                  <a:cubicBezTo>
                    <a:pt x="219" y="268"/>
                    <a:pt x="214" y="274"/>
                    <a:pt x="206" y="274"/>
                  </a:cubicBezTo>
                  <a:close/>
                </a:path>
              </a:pathLst>
            </a:custGeom>
            <a:blipFill dpi="0" rotWithShape="1">
              <a:blip r:embed="rId25"/>
              <a:srcRect/>
              <a:stretch>
                <a:fillRect/>
              </a:stretch>
            </a:blipFill>
            <a:ln w="9525">
              <a:noFill/>
              <a:round/>
              <a:headEnd/>
              <a:tailEnd/>
            </a:ln>
          </p:spPr>
          <p:txBody>
            <a:bodyPr/>
            <a:lstStyle/>
            <a:p>
              <a:endParaRPr lang="en-GB"/>
            </a:p>
          </p:txBody>
        </p:sp>
        <p:sp>
          <p:nvSpPr>
            <p:cNvPr id="31876" name="Freeform 3"/>
            <p:cNvSpPr>
              <a:spLocks noChangeAspect="1" noEditPoints="1"/>
            </p:cNvSpPr>
            <p:nvPr/>
          </p:nvSpPr>
          <p:spPr bwMode="auto">
            <a:xfrm>
              <a:off x="4193855" y="2932508"/>
              <a:ext cx="133845" cy="64563"/>
            </a:xfrm>
            <a:custGeom>
              <a:avLst/>
              <a:gdLst>
                <a:gd name="T0" fmla="*/ 2147483647 w 448"/>
                <a:gd name="T1" fmla="*/ 2147483647 h 208"/>
                <a:gd name="T2" fmla="*/ 2147483647 w 448"/>
                <a:gd name="T3" fmla="*/ 2147483647 h 208"/>
                <a:gd name="T4" fmla="*/ 2147483647 w 448"/>
                <a:gd name="T5" fmla="*/ 2147483647 h 208"/>
                <a:gd name="T6" fmla="*/ 2147483647 w 448"/>
                <a:gd name="T7" fmla="*/ 2147483647 h 208"/>
                <a:gd name="T8" fmla="*/ 2147483647 w 448"/>
                <a:gd name="T9" fmla="*/ 2147483647 h 208"/>
                <a:gd name="T10" fmla="*/ 2147483647 w 448"/>
                <a:gd name="T11" fmla="*/ 2147483647 h 208"/>
                <a:gd name="T12" fmla="*/ 2147483647 w 448"/>
                <a:gd name="T13" fmla="*/ 2147483647 h 208"/>
                <a:gd name="T14" fmla="*/ 2147483647 w 448"/>
                <a:gd name="T15" fmla="*/ 2147483647 h 208"/>
                <a:gd name="T16" fmla="*/ 2147483647 w 448"/>
                <a:gd name="T17" fmla="*/ 2147483647 h 208"/>
                <a:gd name="T18" fmla="*/ 2147483647 w 448"/>
                <a:gd name="T19" fmla="*/ 2147483647 h 208"/>
                <a:gd name="T20" fmla="*/ 2147483647 w 448"/>
                <a:gd name="T21" fmla="*/ 2147483647 h 208"/>
                <a:gd name="T22" fmla="*/ 2147483647 w 448"/>
                <a:gd name="T23" fmla="*/ 2147483647 h 208"/>
                <a:gd name="T24" fmla="*/ 2147483647 w 448"/>
                <a:gd name="T25" fmla="*/ 2147483647 h 208"/>
                <a:gd name="T26" fmla="*/ 2147483647 w 448"/>
                <a:gd name="T27" fmla="*/ 2147483647 h 208"/>
                <a:gd name="T28" fmla="*/ 2147483647 w 448"/>
                <a:gd name="T29" fmla="*/ 2147483647 h 208"/>
                <a:gd name="T30" fmla="*/ 2147483647 w 448"/>
                <a:gd name="T31" fmla="*/ 2147483647 h 208"/>
                <a:gd name="T32" fmla="*/ 2147483647 w 448"/>
                <a:gd name="T33" fmla="*/ 2147483647 h 208"/>
                <a:gd name="T34" fmla="*/ 2147483647 w 448"/>
                <a:gd name="T35" fmla="*/ 2147483647 h 208"/>
                <a:gd name="T36" fmla="*/ 2147483647 w 448"/>
                <a:gd name="T37" fmla="*/ 2147483647 h 208"/>
                <a:gd name="T38" fmla="*/ 2147483647 w 448"/>
                <a:gd name="T39" fmla="*/ 2147483647 h 208"/>
                <a:gd name="T40" fmla="*/ 2147483647 w 448"/>
                <a:gd name="T41" fmla="*/ 2147483647 h 208"/>
                <a:gd name="T42" fmla="*/ 2147483647 w 448"/>
                <a:gd name="T43" fmla="*/ 2147483647 h 208"/>
                <a:gd name="T44" fmla="*/ 2147483647 w 448"/>
                <a:gd name="T45" fmla="*/ 2147483647 h 208"/>
                <a:gd name="T46" fmla="*/ 2147483647 w 448"/>
                <a:gd name="T47" fmla="*/ 2147483647 h 208"/>
                <a:gd name="T48" fmla="*/ 2147483647 w 448"/>
                <a:gd name="T49" fmla="*/ 2147483647 h 208"/>
                <a:gd name="T50" fmla="*/ 2147483647 w 448"/>
                <a:gd name="T51" fmla="*/ 2147483647 h 208"/>
                <a:gd name="T52" fmla="*/ 2147483647 w 448"/>
                <a:gd name="T53" fmla="*/ 2147483647 h 208"/>
                <a:gd name="T54" fmla="*/ 2147483647 w 448"/>
                <a:gd name="T55" fmla="*/ 2147483647 h 208"/>
                <a:gd name="T56" fmla="*/ 2147483647 w 448"/>
                <a:gd name="T57" fmla="*/ 2147483647 h 208"/>
                <a:gd name="T58" fmla="*/ 2147483647 w 448"/>
                <a:gd name="T59" fmla="*/ 2147483647 h 208"/>
                <a:gd name="T60" fmla="*/ 2147483647 w 448"/>
                <a:gd name="T61" fmla="*/ 2147483647 h 208"/>
                <a:gd name="T62" fmla="*/ 2147483647 w 448"/>
                <a:gd name="T63" fmla="*/ 2147483647 h 208"/>
                <a:gd name="T64" fmla="*/ 2147483647 w 448"/>
                <a:gd name="T65" fmla="*/ 2147483647 h 20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48"/>
                <a:gd name="T100" fmla="*/ 0 h 208"/>
                <a:gd name="T101" fmla="*/ 448 w 448"/>
                <a:gd name="T102" fmla="*/ 208 h 20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48" h="208">
                  <a:moveTo>
                    <a:pt x="447" y="114"/>
                  </a:moveTo>
                  <a:cubicBezTo>
                    <a:pt x="446" y="110"/>
                    <a:pt x="442" y="107"/>
                    <a:pt x="438" y="108"/>
                  </a:cubicBezTo>
                  <a:cubicBezTo>
                    <a:pt x="433" y="109"/>
                    <a:pt x="431" y="114"/>
                    <a:pt x="432" y="118"/>
                  </a:cubicBezTo>
                  <a:cubicBezTo>
                    <a:pt x="432" y="120"/>
                    <a:pt x="432" y="122"/>
                    <a:pt x="432" y="125"/>
                  </a:cubicBezTo>
                  <a:cubicBezTo>
                    <a:pt x="432" y="142"/>
                    <a:pt x="428" y="154"/>
                    <a:pt x="423" y="161"/>
                  </a:cubicBezTo>
                  <a:cubicBezTo>
                    <a:pt x="420" y="164"/>
                    <a:pt x="418" y="167"/>
                    <a:pt x="417" y="169"/>
                  </a:cubicBezTo>
                  <a:cubicBezTo>
                    <a:pt x="416" y="169"/>
                    <a:pt x="416" y="169"/>
                    <a:pt x="416" y="169"/>
                  </a:cubicBezTo>
                  <a:cubicBezTo>
                    <a:pt x="408" y="169"/>
                    <a:pt x="408" y="169"/>
                    <a:pt x="408" y="169"/>
                  </a:cubicBezTo>
                  <a:cubicBezTo>
                    <a:pt x="408" y="167"/>
                    <a:pt x="408" y="165"/>
                    <a:pt x="408" y="163"/>
                  </a:cubicBezTo>
                  <a:cubicBezTo>
                    <a:pt x="408" y="139"/>
                    <a:pt x="388" y="119"/>
                    <a:pt x="363" y="119"/>
                  </a:cubicBezTo>
                  <a:cubicBezTo>
                    <a:pt x="339" y="119"/>
                    <a:pt x="319" y="139"/>
                    <a:pt x="319" y="163"/>
                  </a:cubicBezTo>
                  <a:cubicBezTo>
                    <a:pt x="319" y="165"/>
                    <a:pt x="319" y="167"/>
                    <a:pt x="319" y="169"/>
                  </a:cubicBezTo>
                  <a:cubicBezTo>
                    <a:pt x="141" y="169"/>
                    <a:pt x="141" y="169"/>
                    <a:pt x="141" y="169"/>
                  </a:cubicBezTo>
                  <a:cubicBezTo>
                    <a:pt x="141" y="167"/>
                    <a:pt x="141" y="165"/>
                    <a:pt x="141" y="163"/>
                  </a:cubicBezTo>
                  <a:cubicBezTo>
                    <a:pt x="141" y="139"/>
                    <a:pt x="121" y="119"/>
                    <a:pt x="96" y="119"/>
                  </a:cubicBezTo>
                  <a:cubicBezTo>
                    <a:pt x="72" y="119"/>
                    <a:pt x="52" y="139"/>
                    <a:pt x="52" y="163"/>
                  </a:cubicBezTo>
                  <a:cubicBezTo>
                    <a:pt x="52" y="165"/>
                    <a:pt x="52" y="167"/>
                    <a:pt x="52" y="169"/>
                  </a:cubicBezTo>
                  <a:cubicBezTo>
                    <a:pt x="29" y="169"/>
                    <a:pt x="29" y="169"/>
                    <a:pt x="29" y="169"/>
                  </a:cubicBezTo>
                  <a:cubicBezTo>
                    <a:pt x="23" y="169"/>
                    <a:pt x="22" y="167"/>
                    <a:pt x="19" y="163"/>
                  </a:cubicBezTo>
                  <a:cubicBezTo>
                    <a:pt x="17" y="159"/>
                    <a:pt x="16" y="152"/>
                    <a:pt x="16" y="147"/>
                  </a:cubicBezTo>
                  <a:cubicBezTo>
                    <a:pt x="16" y="136"/>
                    <a:pt x="21" y="126"/>
                    <a:pt x="31" y="118"/>
                  </a:cubicBezTo>
                  <a:cubicBezTo>
                    <a:pt x="44" y="105"/>
                    <a:pt x="67" y="96"/>
                    <a:pt x="86" y="90"/>
                  </a:cubicBezTo>
                  <a:cubicBezTo>
                    <a:pt x="95" y="87"/>
                    <a:pt x="103" y="85"/>
                    <a:pt x="110" y="84"/>
                  </a:cubicBezTo>
                  <a:cubicBezTo>
                    <a:pt x="114" y="83"/>
                    <a:pt x="117" y="82"/>
                    <a:pt x="119" y="82"/>
                  </a:cubicBezTo>
                  <a:cubicBezTo>
                    <a:pt x="384" y="82"/>
                    <a:pt x="384" y="82"/>
                    <a:pt x="384" y="82"/>
                  </a:cubicBezTo>
                  <a:cubicBezTo>
                    <a:pt x="385" y="82"/>
                    <a:pt x="386" y="82"/>
                    <a:pt x="387" y="83"/>
                  </a:cubicBezTo>
                  <a:cubicBezTo>
                    <a:pt x="392" y="84"/>
                    <a:pt x="406" y="89"/>
                    <a:pt x="417" y="97"/>
                  </a:cubicBezTo>
                  <a:cubicBezTo>
                    <a:pt x="420" y="100"/>
                    <a:pt x="425" y="99"/>
                    <a:pt x="428" y="95"/>
                  </a:cubicBezTo>
                  <a:cubicBezTo>
                    <a:pt x="431" y="92"/>
                    <a:pt x="430" y="87"/>
                    <a:pt x="426" y="84"/>
                  </a:cubicBezTo>
                  <a:cubicBezTo>
                    <a:pt x="412" y="74"/>
                    <a:pt x="397" y="69"/>
                    <a:pt x="390" y="67"/>
                  </a:cubicBezTo>
                  <a:cubicBezTo>
                    <a:pt x="381" y="55"/>
                    <a:pt x="333" y="0"/>
                    <a:pt x="248" y="0"/>
                  </a:cubicBezTo>
                  <a:cubicBezTo>
                    <a:pt x="165" y="0"/>
                    <a:pt x="123" y="53"/>
                    <a:pt x="113" y="67"/>
                  </a:cubicBezTo>
                  <a:cubicBezTo>
                    <a:pt x="105" y="68"/>
                    <a:pt x="83" y="73"/>
                    <a:pt x="60" y="82"/>
                  </a:cubicBezTo>
                  <a:cubicBezTo>
                    <a:pt x="46" y="88"/>
                    <a:pt x="31" y="96"/>
                    <a:pt x="20" y="106"/>
                  </a:cubicBezTo>
                  <a:cubicBezTo>
                    <a:pt x="8" y="116"/>
                    <a:pt x="0" y="130"/>
                    <a:pt x="0" y="147"/>
                  </a:cubicBezTo>
                  <a:cubicBezTo>
                    <a:pt x="0" y="153"/>
                    <a:pt x="1" y="162"/>
                    <a:pt x="5" y="170"/>
                  </a:cubicBezTo>
                  <a:cubicBezTo>
                    <a:pt x="8" y="178"/>
                    <a:pt x="17" y="185"/>
                    <a:pt x="29" y="185"/>
                  </a:cubicBezTo>
                  <a:cubicBezTo>
                    <a:pt x="57" y="185"/>
                    <a:pt x="57" y="185"/>
                    <a:pt x="57" y="185"/>
                  </a:cubicBezTo>
                  <a:cubicBezTo>
                    <a:pt x="65" y="199"/>
                    <a:pt x="80" y="208"/>
                    <a:pt x="96" y="208"/>
                  </a:cubicBezTo>
                  <a:cubicBezTo>
                    <a:pt x="113" y="208"/>
                    <a:pt x="128" y="199"/>
                    <a:pt x="135" y="185"/>
                  </a:cubicBezTo>
                  <a:cubicBezTo>
                    <a:pt x="324" y="185"/>
                    <a:pt x="324" y="185"/>
                    <a:pt x="324" y="185"/>
                  </a:cubicBezTo>
                  <a:cubicBezTo>
                    <a:pt x="332" y="199"/>
                    <a:pt x="347" y="208"/>
                    <a:pt x="363" y="208"/>
                  </a:cubicBezTo>
                  <a:cubicBezTo>
                    <a:pt x="380" y="208"/>
                    <a:pt x="395" y="199"/>
                    <a:pt x="402" y="185"/>
                  </a:cubicBezTo>
                  <a:cubicBezTo>
                    <a:pt x="402" y="185"/>
                    <a:pt x="402" y="185"/>
                    <a:pt x="402" y="185"/>
                  </a:cubicBezTo>
                  <a:cubicBezTo>
                    <a:pt x="419" y="185"/>
                    <a:pt x="419" y="185"/>
                    <a:pt x="419" y="185"/>
                  </a:cubicBezTo>
                  <a:cubicBezTo>
                    <a:pt x="420" y="185"/>
                    <a:pt x="422" y="185"/>
                    <a:pt x="423" y="184"/>
                  </a:cubicBezTo>
                  <a:cubicBezTo>
                    <a:pt x="424" y="183"/>
                    <a:pt x="448" y="166"/>
                    <a:pt x="448" y="125"/>
                  </a:cubicBezTo>
                  <a:cubicBezTo>
                    <a:pt x="448" y="121"/>
                    <a:pt x="448" y="117"/>
                    <a:pt x="447" y="114"/>
                  </a:cubicBezTo>
                  <a:close/>
                  <a:moveTo>
                    <a:pt x="256" y="16"/>
                  </a:moveTo>
                  <a:cubicBezTo>
                    <a:pt x="296" y="18"/>
                    <a:pt x="326" y="32"/>
                    <a:pt x="346" y="47"/>
                  </a:cubicBezTo>
                  <a:cubicBezTo>
                    <a:pt x="356" y="54"/>
                    <a:pt x="363" y="60"/>
                    <a:pt x="368" y="66"/>
                  </a:cubicBezTo>
                  <a:cubicBezTo>
                    <a:pt x="256" y="66"/>
                    <a:pt x="256" y="66"/>
                    <a:pt x="256" y="66"/>
                  </a:cubicBezTo>
                  <a:lnTo>
                    <a:pt x="256" y="16"/>
                  </a:lnTo>
                  <a:close/>
                  <a:moveTo>
                    <a:pt x="240" y="16"/>
                  </a:moveTo>
                  <a:cubicBezTo>
                    <a:pt x="240" y="66"/>
                    <a:pt x="240" y="66"/>
                    <a:pt x="240" y="66"/>
                  </a:cubicBezTo>
                  <a:cubicBezTo>
                    <a:pt x="134" y="66"/>
                    <a:pt x="134" y="66"/>
                    <a:pt x="134" y="66"/>
                  </a:cubicBezTo>
                  <a:cubicBezTo>
                    <a:pt x="149" y="49"/>
                    <a:pt x="183" y="18"/>
                    <a:pt x="240" y="16"/>
                  </a:cubicBezTo>
                  <a:close/>
                  <a:moveTo>
                    <a:pt x="96" y="192"/>
                  </a:moveTo>
                  <a:cubicBezTo>
                    <a:pt x="80" y="192"/>
                    <a:pt x="68" y="179"/>
                    <a:pt x="68" y="163"/>
                  </a:cubicBezTo>
                  <a:cubicBezTo>
                    <a:pt x="68" y="148"/>
                    <a:pt x="80" y="135"/>
                    <a:pt x="96" y="135"/>
                  </a:cubicBezTo>
                  <a:cubicBezTo>
                    <a:pt x="112" y="135"/>
                    <a:pt x="125" y="148"/>
                    <a:pt x="125" y="163"/>
                  </a:cubicBezTo>
                  <a:cubicBezTo>
                    <a:pt x="125" y="179"/>
                    <a:pt x="112" y="192"/>
                    <a:pt x="96" y="192"/>
                  </a:cubicBezTo>
                  <a:close/>
                  <a:moveTo>
                    <a:pt x="363" y="192"/>
                  </a:moveTo>
                  <a:cubicBezTo>
                    <a:pt x="348" y="192"/>
                    <a:pt x="335" y="179"/>
                    <a:pt x="335" y="163"/>
                  </a:cubicBezTo>
                  <a:cubicBezTo>
                    <a:pt x="335" y="148"/>
                    <a:pt x="348" y="135"/>
                    <a:pt x="363" y="135"/>
                  </a:cubicBezTo>
                  <a:cubicBezTo>
                    <a:pt x="379" y="135"/>
                    <a:pt x="392" y="148"/>
                    <a:pt x="392" y="163"/>
                  </a:cubicBezTo>
                  <a:cubicBezTo>
                    <a:pt x="392" y="179"/>
                    <a:pt x="379" y="192"/>
                    <a:pt x="363" y="192"/>
                  </a:cubicBezTo>
                  <a:close/>
                </a:path>
              </a:pathLst>
            </a:custGeom>
            <a:blipFill dpi="0" rotWithShape="1">
              <a:blip r:embed="rId26"/>
              <a:srcRect/>
              <a:stretch>
                <a:fillRect/>
              </a:stretch>
            </a:blipFill>
            <a:ln w="9525">
              <a:noFill/>
              <a:round/>
              <a:headEnd/>
              <a:tailEnd/>
            </a:ln>
          </p:spPr>
          <p:txBody>
            <a:bodyPr/>
            <a:lstStyle/>
            <a:p>
              <a:endParaRPr lang="en-GB"/>
            </a:p>
          </p:txBody>
        </p:sp>
        <p:sp>
          <p:nvSpPr>
            <p:cNvPr id="31877" name="Freeform 3"/>
            <p:cNvSpPr>
              <a:spLocks noChangeAspect="1" noEditPoints="1"/>
            </p:cNvSpPr>
            <p:nvPr/>
          </p:nvSpPr>
          <p:spPr bwMode="auto">
            <a:xfrm>
              <a:off x="4148757" y="3067788"/>
              <a:ext cx="149912" cy="84814"/>
            </a:xfrm>
            <a:custGeom>
              <a:avLst/>
              <a:gdLst>
                <a:gd name="T0" fmla="*/ 2147483647 w 502"/>
                <a:gd name="T1" fmla="*/ 2147483647 h 273"/>
                <a:gd name="T2" fmla="*/ 2147483647 w 502"/>
                <a:gd name="T3" fmla="*/ 2147483647 h 273"/>
                <a:gd name="T4" fmla="*/ 2147483647 w 502"/>
                <a:gd name="T5" fmla="*/ 2147483647 h 273"/>
                <a:gd name="T6" fmla="*/ 2147483647 w 502"/>
                <a:gd name="T7" fmla="*/ 2147483647 h 273"/>
                <a:gd name="T8" fmla="*/ 2147483647 w 502"/>
                <a:gd name="T9" fmla="*/ 2147483647 h 273"/>
                <a:gd name="T10" fmla="*/ 2147483647 w 502"/>
                <a:gd name="T11" fmla="*/ 2147483647 h 273"/>
                <a:gd name="T12" fmla="*/ 2147483647 w 502"/>
                <a:gd name="T13" fmla="*/ 2147483647 h 273"/>
                <a:gd name="T14" fmla="*/ 2147483647 w 502"/>
                <a:gd name="T15" fmla="*/ 2147483647 h 273"/>
                <a:gd name="T16" fmla="*/ 2147483647 w 502"/>
                <a:gd name="T17" fmla="*/ 2147483647 h 273"/>
                <a:gd name="T18" fmla="*/ 2147483647 w 502"/>
                <a:gd name="T19" fmla="*/ 2147483647 h 273"/>
                <a:gd name="T20" fmla="*/ 2147483647 w 502"/>
                <a:gd name="T21" fmla="*/ 2147483647 h 273"/>
                <a:gd name="T22" fmla="*/ 2147483647 w 502"/>
                <a:gd name="T23" fmla="*/ 0 h 273"/>
                <a:gd name="T24" fmla="*/ 2147483647 w 502"/>
                <a:gd name="T25" fmla="*/ 2147483647 h 273"/>
                <a:gd name="T26" fmla="*/ 2147483647 w 502"/>
                <a:gd name="T27" fmla="*/ 2147483647 h 273"/>
                <a:gd name="T28" fmla="*/ 0 w 502"/>
                <a:gd name="T29" fmla="*/ 2147483647 h 273"/>
                <a:gd name="T30" fmla="*/ 2147483647 w 502"/>
                <a:gd name="T31" fmla="*/ 2147483647 h 273"/>
                <a:gd name="T32" fmla="*/ 2147483647 w 502"/>
                <a:gd name="T33" fmla="*/ 2147483647 h 273"/>
                <a:gd name="T34" fmla="*/ 2147483647 w 502"/>
                <a:gd name="T35" fmla="*/ 2147483647 h 273"/>
                <a:gd name="T36" fmla="*/ 2147483647 w 502"/>
                <a:gd name="T37" fmla="*/ 2147483647 h 273"/>
                <a:gd name="T38" fmla="*/ 2147483647 w 502"/>
                <a:gd name="T39" fmla="*/ 2147483647 h 273"/>
                <a:gd name="T40" fmla="*/ 2147483647 w 502"/>
                <a:gd name="T41" fmla="*/ 2147483647 h 273"/>
                <a:gd name="T42" fmla="*/ 2147483647 w 502"/>
                <a:gd name="T43" fmla="*/ 2147483647 h 273"/>
                <a:gd name="T44" fmla="*/ 2147483647 w 502"/>
                <a:gd name="T45" fmla="*/ 2147483647 h 273"/>
                <a:gd name="T46" fmla="*/ 2147483647 w 502"/>
                <a:gd name="T47" fmla="*/ 2147483647 h 273"/>
                <a:gd name="T48" fmla="*/ 2147483647 w 502"/>
                <a:gd name="T49" fmla="*/ 2147483647 h 273"/>
                <a:gd name="T50" fmla="*/ 2147483647 w 502"/>
                <a:gd name="T51" fmla="*/ 2147483647 h 273"/>
                <a:gd name="T52" fmla="*/ 2147483647 w 502"/>
                <a:gd name="T53" fmla="*/ 2147483647 h 273"/>
                <a:gd name="T54" fmla="*/ 2147483647 w 502"/>
                <a:gd name="T55" fmla="*/ 2147483647 h 273"/>
                <a:gd name="T56" fmla="*/ 2147483647 w 502"/>
                <a:gd name="T57" fmla="*/ 2147483647 h 273"/>
                <a:gd name="T58" fmla="*/ 2147483647 w 502"/>
                <a:gd name="T59" fmla="*/ 2147483647 h 273"/>
                <a:gd name="T60" fmla="*/ 2147483647 w 502"/>
                <a:gd name="T61" fmla="*/ 2147483647 h 273"/>
                <a:gd name="T62" fmla="*/ 2147483647 w 502"/>
                <a:gd name="T63" fmla="*/ 2147483647 h 273"/>
                <a:gd name="T64" fmla="*/ 2147483647 w 502"/>
                <a:gd name="T65" fmla="*/ 2147483647 h 273"/>
                <a:gd name="T66" fmla="*/ 2147483647 w 502"/>
                <a:gd name="T67" fmla="*/ 2147483647 h 273"/>
                <a:gd name="T68" fmla="*/ 2147483647 w 502"/>
                <a:gd name="T69" fmla="*/ 2147483647 h 273"/>
                <a:gd name="T70" fmla="*/ 2147483647 w 502"/>
                <a:gd name="T71" fmla="*/ 2147483647 h 273"/>
                <a:gd name="T72" fmla="*/ 2147483647 w 502"/>
                <a:gd name="T73" fmla="*/ 2147483647 h 273"/>
                <a:gd name="T74" fmla="*/ 2147483647 w 502"/>
                <a:gd name="T75" fmla="*/ 2147483647 h 273"/>
                <a:gd name="T76" fmla="*/ 2147483647 w 502"/>
                <a:gd name="T77" fmla="*/ 2147483647 h 273"/>
                <a:gd name="T78" fmla="*/ 2147483647 w 502"/>
                <a:gd name="T79" fmla="*/ 2147483647 h 273"/>
                <a:gd name="T80" fmla="*/ 2147483647 w 502"/>
                <a:gd name="T81" fmla="*/ 2147483647 h 273"/>
                <a:gd name="T82" fmla="*/ 2147483647 w 502"/>
                <a:gd name="T83" fmla="*/ 2147483647 h 273"/>
                <a:gd name="T84" fmla="*/ 2147483647 w 502"/>
                <a:gd name="T85" fmla="*/ 2147483647 h 27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502"/>
                <a:gd name="T130" fmla="*/ 0 h 273"/>
                <a:gd name="T131" fmla="*/ 502 w 502"/>
                <a:gd name="T132" fmla="*/ 273 h 27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502" h="273">
                  <a:moveTo>
                    <a:pt x="500" y="150"/>
                  </a:moveTo>
                  <a:cubicBezTo>
                    <a:pt x="498" y="148"/>
                    <a:pt x="496" y="147"/>
                    <a:pt x="494" y="147"/>
                  </a:cubicBezTo>
                  <a:cubicBezTo>
                    <a:pt x="480" y="147"/>
                    <a:pt x="480" y="147"/>
                    <a:pt x="480" y="147"/>
                  </a:cubicBezTo>
                  <a:cubicBezTo>
                    <a:pt x="480" y="91"/>
                    <a:pt x="480" y="91"/>
                    <a:pt x="480" y="91"/>
                  </a:cubicBezTo>
                  <a:cubicBezTo>
                    <a:pt x="480" y="87"/>
                    <a:pt x="477" y="83"/>
                    <a:pt x="472" y="83"/>
                  </a:cubicBezTo>
                  <a:cubicBezTo>
                    <a:pt x="468" y="83"/>
                    <a:pt x="464" y="87"/>
                    <a:pt x="464" y="91"/>
                  </a:cubicBezTo>
                  <a:cubicBezTo>
                    <a:pt x="464" y="147"/>
                    <a:pt x="464" y="147"/>
                    <a:pt x="464" y="147"/>
                  </a:cubicBezTo>
                  <a:cubicBezTo>
                    <a:pt x="352" y="147"/>
                    <a:pt x="352" y="147"/>
                    <a:pt x="352" y="147"/>
                  </a:cubicBezTo>
                  <a:cubicBezTo>
                    <a:pt x="352" y="88"/>
                    <a:pt x="352" y="88"/>
                    <a:pt x="352" y="88"/>
                  </a:cubicBezTo>
                  <a:cubicBezTo>
                    <a:pt x="418" y="88"/>
                    <a:pt x="418" y="88"/>
                    <a:pt x="418" y="88"/>
                  </a:cubicBezTo>
                  <a:cubicBezTo>
                    <a:pt x="420" y="88"/>
                    <a:pt x="422" y="87"/>
                    <a:pt x="423" y="86"/>
                  </a:cubicBezTo>
                  <a:cubicBezTo>
                    <a:pt x="425" y="84"/>
                    <a:pt x="426" y="82"/>
                    <a:pt x="426" y="80"/>
                  </a:cubicBezTo>
                  <a:cubicBezTo>
                    <a:pt x="426" y="39"/>
                    <a:pt x="426" y="39"/>
                    <a:pt x="426" y="39"/>
                  </a:cubicBezTo>
                  <a:cubicBezTo>
                    <a:pt x="464" y="39"/>
                    <a:pt x="464" y="39"/>
                    <a:pt x="464" y="39"/>
                  </a:cubicBezTo>
                  <a:cubicBezTo>
                    <a:pt x="464" y="60"/>
                    <a:pt x="464" y="60"/>
                    <a:pt x="464" y="60"/>
                  </a:cubicBezTo>
                  <a:cubicBezTo>
                    <a:pt x="464" y="64"/>
                    <a:pt x="468" y="68"/>
                    <a:pt x="472" y="68"/>
                  </a:cubicBezTo>
                  <a:cubicBezTo>
                    <a:pt x="477" y="68"/>
                    <a:pt x="480" y="64"/>
                    <a:pt x="480" y="60"/>
                  </a:cubicBezTo>
                  <a:cubicBezTo>
                    <a:pt x="480" y="39"/>
                    <a:pt x="480" y="39"/>
                    <a:pt x="480" y="39"/>
                  </a:cubicBezTo>
                  <a:cubicBezTo>
                    <a:pt x="480" y="39"/>
                    <a:pt x="480" y="39"/>
                    <a:pt x="480" y="39"/>
                  </a:cubicBezTo>
                  <a:cubicBezTo>
                    <a:pt x="480" y="37"/>
                    <a:pt x="480" y="37"/>
                    <a:pt x="480" y="37"/>
                  </a:cubicBezTo>
                  <a:cubicBezTo>
                    <a:pt x="480" y="37"/>
                    <a:pt x="480" y="37"/>
                    <a:pt x="480" y="37"/>
                  </a:cubicBezTo>
                  <a:cubicBezTo>
                    <a:pt x="480" y="36"/>
                    <a:pt x="480" y="36"/>
                    <a:pt x="480" y="36"/>
                  </a:cubicBezTo>
                  <a:cubicBezTo>
                    <a:pt x="480" y="35"/>
                    <a:pt x="480" y="33"/>
                    <a:pt x="479" y="32"/>
                  </a:cubicBezTo>
                  <a:cubicBezTo>
                    <a:pt x="477" y="27"/>
                    <a:pt x="472" y="23"/>
                    <a:pt x="466" y="23"/>
                  </a:cubicBezTo>
                  <a:cubicBezTo>
                    <a:pt x="424" y="23"/>
                    <a:pt x="424" y="23"/>
                    <a:pt x="424" y="23"/>
                  </a:cubicBezTo>
                  <a:cubicBezTo>
                    <a:pt x="416" y="23"/>
                    <a:pt x="410" y="29"/>
                    <a:pt x="410" y="37"/>
                  </a:cubicBezTo>
                  <a:cubicBezTo>
                    <a:pt x="410" y="72"/>
                    <a:pt x="410" y="72"/>
                    <a:pt x="410" y="72"/>
                  </a:cubicBezTo>
                  <a:cubicBezTo>
                    <a:pt x="352" y="72"/>
                    <a:pt x="352" y="72"/>
                    <a:pt x="352" y="72"/>
                  </a:cubicBezTo>
                  <a:cubicBezTo>
                    <a:pt x="343" y="72"/>
                    <a:pt x="336" y="79"/>
                    <a:pt x="336" y="88"/>
                  </a:cubicBezTo>
                  <a:cubicBezTo>
                    <a:pt x="336" y="147"/>
                    <a:pt x="336" y="147"/>
                    <a:pt x="336" y="147"/>
                  </a:cubicBezTo>
                  <a:cubicBezTo>
                    <a:pt x="296" y="147"/>
                    <a:pt x="296" y="147"/>
                    <a:pt x="296" y="147"/>
                  </a:cubicBezTo>
                  <a:cubicBezTo>
                    <a:pt x="296" y="65"/>
                    <a:pt x="296" y="65"/>
                    <a:pt x="296" y="65"/>
                  </a:cubicBezTo>
                  <a:cubicBezTo>
                    <a:pt x="296" y="56"/>
                    <a:pt x="289" y="49"/>
                    <a:pt x="280" y="49"/>
                  </a:cubicBezTo>
                  <a:cubicBezTo>
                    <a:pt x="247" y="49"/>
                    <a:pt x="247" y="49"/>
                    <a:pt x="247" y="49"/>
                  </a:cubicBezTo>
                  <a:cubicBezTo>
                    <a:pt x="247" y="16"/>
                    <a:pt x="247" y="16"/>
                    <a:pt x="247" y="16"/>
                  </a:cubicBezTo>
                  <a:cubicBezTo>
                    <a:pt x="247" y="7"/>
                    <a:pt x="240" y="0"/>
                    <a:pt x="231" y="0"/>
                  </a:cubicBezTo>
                  <a:cubicBezTo>
                    <a:pt x="100" y="0"/>
                    <a:pt x="100" y="0"/>
                    <a:pt x="100" y="0"/>
                  </a:cubicBezTo>
                  <a:cubicBezTo>
                    <a:pt x="91" y="0"/>
                    <a:pt x="84" y="7"/>
                    <a:pt x="84" y="16"/>
                  </a:cubicBezTo>
                  <a:cubicBezTo>
                    <a:pt x="84" y="49"/>
                    <a:pt x="84" y="49"/>
                    <a:pt x="84" y="49"/>
                  </a:cubicBezTo>
                  <a:cubicBezTo>
                    <a:pt x="51" y="49"/>
                    <a:pt x="51" y="49"/>
                    <a:pt x="51" y="49"/>
                  </a:cubicBezTo>
                  <a:cubicBezTo>
                    <a:pt x="42" y="49"/>
                    <a:pt x="35" y="56"/>
                    <a:pt x="35" y="65"/>
                  </a:cubicBezTo>
                  <a:cubicBezTo>
                    <a:pt x="35" y="147"/>
                    <a:pt x="35" y="147"/>
                    <a:pt x="35" y="147"/>
                  </a:cubicBezTo>
                  <a:cubicBezTo>
                    <a:pt x="8" y="147"/>
                    <a:pt x="8" y="147"/>
                    <a:pt x="8" y="147"/>
                  </a:cubicBezTo>
                  <a:cubicBezTo>
                    <a:pt x="6" y="147"/>
                    <a:pt x="4" y="148"/>
                    <a:pt x="3" y="150"/>
                  </a:cubicBezTo>
                  <a:cubicBezTo>
                    <a:pt x="1" y="151"/>
                    <a:pt x="0" y="153"/>
                    <a:pt x="0" y="156"/>
                  </a:cubicBezTo>
                  <a:cubicBezTo>
                    <a:pt x="0" y="190"/>
                    <a:pt x="13" y="220"/>
                    <a:pt x="30" y="240"/>
                  </a:cubicBezTo>
                  <a:cubicBezTo>
                    <a:pt x="47" y="261"/>
                    <a:pt x="67" y="273"/>
                    <a:pt x="84" y="273"/>
                  </a:cubicBezTo>
                  <a:cubicBezTo>
                    <a:pt x="424" y="273"/>
                    <a:pt x="424" y="273"/>
                    <a:pt x="424" y="273"/>
                  </a:cubicBezTo>
                  <a:cubicBezTo>
                    <a:pt x="432" y="273"/>
                    <a:pt x="440" y="270"/>
                    <a:pt x="448" y="264"/>
                  </a:cubicBezTo>
                  <a:cubicBezTo>
                    <a:pt x="456" y="258"/>
                    <a:pt x="465" y="250"/>
                    <a:pt x="473" y="239"/>
                  </a:cubicBezTo>
                  <a:cubicBezTo>
                    <a:pt x="489" y="219"/>
                    <a:pt x="502" y="190"/>
                    <a:pt x="502" y="156"/>
                  </a:cubicBezTo>
                  <a:cubicBezTo>
                    <a:pt x="502" y="153"/>
                    <a:pt x="501" y="151"/>
                    <a:pt x="500" y="150"/>
                  </a:cubicBezTo>
                  <a:close/>
                  <a:moveTo>
                    <a:pt x="247" y="65"/>
                  </a:moveTo>
                  <a:cubicBezTo>
                    <a:pt x="280" y="65"/>
                    <a:pt x="280" y="65"/>
                    <a:pt x="280" y="65"/>
                  </a:cubicBezTo>
                  <a:cubicBezTo>
                    <a:pt x="280" y="98"/>
                    <a:pt x="280" y="98"/>
                    <a:pt x="280" y="98"/>
                  </a:cubicBezTo>
                  <a:cubicBezTo>
                    <a:pt x="247" y="98"/>
                    <a:pt x="247" y="98"/>
                    <a:pt x="247" y="98"/>
                  </a:cubicBezTo>
                  <a:cubicBezTo>
                    <a:pt x="247" y="82"/>
                    <a:pt x="247" y="82"/>
                    <a:pt x="247" y="82"/>
                  </a:cubicBezTo>
                  <a:lnTo>
                    <a:pt x="247" y="65"/>
                  </a:lnTo>
                  <a:close/>
                  <a:moveTo>
                    <a:pt x="247" y="114"/>
                  </a:moveTo>
                  <a:cubicBezTo>
                    <a:pt x="280" y="114"/>
                    <a:pt x="280" y="114"/>
                    <a:pt x="280" y="114"/>
                  </a:cubicBezTo>
                  <a:cubicBezTo>
                    <a:pt x="280" y="147"/>
                    <a:pt x="280" y="147"/>
                    <a:pt x="280" y="147"/>
                  </a:cubicBezTo>
                  <a:cubicBezTo>
                    <a:pt x="247" y="147"/>
                    <a:pt x="247" y="147"/>
                    <a:pt x="247" y="147"/>
                  </a:cubicBezTo>
                  <a:cubicBezTo>
                    <a:pt x="247" y="131"/>
                    <a:pt x="247" y="131"/>
                    <a:pt x="247" y="131"/>
                  </a:cubicBezTo>
                  <a:lnTo>
                    <a:pt x="247" y="114"/>
                  </a:lnTo>
                  <a:close/>
                  <a:moveTo>
                    <a:pt x="198" y="16"/>
                  </a:moveTo>
                  <a:cubicBezTo>
                    <a:pt x="231" y="16"/>
                    <a:pt x="231" y="16"/>
                    <a:pt x="231" y="16"/>
                  </a:cubicBezTo>
                  <a:cubicBezTo>
                    <a:pt x="231" y="49"/>
                    <a:pt x="231" y="49"/>
                    <a:pt x="231" y="49"/>
                  </a:cubicBezTo>
                  <a:cubicBezTo>
                    <a:pt x="198" y="49"/>
                    <a:pt x="198" y="49"/>
                    <a:pt x="198" y="49"/>
                  </a:cubicBezTo>
                  <a:lnTo>
                    <a:pt x="198" y="16"/>
                  </a:lnTo>
                  <a:close/>
                  <a:moveTo>
                    <a:pt x="198" y="65"/>
                  </a:moveTo>
                  <a:cubicBezTo>
                    <a:pt x="231" y="65"/>
                    <a:pt x="231" y="65"/>
                    <a:pt x="231" y="65"/>
                  </a:cubicBezTo>
                  <a:cubicBezTo>
                    <a:pt x="231" y="98"/>
                    <a:pt x="231" y="98"/>
                    <a:pt x="231" y="98"/>
                  </a:cubicBezTo>
                  <a:cubicBezTo>
                    <a:pt x="198" y="98"/>
                    <a:pt x="198" y="98"/>
                    <a:pt x="198" y="98"/>
                  </a:cubicBezTo>
                  <a:lnTo>
                    <a:pt x="198" y="65"/>
                  </a:lnTo>
                  <a:close/>
                  <a:moveTo>
                    <a:pt x="198" y="114"/>
                  </a:moveTo>
                  <a:cubicBezTo>
                    <a:pt x="231" y="114"/>
                    <a:pt x="231" y="114"/>
                    <a:pt x="231" y="114"/>
                  </a:cubicBezTo>
                  <a:cubicBezTo>
                    <a:pt x="231" y="147"/>
                    <a:pt x="231" y="147"/>
                    <a:pt x="231" y="147"/>
                  </a:cubicBezTo>
                  <a:cubicBezTo>
                    <a:pt x="198" y="147"/>
                    <a:pt x="198" y="147"/>
                    <a:pt x="198" y="147"/>
                  </a:cubicBezTo>
                  <a:lnTo>
                    <a:pt x="198" y="114"/>
                  </a:lnTo>
                  <a:close/>
                  <a:moveTo>
                    <a:pt x="149" y="16"/>
                  </a:moveTo>
                  <a:cubicBezTo>
                    <a:pt x="182" y="16"/>
                    <a:pt x="182" y="16"/>
                    <a:pt x="182" y="16"/>
                  </a:cubicBezTo>
                  <a:cubicBezTo>
                    <a:pt x="182" y="49"/>
                    <a:pt x="182" y="49"/>
                    <a:pt x="182" y="49"/>
                  </a:cubicBezTo>
                  <a:cubicBezTo>
                    <a:pt x="149" y="49"/>
                    <a:pt x="149" y="49"/>
                    <a:pt x="149" y="49"/>
                  </a:cubicBezTo>
                  <a:lnTo>
                    <a:pt x="149" y="16"/>
                  </a:lnTo>
                  <a:close/>
                  <a:moveTo>
                    <a:pt x="149" y="65"/>
                  </a:moveTo>
                  <a:cubicBezTo>
                    <a:pt x="182" y="65"/>
                    <a:pt x="182" y="65"/>
                    <a:pt x="182" y="65"/>
                  </a:cubicBezTo>
                  <a:cubicBezTo>
                    <a:pt x="182" y="98"/>
                    <a:pt x="182" y="98"/>
                    <a:pt x="182" y="98"/>
                  </a:cubicBezTo>
                  <a:cubicBezTo>
                    <a:pt x="149" y="98"/>
                    <a:pt x="149" y="98"/>
                    <a:pt x="149" y="98"/>
                  </a:cubicBezTo>
                  <a:lnTo>
                    <a:pt x="149" y="65"/>
                  </a:lnTo>
                  <a:close/>
                  <a:moveTo>
                    <a:pt x="149" y="114"/>
                  </a:moveTo>
                  <a:cubicBezTo>
                    <a:pt x="182" y="114"/>
                    <a:pt x="182" y="114"/>
                    <a:pt x="182" y="114"/>
                  </a:cubicBezTo>
                  <a:cubicBezTo>
                    <a:pt x="182" y="147"/>
                    <a:pt x="182" y="147"/>
                    <a:pt x="182" y="147"/>
                  </a:cubicBezTo>
                  <a:cubicBezTo>
                    <a:pt x="149" y="147"/>
                    <a:pt x="149" y="147"/>
                    <a:pt x="149" y="147"/>
                  </a:cubicBezTo>
                  <a:lnTo>
                    <a:pt x="149" y="114"/>
                  </a:lnTo>
                  <a:close/>
                  <a:moveTo>
                    <a:pt x="133" y="16"/>
                  </a:moveTo>
                  <a:cubicBezTo>
                    <a:pt x="133" y="49"/>
                    <a:pt x="133" y="49"/>
                    <a:pt x="133" y="49"/>
                  </a:cubicBezTo>
                  <a:cubicBezTo>
                    <a:pt x="100" y="49"/>
                    <a:pt x="100" y="49"/>
                    <a:pt x="100" y="49"/>
                  </a:cubicBezTo>
                  <a:cubicBezTo>
                    <a:pt x="100" y="16"/>
                    <a:pt x="100" y="16"/>
                    <a:pt x="100" y="16"/>
                  </a:cubicBezTo>
                  <a:lnTo>
                    <a:pt x="133" y="16"/>
                  </a:lnTo>
                  <a:close/>
                  <a:moveTo>
                    <a:pt x="133" y="65"/>
                  </a:moveTo>
                  <a:cubicBezTo>
                    <a:pt x="133" y="98"/>
                    <a:pt x="133" y="98"/>
                    <a:pt x="133" y="98"/>
                  </a:cubicBezTo>
                  <a:cubicBezTo>
                    <a:pt x="100" y="98"/>
                    <a:pt x="100" y="98"/>
                    <a:pt x="100" y="98"/>
                  </a:cubicBezTo>
                  <a:cubicBezTo>
                    <a:pt x="100" y="79"/>
                    <a:pt x="100" y="79"/>
                    <a:pt x="100" y="79"/>
                  </a:cubicBezTo>
                  <a:cubicBezTo>
                    <a:pt x="100" y="65"/>
                    <a:pt x="100" y="65"/>
                    <a:pt x="100" y="65"/>
                  </a:cubicBezTo>
                  <a:lnTo>
                    <a:pt x="133" y="65"/>
                  </a:lnTo>
                  <a:close/>
                  <a:moveTo>
                    <a:pt x="133" y="114"/>
                  </a:moveTo>
                  <a:cubicBezTo>
                    <a:pt x="133" y="147"/>
                    <a:pt x="133" y="147"/>
                    <a:pt x="133" y="147"/>
                  </a:cubicBezTo>
                  <a:cubicBezTo>
                    <a:pt x="100" y="147"/>
                    <a:pt x="100" y="147"/>
                    <a:pt x="100" y="147"/>
                  </a:cubicBezTo>
                  <a:cubicBezTo>
                    <a:pt x="100" y="114"/>
                    <a:pt x="100" y="114"/>
                    <a:pt x="100" y="114"/>
                  </a:cubicBezTo>
                  <a:lnTo>
                    <a:pt x="133" y="114"/>
                  </a:lnTo>
                  <a:close/>
                  <a:moveTo>
                    <a:pt x="84" y="65"/>
                  </a:moveTo>
                  <a:cubicBezTo>
                    <a:pt x="84" y="98"/>
                    <a:pt x="84" y="98"/>
                    <a:pt x="84" y="98"/>
                  </a:cubicBezTo>
                  <a:cubicBezTo>
                    <a:pt x="51" y="98"/>
                    <a:pt x="51" y="98"/>
                    <a:pt x="51" y="98"/>
                  </a:cubicBezTo>
                  <a:cubicBezTo>
                    <a:pt x="51" y="65"/>
                    <a:pt x="51" y="65"/>
                    <a:pt x="51" y="65"/>
                  </a:cubicBezTo>
                  <a:lnTo>
                    <a:pt x="84" y="65"/>
                  </a:lnTo>
                  <a:close/>
                  <a:moveTo>
                    <a:pt x="84" y="114"/>
                  </a:moveTo>
                  <a:cubicBezTo>
                    <a:pt x="84" y="147"/>
                    <a:pt x="84" y="147"/>
                    <a:pt x="84" y="147"/>
                  </a:cubicBezTo>
                  <a:cubicBezTo>
                    <a:pt x="51" y="147"/>
                    <a:pt x="51" y="147"/>
                    <a:pt x="51" y="147"/>
                  </a:cubicBezTo>
                  <a:cubicBezTo>
                    <a:pt x="51" y="114"/>
                    <a:pt x="51" y="114"/>
                    <a:pt x="51" y="114"/>
                  </a:cubicBezTo>
                  <a:lnTo>
                    <a:pt x="84" y="114"/>
                  </a:lnTo>
                  <a:close/>
                  <a:moveTo>
                    <a:pt x="439" y="251"/>
                  </a:moveTo>
                  <a:cubicBezTo>
                    <a:pt x="432" y="255"/>
                    <a:pt x="426" y="258"/>
                    <a:pt x="424" y="257"/>
                  </a:cubicBezTo>
                  <a:cubicBezTo>
                    <a:pt x="84" y="257"/>
                    <a:pt x="84" y="257"/>
                    <a:pt x="84" y="257"/>
                  </a:cubicBezTo>
                  <a:cubicBezTo>
                    <a:pt x="75" y="258"/>
                    <a:pt x="57" y="248"/>
                    <a:pt x="43" y="230"/>
                  </a:cubicBezTo>
                  <a:cubicBezTo>
                    <a:pt x="29" y="214"/>
                    <a:pt x="18" y="191"/>
                    <a:pt x="16" y="164"/>
                  </a:cubicBezTo>
                  <a:cubicBezTo>
                    <a:pt x="198" y="164"/>
                    <a:pt x="198" y="164"/>
                    <a:pt x="198" y="164"/>
                  </a:cubicBezTo>
                  <a:cubicBezTo>
                    <a:pt x="198" y="164"/>
                    <a:pt x="198" y="164"/>
                    <a:pt x="198" y="164"/>
                  </a:cubicBezTo>
                  <a:cubicBezTo>
                    <a:pt x="206" y="164"/>
                    <a:pt x="206" y="164"/>
                    <a:pt x="206" y="164"/>
                  </a:cubicBezTo>
                  <a:cubicBezTo>
                    <a:pt x="486" y="164"/>
                    <a:pt x="486" y="164"/>
                    <a:pt x="486" y="164"/>
                  </a:cubicBezTo>
                  <a:cubicBezTo>
                    <a:pt x="483" y="204"/>
                    <a:pt x="458" y="237"/>
                    <a:pt x="439" y="251"/>
                  </a:cubicBezTo>
                  <a:close/>
                </a:path>
              </a:pathLst>
            </a:custGeom>
            <a:blipFill dpi="0" rotWithShape="1">
              <a:blip r:embed="rId27"/>
              <a:srcRect/>
              <a:stretch>
                <a:fillRect/>
              </a:stretch>
            </a:blipFill>
            <a:ln w="9525">
              <a:noFill/>
              <a:round/>
              <a:headEnd/>
              <a:tailEnd/>
            </a:ln>
          </p:spPr>
          <p:txBody>
            <a:bodyPr/>
            <a:lstStyle/>
            <a:p>
              <a:endParaRPr lang="en-GB"/>
            </a:p>
          </p:txBody>
        </p:sp>
        <p:sp>
          <p:nvSpPr>
            <p:cNvPr id="31878" name="Freeform 3"/>
            <p:cNvSpPr>
              <a:spLocks noChangeAspect="1" noEditPoints="1"/>
            </p:cNvSpPr>
            <p:nvPr/>
          </p:nvSpPr>
          <p:spPr bwMode="auto">
            <a:xfrm>
              <a:off x="3090913" y="2725864"/>
              <a:ext cx="143460" cy="88890"/>
            </a:xfrm>
            <a:custGeom>
              <a:avLst/>
              <a:gdLst>
                <a:gd name="T0" fmla="*/ 2147483647 w 480"/>
                <a:gd name="T1" fmla="*/ 2147483647 h 286"/>
                <a:gd name="T2" fmla="*/ 2147483647 w 480"/>
                <a:gd name="T3" fmla="*/ 2147483647 h 286"/>
                <a:gd name="T4" fmla="*/ 2147483647 w 480"/>
                <a:gd name="T5" fmla="*/ 2147483647 h 286"/>
                <a:gd name="T6" fmla="*/ 2147483647 w 480"/>
                <a:gd name="T7" fmla="*/ 2147483647 h 286"/>
                <a:gd name="T8" fmla="*/ 2147483647 w 480"/>
                <a:gd name="T9" fmla="*/ 2147483647 h 286"/>
                <a:gd name="T10" fmla="*/ 2147483647 w 480"/>
                <a:gd name="T11" fmla="*/ 2147483647 h 286"/>
                <a:gd name="T12" fmla="*/ 2147483647 w 480"/>
                <a:gd name="T13" fmla="*/ 2147483647 h 286"/>
                <a:gd name="T14" fmla="*/ 2147483647 w 480"/>
                <a:gd name="T15" fmla="*/ 2147483647 h 286"/>
                <a:gd name="T16" fmla="*/ 2147483647 w 480"/>
                <a:gd name="T17" fmla="*/ 2147483647 h 286"/>
                <a:gd name="T18" fmla="*/ 2147483647 w 480"/>
                <a:gd name="T19" fmla="*/ 2147483647 h 286"/>
                <a:gd name="T20" fmla="*/ 2147483647 w 480"/>
                <a:gd name="T21" fmla="*/ 2147483647 h 286"/>
                <a:gd name="T22" fmla="*/ 2147483647 w 480"/>
                <a:gd name="T23" fmla="*/ 2147483647 h 286"/>
                <a:gd name="T24" fmla="*/ 2147483647 w 480"/>
                <a:gd name="T25" fmla="*/ 2147483647 h 286"/>
                <a:gd name="T26" fmla="*/ 2147483647 w 480"/>
                <a:gd name="T27" fmla="*/ 2147483647 h 286"/>
                <a:gd name="T28" fmla="*/ 2147483647 w 480"/>
                <a:gd name="T29" fmla="*/ 2147483647 h 286"/>
                <a:gd name="T30" fmla="*/ 2147483647 w 480"/>
                <a:gd name="T31" fmla="*/ 2147483647 h 286"/>
                <a:gd name="T32" fmla="*/ 2147483647 w 480"/>
                <a:gd name="T33" fmla="*/ 2147483647 h 286"/>
                <a:gd name="T34" fmla="*/ 0 w 480"/>
                <a:gd name="T35" fmla="*/ 2147483647 h 286"/>
                <a:gd name="T36" fmla="*/ 2147483647 w 480"/>
                <a:gd name="T37" fmla="*/ 2147483647 h 286"/>
                <a:gd name="T38" fmla="*/ 2147483647 w 480"/>
                <a:gd name="T39" fmla="*/ 2147483647 h 286"/>
                <a:gd name="T40" fmla="*/ 2147483647 w 480"/>
                <a:gd name="T41" fmla="*/ 2147483647 h 286"/>
                <a:gd name="T42" fmla="*/ 2147483647 w 480"/>
                <a:gd name="T43" fmla="*/ 2147483647 h 286"/>
                <a:gd name="T44" fmla="*/ 2147483647 w 480"/>
                <a:gd name="T45" fmla="*/ 2147483647 h 286"/>
                <a:gd name="T46" fmla="*/ 2147483647 w 480"/>
                <a:gd name="T47" fmla="*/ 2147483647 h 286"/>
                <a:gd name="T48" fmla="*/ 2147483647 w 480"/>
                <a:gd name="T49" fmla="*/ 2147483647 h 286"/>
                <a:gd name="T50" fmla="*/ 2147483647 w 480"/>
                <a:gd name="T51" fmla="*/ 2147483647 h 286"/>
                <a:gd name="T52" fmla="*/ 2147483647 w 480"/>
                <a:gd name="T53" fmla="*/ 2147483647 h 286"/>
                <a:gd name="T54" fmla="*/ 2147483647 w 480"/>
                <a:gd name="T55" fmla="*/ 2147483647 h 286"/>
                <a:gd name="T56" fmla="*/ 2147483647 w 480"/>
                <a:gd name="T57" fmla="*/ 2147483647 h 286"/>
                <a:gd name="T58" fmla="*/ 2147483647 w 480"/>
                <a:gd name="T59" fmla="*/ 2147483647 h 286"/>
                <a:gd name="T60" fmla="*/ 2147483647 w 480"/>
                <a:gd name="T61" fmla="*/ 2147483647 h 286"/>
                <a:gd name="T62" fmla="*/ 2147483647 w 480"/>
                <a:gd name="T63" fmla="*/ 2147483647 h 286"/>
                <a:gd name="T64" fmla="*/ 2147483647 w 480"/>
                <a:gd name="T65" fmla="*/ 2147483647 h 286"/>
                <a:gd name="T66" fmla="*/ 2147483647 w 480"/>
                <a:gd name="T67" fmla="*/ 2147483647 h 286"/>
                <a:gd name="T68" fmla="*/ 2147483647 w 480"/>
                <a:gd name="T69" fmla="*/ 2147483647 h 286"/>
                <a:gd name="T70" fmla="*/ 2147483647 w 480"/>
                <a:gd name="T71" fmla="*/ 2147483647 h 286"/>
                <a:gd name="T72" fmla="*/ 2147483647 w 480"/>
                <a:gd name="T73" fmla="*/ 2147483647 h 286"/>
                <a:gd name="T74" fmla="*/ 2147483647 w 480"/>
                <a:gd name="T75" fmla="*/ 2147483647 h 286"/>
                <a:gd name="T76" fmla="*/ 2147483647 w 480"/>
                <a:gd name="T77" fmla="*/ 2147483647 h 286"/>
                <a:gd name="T78" fmla="*/ 2147483647 w 480"/>
                <a:gd name="T79" fmla="*/ 2147483647 h 286"/>
                <a:gd name="T80" fmla="*/ 2147483647 w 480"/>
                <a:gd name="T81" fmla="*/ 2147483647 h 286"/>
                <a:gd name="T82" fmla="*/ 2147483647 w 480"/>
                <a:gd name="T83" fmla="*/ 2147483647 h 286"/>
                <a:gd name="T84" fmla="*/ 2147483647 w 480"/>
                <a:gd name="T85" fmla="*/ 2147483647 h 286"/>
                <a:gd name="T86" fmla="*/ 2147483647 w 480"/>
                <a:gd name="T87" fmla="*/ 2147483647 h 286"/>
                <a:gd name="T88" fmla="*/ 2147483647 w 480"/>
                <a:gd name="T89" fmla="*/ 2147483647 h 286"/>
                <a:gd name="T90" fmla="*/ 2147483647 w 480"/>
                <a:gd name="T91" fmla="*/ 2147483647 h 286"/>
                <a:gd name="T92" fmla="*/ 2147483647 w 480"/>
                <a:gd name="T93" fmla="*/ 2147483647 h 286"/>
                <a:gd name="T94" fmla="*/ 2147483647 w 480"/>
                <a:gd name="T95" fmla="*/ 2147483647 h 286"/>
                <a:gd name="T96" fmla="*/ 2147483647 w 480"/>
                <a:gd name="T97" fmla="*/ 2147483647 h 286"/>
                <a:gd name="T98" fmla="*/ 2147483647 w 480"/>
                <a:gd name="T99" fmla="*/ 2147483647 h 286"/>
                <a:gd name="T100" fmla="*/ 2147483647 w 480"/>
                <a:gd name="T101" fmla="*/ 2147483647 h 2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480"/>
                <a:gd name="T154" fmla="*/ 0 h 286"/>
                <a:gd name="T155" fmla="*/ 480 w 480"/>
                <a:gd name="T156" fmla="*/ 286 h 2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480" h="286">
                  <a:moveTo>
                    <a:pt x="396" y="179"/>
                  </a:moveTo>
                  <a:cubicBezTo>
                    <a:pt x="393" y="179"/>
                    <a:pt x="390" y="181"/>
                    <a:pt x="390" y="185"/>
                  </a:cubicBezTo>
                  <a:cubicBezTo>
                    <a:pt x="390" y="214"/>
                    <a:pt x="390" y="214"/>
                    <a:pt x="390" y="214"/>
                  </a:cubicBezTo>
                  <a:cubicBezTo>
                    <a:pt x="390" y="217"/>
                    <a:pt x="393" y="220"/>
                    <a:pt x="396" y="220"/>
                  </a:cubicBezTo>
                  <a:cubicBezTo>
                    <a:pt x="425" y="220"/>
                    <a:pt x="425" y="220"/>
                    <a:pt x="425" y="220"/>
                  </a:cubicBezTo>
                  <a:cubicBezTo>
                    <a:pt x="429" y="220"/>
                    <a:pt x="431" y="217"/>
                    <a:pt x="431" y="214"/>
                  </a:cubicBezTo>
                  <a:cubicBezTo>
                    <a:pt x="431" y="185"/>
                    <a:pt x="431" y="185"/>
                    <a:pt x="431" y="185"/>
                  </a:cubicBezTo>
                  <a:cubicBezTo>
                    <a:pt x="431" y="181"/>
                    <a:pt x="429" y="179"/>
                    <a:pt x="425" y="179"/>
                  </a:cubicBezTo>
                  <a:lnTo>
                    <a:pt x="396" y="179"/>
                  </a:lnTo>
                  <a:close/>
                  <a:moveTo>
                    <a:pt x="339" y="179"/>
                  </a:moveTo>
                  <a:cubicBezTo>
                    <a:pt x="336" y="179"/>
                    <a:pt x="333" y="181"/>
                    <a:pt x="333" y="185"/>
                  </a:cubicBezTo>
                  <a:cubicBezTo>
                    <a:pt x="333" y="214"/>
                    <a:pt x="333" y="214"/>
                    <a:pt x="333" y="214"/>
                  </a:cubicBezTo>
                  <a:cubicBezTo>
                    <a:pt x="333" y="217"/>
                    <a:pt x="336" y="220"/>
                    <a:pt x="339" y="220"/>
                  </a:cubicBezTo>
                  <a:cubicBezTo>
                    <a:pt x="369" y="220"/>
                    <a:pt x="369" y="220"/>
                    <a:pt x="369" y="220"/>
                  </a:cubicBezTo>
                  <a:cubicBezTo>
                    <a:pt x="372" y="220"/>
                    <a:pt x="374" y="217"/>
                    <a:pt x="374" y="214"/>
                  </a:cubicBezTo>
                  <a:cubicBezTo>
                    <a:pt x="374" y="185"/>
                    <a:pt x="374" y="185"/>
                    <a:pt x="374" y="185"/>
                  </a:cubicBezTo>
                  <a:cubicBezTo>
                    <a:pt x="374" y="181"/>
                    <a:pt x="372" y="179"/>
                    <a:pt x="369" y="179"/>
                  </a:cubicBezTo>
                  <a:lnTo>
                    <a:pt x="339" y="179"/>
                  </a:lnTo>
                  <a:close/>
                  <a:moveTo>
                    <a:pt x="472" y="152"/>
                  </a:moveTo>
                  <a:cubicBezTo>
                    <a:pt x="477" y="152"/>
                    <a:pt x="480" y="148"/>
                    <a:pt x="480" y="144"/>
                  </a:cubicBezTo>
                  <a:cubicBezTo>
                    <a:pt x="480" y="95"/>
                    <a:pt x="480" y="95"/>
                    <a:pt x="480" y="95"/>
                  </a:cubicBezTo>
                  <a:cubicBezTo>
                    <a:pt x="480" y="84"/>
                    <a:pt x="472" y="80"/>
                    <a:pt x="471" y="79"/>
                  </a:cubicBezTo>
                  <a:cubicBezTo>
                    <a:pt x="329" y="2"/>
                    <a:pt x="329" y="2"/>
                    <a:pt x="329" y="2"/>
                  </a:cubicBezTo>
                  <a:cubicBezTo>
                    <a:pt x="328" y="2"/>
                    <a:pt x="327" y="1"/>
                    <a:pt x="325" y="1"/>
                  </a:cubicBezTo>
                  <a:cubicBezTo>
                    <a:pt x="324" y="1"/>
                    <a:pt x="319" y="1"/>
                    <a:pt x="315" y="5"/>
                  </a:cubicBezTo>
                  <a:cubicBezTo>
                    <a:pt x="313" y="7"/>
                    <a:pt x="311" y="10"/>
                    <a:pt x="311" y="14"/>
                  </a:cubicBezTo>
                  <a:cubicBezTo>
                    <a:pt x="311" y="74"/>
                    <a:pt x="311" y="74"/>
                    <a:pt x="311" y="74"/>
                  </a:cubicBezTo>
                  <a:cubicBezTo>
                    <a:pt x="173" y="2"/>
                    <a:pt x="173" y="2"/>
                    <a:pt x="173" y="2"/>
                  </a:cubicBezTo>
                  <a:cubicBezTo>
                    <a:pt x="172" y="2"/>
                    <a:pt x="171" y="2"/>
                    <a:pt x="171" y="2"/>
                  </a:cubicBezTo>
                  <a:cubicBezTo>
                    <a:pt x="169" y="1"/>
                    <a:pt x="164" y="0"/>
                    <a:pt x="159" y="4"/>
                  </a:cubicBezTo>
                  <a:cubicBezTo>
                    <a:pt x="157" y="6"/>
                    <a:pt x="155" y="10"/>
                    <a:pt x="155" y="14"/>
                  </a:cubicBezTo>
                  <a:cubicBezTo>
                    <a:pt x="155" y="74"/>
                    <a:pt x="155" y="74"/>
                    <a:pt x="155" y="74"/>
                  </a:cubicBezTo>
                  <a:cubicBezTo>
                    <a:pt x="18" y="2"/>
                    <a:pt x="18" y="2"/>
                    <a:pt x="18" y="2"/>
                  </a:cubicBezTo>
                  <a:cubicBezTo>
                    <a:pt x="17" y="2"/>
                    <a:pt x="17" y="2"/>
                    <a:pt x="16" y="2"/>
                  </a:cubicBezTo>
                  <a:cubicBezTo>
                    <a:pt x="15" y="1"/>
                    <a:pt x="9" y="0"/>
                    <a:pt x="5" y="4"/>
                  </a:cubicBezTo>
                  <a:cubicBezTo>
                    <a:pt x="2" y="6"/>
                    <a:pt x="0" y="10"/>
                    <a:pt x="0" y="14"/>
                  </a:cubicBezTo>
                  <a:cubicBezTo>
                    <a:pt x="0" y="273"/>
                    <a:pt x="0" y="273"/>
                    <a:pt x="0" y="273"/>
                  </a:cubicBezTo>
                  <a:cubicBezTo>
                    <a:pt x="0" y="281"/>
                    <a:pt x="6" y="286"/>
                    <a:pt x="13" y="286"/>
                  </a:cubicBezTo>
                  <a:cubicBezTo>
                    <a:pt x="467" y="286"/>
                    <a:pt x="467" y="286"/>
                    <a:pt x="467" y="286"/>
                  </a:cubicBezTo>
                  <a:cubicBezTo>
                    <a:pt x="474" y="286"/>
                    <a:pt x="480" y="281"/>
                    <a:pt x="480" y="273"/>
                  </a:cubicBezTo>
                  <a:cubicBezTo>
                    <a:pt x="480" y="176"/>
                    <a:pt x="480" y="176"/>
                    <a:pt x="480" y="176"/>
                  </a:cubicBezTo>
                  <a:cubicBezTo>
                    <a:pt x="480" y="171"/>
                    <a:pt x="477" y="168"/>
                    <a:pt x="472" y="168"/>
                  </a:cubicBezTo>
                  <a:cubicBezTo>
                    <a:pt x="468" y="168"/>
                    <a:pt x="464" y="171"/>
                    <a:pt x="464" y="176"/>
                  </a:cubicBezTo>
                  <a:cubicBezTo>
                    <a:pt x="464" y="270"/>
                    <a:pt x="464" y="270"/>
                    <a:pt x="464" y="270"/>
                  </a:cubicBezTo>
                  <a:cubicBezTo>
                    <a:pt x="16" y="270"/>
                    <a:pt x="16" y="270"/>
                    <a:pt x="16" y="270"/>
                  </a:cubicBezTo>
                  <a:cubicBezTo>
                    <a:pt x="16" y="20"/>
                    <a:pt x="16" y="20"/>
                    <a:pt x="16" y="20"/>
                  </a:cubicBezTo>
                  <a:cubicBezTo>
                    <a:pt x="159" y="94"/>
                    <a:pt x="159" y="94"/>
                    <a:pt x="159" y="94"/>
                  </a:cubicBezTo>
                  <a:cubicBezTo>
                    <a:pt x="162" y="95"/>
                    <a:pt x="165" y="95"/>
                    <a:pt x="167" y="94"/>
                  </a:cubicBezTo>
                  <a:cubicBezTo>
                    <a:pt x="170" y="92"/>
                    <a:pt x="171" y="90"/>
                    <a:pt x="171" y="87"/>
                  </a:cubicBezTo>
                  <a:cubicBezTo>
                    <a:pt x="171" y="19"/>
                    <a:pt x="171" y="19"/>
                    <a:pt x="171" y="19"/>
                  </a:cubicBezTo>
                  <a:cubicBezTo>
                    <a:pt x="316" y="94"/>
                    <a:pt x="316" y="94"/>
                    <a:pt x="316" y="94"/>
                  </a:cubicBezTo>
                  <a:cubicBezTo>
                    <a:pt x="318" y="95"/>
                    <a:pt x="321" y="95"/>
                    <a:pt x="323" y="94"/>
                  </a:cubicBezTo>
                  <a:cubicBezTo>
                    <a:pt x="326" y="92"/>
                    <a:pt x="327" y="90"/>
                    <a:pt x="327" y="87"/>
                  </a:cubicBezTo>
                  <a:cubicBezTo>
                    <a:pt x="327" y="20"/>
                    <a:pt x="327" y="20"/>
                    <a:pt x="327" y="20"/>
                  </a:cubicBezTo>
                  <a:cubicBezTo>
                    <a:pt x="463" y="93"/>
                    <a:pt x="463" y="93"/>
                    <a:pt x="463" y="93"/>
                  </a:cubicBezTo>
                  <a:cubicBezTo>
                    <a:pt x="463" y="93"/>
                    <a:pt x="464" y="94"/>
                    <a:pt x="464" y="95"/>
                  </a:cubicBezTo>
                  <a:cubicBezTo>
                    <a:pt x="464" y="144"/>
                    <a:pt x="464" y="144"/>
                    <a:pt x="464" y="144"/>
                  </a:cubicBezTo>
                  <a:cubicBezTo>
                    <a:pt x="464" y="148"/>
                    <a:pt x="468" y="152"/>
                    <a:pt x="472" y="152"/>
                  </a:cubicBezTo>
                  <a:close/>
                  <a:moveTo>
                    <a:pt x="282" y="179"/>
                  </a:moveTo>
                  <a:cubicBezTo>
                    <a:pt x="279" y="179"/>
                    <a:pt x="276" y="181"/>
                    <a:pt x="276" y="185"/>
                  </a:cubicBezTo>
                  <a:cubicBezTo>
                    <a:pt x="276" y="214"/>
                    <a:pt x="276" y="214"/>
                    <a:pt x="276" y="214"/>
                  </a:cubicBezTo>
                  <a:cubicBezTo>
                    <a:pt x="276" y="217"/>
                    <a:pt x="279" y="220"/>
                    <a:pt x="282" y="220"/>
                  </a:cubicBezTo>
                  <a:cubicBezTo>
                    <a:pt x="312" y="220"/>
                    <a:pt x="312" y="220"/>
                    <a:pt x="312" y="220"/>
                  </a:cubicBezTo>
                  <a:cubicBezTo>
                    <a:pt x="315" y="220"/>
                    <a:pt x="318" y="217"/>
                    <a:pt x="318" y="214"/>
                  </a:cubicBezTo>
                  <a:cubicBezTo>
                    <a:pt x="318" y="185"/>
                    <a:pt x="318" y="185"/>
                    <a:pt x="318" y="185"/>
                  </a:cubicBezTo>
                  <a:cubicBezTo>
                    <a:pt x="318" y="181"/>
                    <a:pt x="315" y="179"/>
                    <a:pt x="312" y="179"/>
                  </a:cubicBezTo>
                  <a:lnTo>
                    <a:pt x="282" y="179"/>
                  </a:lnTo>
                  <a:close/>
                  <a:moveTo>
                    <a:pt x="226" y="179"/>
                  </a:moveTo>
                  <a:cubicBezTo>
                    <a:pt x="222" y="179"/>
                    <a:pt x="220" y="181"/>
                    <a:pt x="220" y="185"/>
                  </a:cubicBezTo>
                  <a:cubicBezTo>
                    <a:pt x="220" y="214"/>
                    <a:pt x="220" y="214"/>
                    <a:pt x="220" y="214"/>
                  </a:cubicBezTo>
                  <a:cubicBezTo>
                    <a:pt x="220" y="217"/>
                    <a:pt x="222" y="220"/>
                    <a:pt x="226" y="220"/>
                  </a:cubicBezTo>
                  <a:cubicBezTo>
                    <a:pt x="255" y="220"/>
                    <a:pt x="255" y="220"/>
                    <a:pt x="255" y="220"/>
                  </a:cubicBezTo>
                  <a:cubicBezTo>
                    <a:pt x="258" y="220"/>
                    <a:pt x="261" y="217"/>
                    <a:pt x="261" y="214"/>
                  </a:cubicBezTo>
                  <a:cubicBezTo>
                    <a:pt x="261" y="185"/>
                    <a:pt x="261" y="185"/>
                    <a:pt x="261" y="185"/>
                  </a:cubicBezTo>
                  <a:cubicBezTo>
                    <a:pt x="261" y="181"/>
                    <a:pt x="258" y="179"/>
                    <a:pt x="255" y="179"/>
                  </a:cubicBezTo>
                  <a:lnTo>
                    <a:pt x="226" y="179"/>
                  </a:lnTo>
                  <a:close/>
                  <a:moveTo>
                    <a:pt x="112" y="179"/>
                  </a:moveTo>
                  <a:cubicBezTo>
                    <a:pt x="109" y="179"/>
                    <a:pt x="106" y="181"/>
                    <a:pt x="106" y="185"/>
                  </a:cubicBezTo>
                  <a:cubicBezTo>
                    <a:pt x="106" y="214"/>
                    <a:pt x="106" y="214"/>
                    <a:pt x="106" y="214"/>
                  </a:cubicBezTo>
                  <a:cubicBezTo>
                    <a:pt x="106" y="217"/>
                    <a:pt x="109" y="220"/>
                    <a:pt x="112" y="220"/>
                  </a:cubicBezTo>
                  <a:cubicBezTo>
                    <a:pt x="142" y="220"/>
                    <a:pt x="142" y="220"/>
                    <a:pt x="142" y="220"/>
                  </a:cubicBezTo>
                  <a:cubicBezTo>
                    <a:pt x="145" y="220"/>
                    <a:pt x="147" y="217"/>
                    <a:pt x="147" y="214"/>
                  </a:cubicBezTo>
                  <a:cubicBezTo>
                    <a:pt x="147" y="185"/>
                    <a:pt x="147" y="185"/>
                    <a:pt x="147" y="185"/>
                  </a:cubicBezTo>
                  <a:cubicBezTo>
                    <a:pt x="147" y="181"/>
                    <a:pt x="145" y="179"/>
                    <a:pt x="142" y="179"/>
                  </a:cubicBezTo>
                  <a:lnTo>
                    <a:pt x="112" y="179"/>
                  </a:lnTo>
                  <a:close/>
                  <a:moveTo>
                    <a:pt x="55" y="179"/>
                  </a:moveTo>
                  <a:cubicBezTo>
                    <a:pt x="52" y="179"/>
                    <a:pt x="49" y="181"/>
                    <a:pt x="49" y="185"/>
                  </a:cubicBezTo>
                  <a:cubicBezTo>
                    <a:pt x="49" y="214"/>
                    <a:pt x="49" y="214"/>
                    <a:pt x="49" y="214"/>
                  </a:cubicBezTo>
                  <a:cubicBezTo>
                    <a:pt x="49" y="217"/>
                    <a:pt x="52" y="220"/>
                    <a:pt x="55" y="220"/>
                  </a:cubicBezTo>
                  <a:cubicBezTo>
                    <a:pt x="85" y="220"/>
                    <a:pt x="85" y="220"/>
                    <a:pt x="85" y="220"/>
                  </a:cubicBezTo>
                  <a:cubicBezTo>
                    <a:pt x="88" y="220"/>
                    <a:pt x="91" y="217"/>
                    <a:pt x="91" y="214"/>
                  </a:cubicBezTo>
                  <a:cubicBezTo>
                    <a:pt x="91" y="185"/>
                    <a:pt x="91" y="185"/>
                    <a:pt x="91" y="185"/>
                  </a:cubicBezTo>
                  <a:cubicBezTo>
                    <a:pt x="91" y="181"/>
                    <a:pt x="88" y="179"/>
                    <a:pt x="85" y="179"/>
                  </a:cubicBezTo>
                  <a:lnTo>
                    <a:pt x="55" y="179"/>
                  </a:lnTo>
                  <a:close/>
                  <a:moveTo>
                    <a:pt x="169" y="179"/>
                  </a:moveTo>
                  <a:cubicBezTo>
                    <a:pt x="166" y="179"/>
                    <a:pt x="163" y="181"/>
                    <a:pt x="163" y="185"/>
                  </a:cubicBezTo>
                  <a:cubicBezTo>
                    <a:pt x="163" y="214"/>
                    <a:pt x="163" y="214"/>
                    <a:pt x="163" y="214"/>
                  </a:cubicBezTo>
                  <a:cubicBezTo>
                    <a:pt x="163" y="217"/>
                    <a:pt x="166" y="220"/>
                    <a:pt x="169" y="220"/>
                  </a:cubicBezTo>
                  <a:cubicBezTo>
                    <a:pt x="198" y="220"/>
                    <a:pt x="198" y="220"/>
                    <a:pt x="198" y="220"/>
                  </a:cubicBezTo>
                  <a:cubicBezTo>
                    <a:pt x="202" y="220"/>
                    <a:pt x="204" y="217"/>
                    <a:pt x="204" y="214"/>
                  </a:cubicBezTo>
                  <a:cubicBezTo>
                    <a:pt x="204" y="185"/>
                    <a:pt x="204" y="185"/>
                    <a:pt x="204" y="185"/>
                  </a:cubicBezTo>
                  <a:cubicBezTo>
                    <a:pt x="204" y="181"/>
                    <a:pt x="202" y="179"/>
                    <a:pt x="198" y="179"/>
                  </a:cubicBezTo>
                  <a:lnTo>
                    <a:pt x="169" y="179"/>
                  </a:lnTo>
                  <a:close/>
                </a:path>
              </a:pathLst>
            </a:custGeom>
            <a:blipFill dpi="0" rotWithShape="1">
              <a:blip r:embed="rId28"/>
              <a:srcRect/>
              <a:stretch>
                <a:fillRect/>
              </a:stretch>
            </a:blipFill>
            <a:ln w="9525">
              <a:noFill/>
              <a:round/>
              <a:headEnd/>
              <a:tailEnd/>
            </a:ln>
          </p:spPr>
          <p:txBody>
            <a:bodyPr/>
            <a:lstStyle/>
            <a:p>
              <a:endParaRPr lang="en-GB"/>
            </a:p>
          </p:txBody>
        </p:sp>
        <p:sp>
          <p:nvSpPr>
            <p:cNvPr id="31879" name="Freeform 3"/>
            <p:cNvSpPr>
              <a:spLocks noChangeAspect="1" noEditPoints="1"/>
            </p:cNvSpPr>
            <p:nvPr/>
          </p:nvSpPr>
          <p:spPr bwMode="auto">
            <a:xfrm>
              <a:off x="3508139" y="2885484"/>
              <a:ext cx="138652" cy="112034"/>
            </a:xfrm>
            <a:custGeom>
              <a:avLst/>
              <a:gdLst>
                <a:gd name="T0" fmla="*/ 2147483647 w 464"/>
                <a:gd name="T1" fmla="*/ 2147483647 h 361"/>
                <a:gd name="T2" fmla="*/ 2147483647 w 464"/>
                <a:gd name="T3" fmla="*/ 2147483647 h 361"/>
                <a:gd name="T4" fmla="*/ 2147483647 w 464"/>
                <a:gd name="T5" fmla="*/ 2147483647 h 361"/>
                <a:gd name="T6" fmla="*/ 2147483647 w 464"/>
                <a:gd name="T7" fmla="*/ 0 h 361"/>
                <a:gd name="T8" fmla="*/ 2147483647 w 464"/>
                <a:gd name="T9" fmla="*/ 2147483647 h 361"/>
                <a:gd name="T10" fmla="*/ 2147483647 w 464"/>
                <a:gd name="T11" fmla="*/ 2147483647 h 361"/>
                <a:gd name="T12" fmla="*/ 2147483647 w 464"/>
                <a:gd name="T13" fmla="*/ 2147483647 h 361"/>
                <a:gd name="T14" fmla="*/ 2147483647 w 464"/>
                <a:gd name="T15" fmla="*/ 2147483647 h 361"/>
                <a:gd name="T16" fmla="*/ 2147483647 w 464"/>
                <a:gd name="T17" fmla="*/ 2147483647 h 361"/>
                <a:gd name="T18" fmla="*/ 2147483647 w 464"/>
                <a:gd name="T19" fmla="*/ 2147483647 h 361"/>
                <a:gd name="T20" fmla="*/ 2147483647 w 464"/>
                <a:gd name="T21" fmla="*/ 2147483647 h 361"/>
                <a:gd name="T22" fmla="*/ 2147483647 w 464"/>
                <a:gd name="T23" fmla="*/ 2147483647 h 361"/>
                <a:gd name="T24" fmla="*/ 2147483647 w 464"/>
                <a:gd name="T25" fmla="*/ 2147483647 h 361"/>
                <a:gd name="T26" fmla="*/ 2147483647 w 464"/>
                <a:gd name="T27" fmla="*/ 2147483647 h 361"/>
                <a:gd name="T28" fmla="*/ 2147483647 w 464"/>
                <a:gd name="T29" fmla="*/ 2147483647 h 361"/>
                <a:gd name="T30" fmla="*/ 2147483647 w 464"/>
                <a:gd name="T31" fmla="*/ 2147483647 h 361"/>
                <a:gd name="T32" fmla="*/ 2147483647 w 464"/>
                <a:gd name="T33" fmla="*/ 2147483647 h 361"/>
                <a:gd name="T34" fmla="*/ 2147483647 w 464"/>
                <a:gd name="T35" fmla="*/ 2147483647 h 361"/>
                <a:gd name="T36" fmla="*/ 2147483647 w 464"/>
                <a:gd name="T37" fmla="*/ 2147483647 h 361"/>
                <a:gd name="T38" fmla="*/ 2147483647 w 464"/>
                <a:gd name="T39" fmla="*/ 2147483647 h 361"/>
                <a:gd name="T40" fmla="*/ 2147483647 w 464"/>
                <a:gd name="T41" fmla="*/ 2147483647 h 361"/>
                <a:gd name="T42" fmla="*/ 2147483647 w 464"/>
                <a:gd name="T43" fmla="*/ 2147483647 h 361"/>
                <a:gd name="T44" fmla="*/ 2147483647 w 464"/>
                <a:gd name="T45" fmla="*/ 2147483647 h 361"/>
                <a:gd name="T46" fmla="*/ 2147483647 w 464"/>
                <a:gd name="T47" fmla="*/ 2147483647 h 361"/>
                <a:gd name="T48" fmla="*/ 2147483647 w 464"/>
                <a:gd name="T49" fmla="*/ 2147483647 h 361"/>
                <a:gd name="T50" fmla="*/ 2147483647 w 464"/>
                <a:gd name="T51" fmla="*/ 2147483647 h 361"/>
                <a:gd name="T52" fmla="*/ 2147483647 w 464"/>
                <a:gd name="T53" fmla="*/ 2147483647 h 361"/>
                <a:gd name="T54" fmla="*/ 2147483647 w 464"/>
                <a:gd name="T55" fmla="*/ 2147483647 h 361"/>
                <a:gd name="T56" fmla="*/ 2147483647 w 464"/>
                <a:gd name="T57" fmla="*/ 2147483647 h 361"/>
                <a:gd name="T58" fmla="*/ 2147483647 w 464"/>
                <a:gd name="T59" fmla="*/ 2147483647 h 361"/>
                <a:gd name="T60" fmla="*/ 2147483647 w 464"/>
                <a:gd name="T61" fmla="*/ 2147483647 h 361"/>
                <a:gd name="T62" fmla="*/ 2147483647 w 464"/>
                <a:gd name="T63" fmla="*/ 2147483647 h 361"/>
                <a:gd name="T64" fmla="*/ 2147483647 w 464"/>
                <a:gd name="T65" fmla="*/ 2147483647 h 361"/>
                <a:gd name="T66" fmla="*/ 2147483647 w 464"/>
                <a:gd name="T67" fmla="*/ 2147483647 h 361"/>
                <a:gd name="T68" fmla="*/ 2147483647 w 464"/>
                <a:gd name="T69" fmla="*/ 2147483647 h 361"/>
                <a:gd name="T70" fmla="*/ 2147483647 w 464"/>
                <a:gd name="T71" fmla="*/ 2147483647 h 361"/>
                <a:gd name="T72" fmla="*/ 2147483647 w 464"/>
                <a:gd name="T73" fmla="*/ 2147483647 h 361"/>
                <a:gd name="T74" fmla="*/ 2147483647 w 464"/>
                <a:gd name="T75" fmla="*/ 2147483647 h 361"/>
                <a:gd name="T76" fmla="*/ 2147483647 w 464"/>
                <a:gd name="T77" fmla="*/ 2147483647 h 361"/>
                <a:gd name="T78" fmla="*/ 2147483647 w 464"/>
                <a:gd name="T79" fmla="*/ 2147483647 h 361"/>
                <a:gd name="T80" fmla="*/ 2147483647 w 464"/>
                <a:gd name="T81" fmla="*/ 2147483647 h 361"/>
                <a:gd name="T82" fmla="*/ 2147483647 w 464"/>
                <a:gd name="T83" fmla="*/ 2147483647 h 361"/>
                <a:gd name="T84" fmla="*/ 2147483647 w 464"/>
                <a:gd name="T85" fmla="*/ 2147483647 h 361"/>
                <a:gd name="T86" fmla="*/ 2147483647 w 464"/>
                <a:gd name="T87" fmla="*/ 2147483647 h 361"/>
                <a:gd name="T88" fmla="*/ 2147483647 w 464"/>
                <a:gd name="T89" fmla="*/ 2147483647 h 36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64"/>
                <a:gd name="T136" fmla="*/ 0 h 361"/>
                <a:gd name="T137" fmla="*/ 464 w 464"/>
                <a:gd name="T138" fmla="*/ 361 h 36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64" h="361">
                  <a:moveTo>
                    <a:pt x="458" y="114"/>
                  </a:moveTo>
                  <a:cubicBezTo>
                    <a:pt x="458" y="114"/>
                    <a:pt x="437" y="103"/>
                    <a:pt x="408" y="88"/>
                  </a:cubicBezTo>
                  <a:cubicBezTo>
                    <a:pt x="408" y="52"/>
                    <a:pt x="408" y="52"/>
                    <a:pt x="408" y="52"/>
                  </a:cubicBezTo>
                  <a:cubicBezTo>
                    <a:pt x="408" y="41"/>
                    <a:pt x="400" y="32"/>
                    <a:pt x="389" y="32"/>
                  </a:cubicBezTo>
                  <a:cubicBezTo>
                    <a:pt x="357" y="32"/>
                    <a:pt x="357" y="32"/>
                    <a:pt x="357" y="32"/>
                  </a:cubicBezTo>
                  <a:cubicBezTo>
                    <a:pt x="347" y="32"/>
                    <a:pt x="338" y="41"/>
                    <a:pt x="338" y="52"/>
                  </a:cubicBezTo>
                  <a:cubicBezTo>
                    <a:pt x="292" y="28"/>
                    <a:pt x="249" y="6"/>
                    <a:pt x="245" y="3"/>
                  </a:cubicBezTo>
                  <a:cubicBezTo>
                    <a:pt x="241" y="1"/>
                    <a:pt x="236" y="0"/>
                    <a:pt x="232" y="0"/>
                  </a:cubicBezTo>
                  <a:cubicBezTo>
                    <a:pt x="224" y="1"/>
                    <a:pt x="219" y="3"/>
                    <a:pt x="219" y="3"/>
                  </a:cubicBezTo>
                  <a:cubicBezTo>
                    <a:pt x="6" y="114"/>
                    <a:pt x="6" y="114"/>
                    <a:pt x="6" y="114"/>
                  </a:cubicBezTo>
                  <a:cubicBezTo>
                    <a:pt x="2" y="116"/>
                    <a:pt x="0" y="121"/>
                    <a:pt x="3" y="125"/>
                  </a:cubicBezTo>
                  <a:cubicBezTo>
                    <a:pt x="5" y="129"/>
                    <a:pt x="9" y="130"/>
                    <a:pt x="13" y="128"/>
                  </a:cubicBezTo>
                  <a:cubicBezTo>
                    <a:pt x="226" y="18"/>
                    <a:pt x="226" y="18"/>
                    <a:pt x="226" y="18"/>
                  </a:cubicBezTo>
                  <a:cubicBezTo>
                    <a:pt x="227" y="17"/>
                    <a:pt x="229" y="16"/>
                    <a:pt x="232" y="16"/>
                  </a:cubicBezTo>
                  <a:cubicBezTo>
                    <a:pt x="234" y="16"/>
                    <a:pt x="236" y="17"/>
                    <a:pt x="238" y="18"/>
                  </a:cubicBezTo>
                  <a:cubicBezTo>
                    <a:pt x="242" y="20"/>
                    <a:pt x="291" y="45"/>
                    <a:pt x="340" y="71"/>
                  </a:cubicBezTo>
                  <a:cubicBezTo>
                    <a:pt x="341" y="71"/>
                    <a:pt x="343" y="72"/>
                    <a:pt x="345" y="72"/>
                  </a:cubicBezTo>
                  <a:cubicBezTo>
                    <a:pt x="347" y="72"/>
                    <a:pt x="349" y="71"/>
                    <a:pt x="352" y="69"/>
                  </a:cubicBezTo>
                  <a:cubicBezTo>
                    <a:pt x="354" y="67"/>
                    <a:pt x="354" y="64"/>
                    <a:pt x="354" y="62"/>
                  </a:cubicBezTo>
                  <a:cubicBezTo>
                    <a:pt x="354" y="52"/>
                    <a:pt x="354" y="52"/>
                    <a:pt x="354" y="52"/>
                  </a:cubicBezTo>
                  <a:cubicBezTo>
                    <a:pt x="354" y="50"/>
                    <a:pt x="356" y="48"/>
                    <a:pt x="357" y="48"/>
                  </a:cubicBezTo>
                  <a:cubicBezTo>
                    <a:pt x="389" y="48"/>
                    <a:pt x="389" y="48"/>
                    <a:pt x="389" y="48"/>
                  </a:cubicBezTo>
                  <a:cubicBezTo>
                    <a:pt x="391" y="48"/>
                    <a:pt x="392" y="50"/>
                    <a:pt x="392" y="52"/>
                  </a:cubicBezTo>
                  <a:cubicBezTo>
                    <a:pt x="392" y="90"/>
                    <a:pt x="392" y="90"/>
                    <a:pt x="392" y="90"/>
                  </a:cubicBezTo>
                  <a:cubicBezTo>
                    <a:pt x="392" y="93"/>
                    <a:pt x="393" y="96"/>
                    <a:pt x="395" y="98"/>
                  </a:cubicBezTo>
                  <a:cubicBezTo>
                    <a:pt x="396" y="100"/>
                    <a:pt x="398" y="101"/>
                    <a:pt x="399" y="101"/>
                  </a:cubicBezTo>
                  <a:cubicBezTo>
                    <a:pt x="429" y="117"/>
                    <a:pt x="451" y="128"/>
                    <a:pt x="451" y="128"/>
                  </a:cubicBezTo>
                  <a:cubicBezTo>
                    <a:pt x="452" y="129"/>
                    <a:pt x="454" y="129"/>
                    <a:pt x="455" y="129"/>
                  </a:cubicBezTo>
                  <a:cubicBezTo>
                    <a:pt x="458" y="129"/>
                    <a:pt x="460" y="128"/>
                    <a:pt x="462" y="125"/>
                  </a:cubicBezTo>
                  <a:cubicBezTo>
                    <a:pt x="464" y="121"/>
                    <a:pt x="462" y="116"/>
                    <a:pt x="458" y="114"/>
                  </a:cubicBezTo>
                  <a:close/>
                  <a:moveTo>
                    <a:pt x="400" y="166"/>
                  </a:moveTo>
                  <a:cubicBezTo>
                    <a:pt x="405" y="166"/>
                    <a:pt x="408" y="162"/>
                    <a:pt x="408" y="158"/>
                  </a:cubicBezTo>
                  <a:cubicBezTo>
                    <a:pt x="408" y="158"/>
                    <a:pt x="408" y="158"/>
                    <a:pt x="408" y="158"/>
                  </a:cubicBezTo>
                  <a:cubicBezTo>
                    <a:pt x="408" y="140"/>
                    <a:pt x="408" y="140"/>
                    <a:pt x="408" y="140"/>
                  </a:cubicBezTo>
                  <a:cubicBezTo>
                    <a:pt x="408" y="129"/>
                    <a:pt x="400" y="122"/>
                    <a:pt x="392" y="119"/>
                  </a:cubicBezTo>
                  <a:cubicBezTo>
                    <a:pt x="386" y="115"/>
                    <a:pt x="251" y="46"/>
                    <a:pt x="243" y="42"/>
                  </a:cubicBezTo>
                  <a:cubicBezTo>
                    <a:pt x="239" y="40"/>
                    <a:pt x="236" y="39"/>
                    <a:pt x="232" y="39"/>
                  </a:cubicBezTo>
                  <a:cubicBezTo>
                    <a:pt x="225" y="39"/>
                    <a:pt x="221" y="42"/>
                    <a:pt x="220" y="42"/>
                  </a:cubicBezTo>
                  <a:cubicBezTo>
                    <a:pt x="71" y="119"/>
                    <a:pt x="71" y="119"/>
                    <a:pt x="71" y="119"/>
                  </a:cubicBezTo>
                  <a:cubicBezTo>
                    <a:pt x="64" y="122"/>
                    <a:pt x="56" y="129"/>
                    <a:pt x="55" y="140"/>
                  </a:cubicBezTo>
                  <a:cubicBezTo>
                    <a:pt x="55" y="342"/>
                    <a:pt x="55" y="342"/>
                    <a:pt x="55" y="342"/>
                  </a:cubicBezTo>
                  <a:cubicBezTo>
                    <a:pt x="55" y="352"/>
                    <a:pt x="64" y="361"/>
                    <a:pt x="75" y="361"/>
                  </a:cubicBezTo>
                  <a:cubicBezTo>
                    <a:pt x="113" y="361"/>
                    <a:pt x="113" y="361"/>
                    <a:pt x="113" y="361"/>
                  </a:cubicBezTo>
                  <a:cubicBezTo>
                    <a:pt x="133" y="361"/>
                    <a:pt x="154" y="361"/>
                    <a:pt x="159" y="361"/>
                  </a:cubicBezTo>
                  <a:cubicBezTo>
                    <a:pt x="167" y="361"/>
                    <a:pt x="174" y="357"/>
                    <a:pt x="176" y="352"/>
                  </a:cubicBezTo>
                  <a:cubicBezTo>
                    <a:pt x="179" y="348"/>
                    <a:pt x="179" y="344"/>
                    <a:pt x="179" y="342"/>
                  </a:cubicBezTo>
                  <a:cubicBezTo>
                    <a:pt x="179" y="225"/>
                    <a:pt x="179" y="225"/>
                    <a:pt x="179" y="225"/>
                  </a:cubicBezTo>
                  <a:cubicBezTo>
                    <a:pt x="179" y="223"/>
                    <a:pt x="180" y="222"/>
                    <a:pt x="182" y="222"/>
                  </a:cubicBezTo>
                  <a:cubicBezTo>
                    <a:pt x="289" y="222"/>
                    <a:pt x="289" y="222"/>
                    <a:pt x="289" y="222"/>
                  </a:cubicBezTo>
                  <a:cubicBezTo>
                    <a:pt x="291" y="222"/>
                    <a:pt x="293" y="223"/>
                    <a:pt x="293" y="225"/>
                  </a:cubicBezTo>
                  <a:cubicBezTo>
                    <a:pt x="293" y="341"/>
                    <a:pt x="293" y="341"/>
                    <a:pt x="293" y="341"/>
                  </a:cubicBezTo>
                  <a:cubicBezTo>
                    <a:pt x="293" y="342"/>
                    <a:pt x="293" y="342"/>
                    <a:pt x="293" y="342"/>
                  </a:cubicBezTo>
                  <a:cubicBezTo>
                    <a:pt x="293" y="343"/>
                    <a:pt x="293" y="347"/>
                    <a:pt x="295" y="352"/>
                  </a:cubicBezTo>
                  <a:cubicBezTo>
                    <a:pt x="297" y="356"/>
                    <a:pt x="304" y="361"/>
                    <a:pt x="311" y="361"/>
                  </a:cubicBezTo>
                  <a:cubicBezTo>
                    <a:pt x="312" y="361"/>
                    <a:pt x="312" y="361"/>
                    <a:pt x="312" y="361"/>
                  </a:cubicBezTo>
                  <a:cubicBezTo>
                    <a:pt x="324" y="361"/>
                    <a:pt x="389" y="361"/>
                    <a:pt x="389" y="361"/>
                  </a:cubicBezTo>
                  <a:cubicBezTo>
                    <a:pt x="400" y="361"/>
                    <a:pt x="408" y="352"/>
                    <a:pt x="408" y="342"/>
                  </a:cubicBezTo>
                  <a:cubicBezTo>
                    <a:pt x="408" y="191"/>
                    <a:pt x="408" y="191"/>
                    <a:pt x="408" y="191"/>
                  </a:cubicBezTo>
                  <a:cubicBezTo>
                    <a:pt x="408" y="186"/>
                    <a:pt x="405" y="183"/>
                    <a:pt x="400" y="183"/>
                  </a:cubicBezTo>
                  <a:cubicBezTo>
                    <a:pt x="396" y="183"/>
                    <a:pt x="392" y="186"/>
                    <a:pt x="392" y="191"/>
                  </a:cubicBezTo>
                  <a:cubicBezTo>
                    <a:pt x="392" y="342"/>
                    <a:pt x="392" y="342"/>
                    <a:pt x="392" y="342"/>
                  </a:cubicBezTo>
                  <a:cubicBezTo>
                    <a:pt x="392" y="344"/>
                    <a:pt x="391" y="345"/>
                    <a:pt x="389" y="345"/>
                  </a:cubicBezTo>
                  <a:cubicBezTo>
                    <a:pt x="312" y="345"/>
                    <a:pt x="312" y="345"/>
                    <a:pt x="312" y="345"/>
                  </a:cubicBezTo>
                  <a:cubicBezTo>
                    <a:pt x="309" y="345"/>
                    <a:pt x="310" y="345"/>
                    <a:pt x="309" y="344"/>
                  </a:cubicBezTo>
                  <a:cubicBezTo>
                    <a:pt x="309" y="343"/>
                    <a:pt x="309" y="342"/>
                    <a:pt x="309" y="342"/>
                  </a:cubicBezTo>
                  <a:cubicBezTo>
                    <a:pt x="309" y="342"/>
                    <a:pt x="309" y="342"/>
                    <a:pt x="309" y="342"/>
                  </a:cubicBezTo>
                  <a:cubicBezTo>
                    <a:pt x="309" y="342"/>
                    <a:pt x="309" y="342"/>
                    <a:pt x="309" y="342"/>
                  </a:cubicBezTo>
                  <a:cubicBezTo>
                    <a:pt x="309" y="225"/>
                    <a:pt x="309" y="225"/>
                    <a:pt x="309" y="225"/>
                  </a:cubicBezTo>
                  <a:cubicBezTo>
                    <a:pt x="309" y="214"/>
                    <a:pt x="300" y="206"/>
                    <a:pt x="289" y="206"/>
                  </a:cubicBezTo>
                  <a:cubicBezTo>
                    <a:pt x="182" y="206"/>
                    <a:pt x="182" y="206"/>
                    <a:pt x="182" y="206"/>
                  </a:cubicBezTo>
                  <a:cubicBezTo>
                    <a:pt x="171" y="206"/>
                    <a:pt x="163" y="214"/>
                    <a:pt x="163" y="225"/>
                  </a:cubicBezTo>
                  <a:cubicBezTo>
                    <a:pt x="163" y="342"/>
                    <a:pt x="163" y="342"/>
                    <a:pt x="163" y="342"/>
                  </a:cubicBezTo>
                  <a:cubicBezTo>
                    <a:pt x="163" y="342"/>
                    <a:pt x="163" y="342"/>
                    <a:pt x="163" y="342"/>
                  </a:cubicBezTo>
                  <a:cubicBezTo>
                    <a:pt x="163" y="342"/>
                    <a:pt x="163" y="342"/>
                    <a:pt x="163" y="342"/>
                  </a:cubicBezTo>
                  <a:cubicBezTo>
                    <a:pt x="163" y="342"/>
                    <a:pt x="163" y="344"/>
                    <a:pt x="162" y="344"/>
                  </a:cubicBezTo>
                  <a:cubicBezTo>
                    <a:pt x="162" y="345"/>
                    <a:pt x="162" y="345"/>
                    <a:pt x="159" y="345"/>
                  </a:cubicBezTo>
                  <a:cubicBezTo>
                    <a:pt x="75" y="345"/>
                    <a:pt x="75" y="345"/>
                    <a:pt x="75" y="345"/>
                  </a:cubicBezTo>
                  <a:cubicBezTo>
                    <a:pt x="73" y="345"/>
                    <a:pt x="71" y="344"/>
                    <a:pt x="71" y="342"/>
                  </a:cubicBezTo>
                  <a:cubicBezTo>
                    <a:pt x="71" y="140"/>
                    <a:pt x="71" y="140"/>
                    <a:pt x="71" y="140"/>
                  </a:cubicBezTo>
                  <a:cubicBezTo>
                    <a:pt x="71" y="138"/>
                    <a:pt x="73" y="135"/>
                    <a:pt x="78" y="133"/>
                  </a:cubicBezTo>
                  <a:cubicBezTo>
                    <a:pt x="78" y="133"/>
                    <a:pt x="78" y="133"/>
                    <a:pt x="78" y="133"/>
                  </a:cubicBezTo>
                  <a:cubicBezTo>
                    <a:pt x="227" y="56"/>
                    <a:pt x="227" y="56"/>
                    <a:pt x="227" y="56"/>
                  </a:cubicBezTo>
                  <a:cubicBezTo>
                    <a:pt x="228" y="56"/>
                    <a:pt x="230" y="55"/>
                    <a:pt x="232" y="55"/>
                  </a:cubicBezTo>
                  <a:cubicBezTo>
                    <a:pt x="234" y="55"/>
                    <a:pt x="235" y="55"/>
                    <a:pt x="236" y="56"/>
                  </a:cubicBezTo>
                  <a:cubicBezTo>
                    <a:pt x="240" y="58"/>
                    <a:pt x="277" y="77"/>
                    <a:pt x="314" y="96"/>
                  </a:cubicBezTo>
                  <a:cubicBezTo>
                    <a:pt x="350" y="115"/>
                    <a:pt x="385" y="133"/>
                    <a:pt x="385" y="133"/>
                  </a:cubicBezTo>
                  <a:cubicBezTo>
                    <a:pt x="386" y="133"/>
                    <a:pt x="386" y="133"/>
                    <a:pt x="386" y="133"/>
                  </a:cubicBezTo>
                  <a:cubicBezTo>
                    <a:pt x="391" y="135"/>
                    <a:pt x="393" y="138"/>
                    <a:pt x="392" y="140"/>
                  </a:cubicBezTo>
                  <a:cubicBezTo>
                    <a:pt x="392" y="158"/>
                    <a:pt x="392" y="158"/>
                    <a:pt x="392" y="158"/>
                  </a:cubicBezTo>
                  <a:cubicBezTo>
                    <a:pt x="392" y="162"/>
                    <a:pt x="396" y="166"/>
                    <a:pt x="400" y="166"/>
                  </a:cubicBezTo>
                  <a:close/>
                </a:path>
              </a:pathLst>
            </a:custGeom>
            <a:blipFill dpi="0" rotWithShape="1">
              <a:blip r:embed="rId29"/>
              <a:srcRect/>
              <a:stretch>
                <a:fillRect/>
              </a:stretch>
            </a:blipFill>
            <a:ln w="9525">
              <a:noFill/>
              <a:round/>
              <a:headEnd/>
              <a:tailEnd/>
            </a:ln>
          </p:spPr>
          <p:txBody>
            <a:bodyPr/>
            <a:lstStyle/>
            <a:p>
              <a:endParaRPr lang="en-GB"/>
            </a:p>
          </p:txBody>
        </p:sp>
        <p:sp>
          <p:nvSpPr>
            <p:cNvPr id="31880" name="Freeform 3"/>
            <p:cNvSpPr>
              <a:spLocks noChangeAspect="1"/>
            </p:cNvSpPr>
            <p:nvPr/>
          </p:nvSpPr>
          <p:spPr bwMode="auto">
            <a:xfrm>
              <a:off x="3206382" y="3181990"/>
              <a:ext cx="122080" cy="126629"/>
            </a:xfrm>
            <a:custGeom>
              <a:avLst/>
              <a:gdLst>
                <a:gd name="T0" fmla="*/ 2147483647 w 409"/>
                <a:gd name="T1" fmla="*/ 2147483647 h 408"/>
                <a:gd name="T2" fmla="*/ 2147483647 w 409"/>
                <a:gd name="T3" fmla="*/ 2147483647 h 408"/>
                <a:gd name="T4" fmla="*/ 2147483647 w 409"/>
                <a:gd name="T5" fmla="*/ 2147483647 h 408"/>
                <a:gd name="T6" fmla="*/ 2147483647 w 409"/>
                <a:gd name="T7" fmla="*/ 2147483647 h 408"/>
                <a:gd name="T8" fmla="*/ 2147483647 w 409"/>
                <a:gd name="T9" fmla="*/ 2147483647 h 408"/>
                <a:gd name="T10" fmla="*/ 2147483647 w 409"/>
                <a:gd name="T11" fmla="*/ 2147483647 h 408"/>
                <a:gd name="T12" fmla="*/ 2147483647 w 409"/>
                <a:gd name="T13" fmla="*/ 2147483647 h 408"/>
                <a:gd name="T14" fmla="*/ 2147483647 w 409"/>
                <a:gd name="T15" fmla="*/ 2147483647 h 408"/>
                <a:gd name="T16" fmla="*/ 2147483647 w 409"/>
                <a:gd name="T17" fmla="*/ 2147483647 h 408"/>
                <a:gd name="T18" fmla="*/ 2147483647 w 409"/>
                <a:gd name="T19" fmla="*/ 2147483647 h 408"/>
                <a:gd name="T20" fmla="*/ 2147483647 w 409"/>
                <a:gd name="T21" fmla="*/ 2147483647 h 408"/>
                <a:gd name="T22" fmla="*/ 2147483647 w 409"/>
                <a:gd name="T23" fmla="*/ 2147483647 h 408"/>
                <a:gd name="T24" fmla="*/ 2147483647 w 409"/>
                <a:gd name="T25" fmla="*/ 2147483647 h 408"/>
                <a:gd name="T26" fmla="*/ 2147483647 w 409"/>
                <a:gd name="T27" fmla="*/ 2147483647 h 408"/>
                <a:gd name="T28" fmla="*/ 2147483647 w 409"/>
                <a:gd name="T29" fmla="*/ 2147483647 h 408"/>
                <a:gd name="T30" fmla="*/ 2147483647 w 409"/>
                <a:gd name="T31" fmla="*/ 2147483647 h 408"/>
                <a:gd name="T32" fmla="*/ 2147483647 w 409"/>
                <a:gd name="T33" fmla="*/ 2147483647 h 408"/>
                <a:gd name="T34" fmla="*/ 2147483647 w 409"/>
                <a:gd name="T35" fmla="*/ 2147483647 h 408"/>
                <a:gd name="T36" fmla="*/ 2147483647 w 409"/>
                <a:gd name="T37" fmla="*/ 2147483647 h 408"/>
                <a:gd name="T38" fmla="*/ 2147483647 w 409"/>
                <a:gd name="T39" fmla="*/ 2147483647 h 408"/>
                <a:gd name="T40" fmla="*/ 2147483647 w 409"/>
                <a:gd name="T41" fmla="*/ 2147483647 h 408"/>
                <a:gd name="T42" fmla="*/ 2147483647 w 409"/>
                <a:gd name="T43" fmla="*/ 2147483647 h 408"/>
                <a:gd name="T44" fmla="*/ 2147483647 w 409"/>
                <a:gd name="T45" fmla="*/ 2147483647 h 408"/>
                <a:gd name="T46" fmla="*/ 2147483647 w 409"/>
                <a:gd name="T47" fmla="*/ 2147483647 h 408"/>
                <a:gd name="T48" fmla="*/ 2147483647 w 409"/>
                <a:gd name="T49" fmla="*/ 2147483647 h 408"/>
                <a:gd name="T50" fmla="*/ 2147483647 w 409"/>
                <a:gd name="T51" fmla="*/ 2147483647 h 408"/>
                <a:gd name="T52" fmla="*/ 2147483647 w 409"/>
                <a:gd name="T53" fmla="*/ 2147483647 h 408"/>
                <a:gd name="T54" fmla="*/ 2147483647 w 409"/>
                <a:gd name="T55" fmla="*/ 2147483647 h 408"/>
                <a:gd name="T56" fmla="*/ 2147483647 w 409"/>
                <a:gd name="T57" fmla="*/ 2147483647 h 408"/>
                <a:gd name="T58" fmla="*/ 2147483647 w 409"/>
                <a:gd name="T59" fmla="*/ 2147483647 h 408"/>
                <a:gd name="T60" fmla="*/ 2147483647 w 409"/>
                <a:gd name="T61" fmla="*/ 2147483647 h 408"/>
                <a:gd name="T62" fmla="*/ 2147483647 w 409"/>
                <a:gd name="T63" fmla="*/ 2147483647 h 408"/>
                <a:gd name="T64" fmla="*/ 2147483647 w 409"/>
                <a:gd name="T65" fmla="*/ 2147483647 h 408"/>
                <a:gd name="T66" fmla="*/ 2147483647 w 409"/>
                <a:gd name="T67" fmla="*/ 2147483647 h 408"/>
                <a:gd name="T68" fmla="*/ 2147483647 w 409"/>
                <a:gd name="T69" fmla="*/ 2147483647 h 408"/>
                <a:gd name="T70" fmla="*/ 2147483647 w 409"/>
                <a:gd name="T71" fmla="*/ 2147483647 h 408"/>
                <a:gd name="T72" fmla="*/ 2147483647 w 409"/>
                <a:gd name="T73" fmla="*/ 2147483647 h 408"/>
                <a:gd name="T74" fmla="*/ 2147483647 w 409"/>
                <a:gd name="T75" fmla="*/ 2147483647 h 408"/>
                <a:gd name="T76" fmla="*/ 2147483647 w 409"/>
                <a:gd name="T77" fmla="*/ 2147483647 h 408"/>
                <a:gd name="T78" fmla="*/ 2147483647 w 409"/>
                <a:gd name="T79" fmla="*/ 2147483647 h 408"/>
                <a:gd name="T80" fmla="*/ 2147483647 w 409"/>
                <a:gd name="T81" fmla="*/ 2147483647 h 408"/>
                <a:gd name="T82" fmla="*/ 2147483647 w 409"/>
                <a:gd name="T83" fmla="*/ 2147483647 h 408"/>
                <a:gd name="T84" fmla="*/ 2147483647 w 409"/>
                <a:gd name="T85" fmla="*/ 2147483647 h 408"/>
                <a:gd name="T86" fmla="*/ 2147483647 w 409"/>
                <a:gd name="T87" fmla="*/ 2147483647 h 408"/>
                <a:gd name="T88" fmla="*/ 2147483647 w 409"/>
                <a:gd name="T89" fmla="*/ 2147483647 h 408"/>
                <a:gd name="T90" fmla="*/ 2147483647 w 409"/>
                <a:gd name="T91" fmla="*/ 2147483647 h 408"/>
                <a:gd name="T92" fmla="*/ 2147483647 w 409"/>
                <a:gd name="T93" fmla="*/ 2147483647 h 408"/>
                <a:gd name="T94" fmla="*/ 2147483647 w 409"/>
                <a:gd name="T95" fmla="*/ 2147483647 h 408"/>
                <a:gd name="T96" fmla="*/ 2147483647 w 409"/>
                <a:gd name="T97" fmla="*/ 2147483647 h 408"/>
                <a:gd name="T98" fmla="*/ 2147483647 w 409"/>
                <a:gd name="T99" fmla="*/ 2147483647 h 408"/>
                <a:gd name="T100" fmla="*/ 2147483647 w 409"/>
                <a:gd name="T101" fmla="*/ 2147483647 h 408"/>
                <a:gd name="T102" fmla="*/ 2147483647 w 409"/>
                <a:gd name="T103" fmla="*/ 2147483647 h 408"/>
                <a:gd name="T104" fmla="*/ 2147483647 w 409"/>
                <a:gd name="T105" fmla="*/ 2147483647 h 408"/>
                <a:gd name="T106" fmla="*/ 2147483647 w 409"/>
                <a:gd name="T107" fmla="*/ 2147483647 h 408"/>
                <a:gd name="T108" fmla="*/ 2147483647 w 409"/>
                <a:gd name="T109" fmla="*/ 2147483647 h 408"/>
                <a:gd name="T110" fmla="*/ 2147483647 w 409"/>
                <a:gd name="T111" fmla="*/ 2147483647 h 408"/>
                <a:gd name="T112" fmla="*/ 2147483647 w 409"/>
                <a:gd name="T113" fmla="*/ 2147483647 h 408"/>
                <a:gd name="T114" fmla="*/ 2147483647 w 409"/>
                <a:gd name="T115" fmla="*/ 2147483647 h 408"/>
                <a:gd name="T116" fmla="*/ 2147483647 w 409"/>
                <a:gd name="T117" fmla="*/ 2147483647 h 40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09"/>
                <a:gd name="T178" fmla="*/ 0 h 408"/>
                <a:gd name="T179" fmla="*/ 409 w 409"/>
                <a:gd name="T180" fmla="*/ 408 h 40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09" h="408">
                  <a:moveTo>
                    <a:pt x="364" y="266"/>
                  </a:moveTo>
                  <a:cubicBezTo>
                    <a:pt x="358" y="260"/>
                    <a:pt x="347" y="260"/>
                    <a:pt x="335" y="266"/>
                  </a:cubicBezTo>
                  <a:cubicBezTo>
                    <a:pt x="329" y="242"/>
                    <a:pt x="329" y="242"/>
                    <a:pt x="329" y="242"/>
                  </a:cubicBezTo>
                  <a:cubicBezTo>
                    <a:pt x="330" y="241"/>
                    <a:pt x="332" y="240"/>
                    <a:pt x="333" y="239"/>
                  </a:cubicBezTo>
                  <a:cubicBezTo>
                    <a:pt x="340" y="232"/>
                    <a:pt x="346" y="223"/>
                    <a:pt x="349" y="216"/>
                  </a:cubicBezTo>
                  <a:cubicBezTo>
                    <a:pt x="354" y="202"/>
                    <a:pt x="350" y="195"/>
                    <a:pt x="346" y="192"/>
                  </a:cubicBezTo>
                  <a:cubicBezTo>
                    <a:pt x="340" y="186"/>
                    <a:pt x="330" y="186"/>
                    <a:pt x="318" y="192"/>
                  </a:cubicBezTo>
                  <a:cubicBezTo>
                    <a:pt x="307" y="146"/>
                    <a:pt x="307" y="146"/>
                    <a:pt x="307" y="146"/>
                  </a:cubicBezTo>
                  <a:cubicBezTo>
                    <a:pt x="364" y="90"/>
                    <a:pt x="364" y="90"/>
                    <a:pt x="364" y="90"/>
                  </a:cubicBezTo>
                  <a:cubicBezTo>
                    <a:pt x="375" y="78"/>
                    <a:pt x="409" y="37"/>
                    <a:pt x="390" y="19"/>
                  </a:cubicBezTo>
                  <a:cubicBezTo>
                    <a:pt x="372" y="0"/>
                    <a:pt x="331" y="34"/>
                    <a:pt x="319" y="46"/>
                  </a:cubicBezTo>
                  <a:cubicBezTo>
                    <a:pt x="263" y="102"/>
                    <a:pt x="263" y="102"/>
                    <a:pt x="263" y="102"/>
                  </a:cubicBezTo>
                  <a:cubicBezTo>
                    <a:pt x="216" y="91"/>
                    <a:pt x="216" y="91"/>
                    <a:pt x="216" y="91"/>
                  </a:cubicBezTo>
                  <a:cubicBezTo>
                    <a:pt x="223" y="79"/>
                    <a:pt x="223" y="68"/>
                    <a:pt x="216" y="62"/>
                  </a:cubicBezTo>
                  <a:cubicBezTo>
                    <a:pt x="213" y="59"/>
                    <a:pt x="206" y="54"/>
                    <a:pt x="193" y="60"/>
                  </a:cubicBezTo>
                  <a:cubicBezTo>
                    <a:pt x="185" y="63"/>
                    <a:pt x="177" y="68"/>
                    <a:pt x="169" y="76"/>
                  </a:cubicBezTo>
                  <a:cubicBezTo>
                    <a:pt x="168" y="77"/>
                    <a:pt x="167" y="78"/>
                    <a:pt x="166" y="79"/>
                  </a:cubicBezTo>
                  <a:cubicBezTo>
                    <a:pt x="144" y="75"/>
                    <a:pt x="144" y="75"/>
                    <a:pt x="144" y="75"/>
                  </a:cubicBezTo>
                  <a:cubicBezTo>
                    <a:pt x="150" y="63"/>
                    <a:pt x="150" y="52"/>
                    <a:pt x="144" y="46"/>
                  </a:cubicBezTo>
                  <a:cubicBezTo>
                    <a:pt x="133" y="35"/>
                    <a:pt x="112" y="45"/>
                    <a:pt x="97" y="60"/>
                  </a:cubicBezTo>
                  <a:cubicBezTo>
                    <a:pt x="96" y="61"/>
                    <a:pt x="95" y="62"/>
                    <a:pt x="94" y="63"/>
                  </a:cubicBezTo>
                  <a:cubicBezTo>
                    <a:pt x="50" y="53"/>
                    <a:pt x="50" y="53"/>
                    <a:pt x="50" y="53"/>
                  </a:cubicBezTo>
                  <a:cubicBezTo>
                    <a:pt x="48" y="53"/>
                    <a:pt x="45" y="54"/>
                    <a:pt x="43" y="55"/>
                  </a:cubicBezTo>
                  <a:cubicBezTo>
                    <a:pt x="13" y="86"/>
                    <a:pt x="13" y="86"/>
                    <a:pt x="13" y="86"/>
                  </a:cubicBezTo>
                  <a:cubicBezTo>
                    <a:pt x="11" y="87"/>
                    <a:pt x="10" y="90"/>
                    <a:pt x="10" y="92"/>
                  </a:cubicBezTo>
                  <a:cubicBezTo>
                    <a:pt x="11" y="95"/>
                    <a:pt x="12" y="97"/>
                    <a:pt x="15" y="98"/>
                  </a:cubicBezTo>
                  <a:cubicBezTo>
                    <a:pt x="31" y="108"/>
                    <a:pt x="31" y="108"/>
                    <a:pt x="31" y="108"/>
                  </a:cubicBezTo>
                  <a:cubicBezTo>
                    <a:pt x="35" y="110"/>
                    <a:pt x="40" y="108"/>
                    <a:pt x="42" y="104"/>
                  </a:cubicBezTo>
                  <a:cubicBezTo>
                    <a:pt x="44" y="100"/>
                    <a:pt x="43" y="96"/>
                    <a:pt x="39" y="94"/>
                  </a:cubicBezTo>
                  <a:cubicBezTo>
                    <a:pt x="32" y="89"/>
                    <a:pt x="32" y="89"/>
                    <a:pt x="32" y="89"/>
                  </a:cubicBezTo>
                  <a:cubicBezTo>
                    <a:pt x="51" y="70"/>
                    <a:pt x="51" y="70"/>
                    <a:pt x="51" y="70"/>
                  </a:cubicBezTo>
                  <a:cubicBezTo>
                    <a:pt x="95" y="80"/>
                    <a:pt x="95" y="80"/>
                    <a:pt x="95" y="80"/>
                  </a:cubicBezTo>
                  <a:cubicBezTo>
                    <a:pt x="98" y="81"/>
                    <a:pt x="101" y="79"/>
                    <a:pt x="103" y="77"/>
                  </a:cubicBezTo>
                  <a:cubicBezTo>
                    <a:pt x="104" y="75"/>
                    <a:pt x="106" y="73"/>
                    <a:pt x="108" y="71"/>
                  </a:cubicBezTo>
                  <a:cubicBezTo>
                    <a:pt x="120" y="59"/>
                    <a:pt x="130" y="57"/>
                    <a:pt x="133" y="57"/>
                  </a:cubicBezTo>
                  <a:cubicBezTo>
                    <a:pt x="133" y="59"/>
                    <a:pt x="132" y="66"/>
                    <a:pt x="125" y="75"/>
                  </a:cubicBezTo>
                  <a:cubicBezTo>
                    <a:pt x="123" y="77"/>
                    <a:pt x="123" y="80"/>
                    <a:pt x="124" y="83"/>
                  </a:cubicBezTo>
                  <a:cubicBezTo>
                    <a:pt x="124" y="85"/>
                    <a:pt x="127" y="87"/>
                    <a:pt x="129" y="88"/>
                  </a:cubicBezTo>
                  <a:cubicBezTo>
                    <a:pt x="167" y="96"/>
                    <a:pt x="167" y="96"/>
                    <a:pt x="167" y="96"/>
                  </a:cubicBezTo>
                  <a:cubicBezTo>
                    <a:pt x="170" y="97"/>
                    <a:pt x="173" y="96"/>
                    <a:pt x="175" y="93"/>
                  </a:cubicBezTo>
                  <a:cubicBezTo>
                    <a:pt x="177" y="91"/>
                    <a:pt x="179" y="89"/>
                    <a:pt x="180" y="87"/>
                  </a:cubicBezTo>
                  <a:cubicBezTo>
                    <a:pt x="192" y="75"/>
                    <a:pt x="202" y="73"/>
                    <a:pt x="205" y="73"/>
                  </a:cubicBezTo>
                  <a:cubicBezTo>
                    <a:pt x="205" y="75"/>
                    <a:pt x="204" y="82"/>
                    <a:pt x="197" y="91"/>
                  </a:cubicBezTo>
                  <a:cubicBezTo>
                    <a:pt x="195" y="93"/>
                    <a:pt x="195" y="96"/>
                    <a:pt x="196" y="99"/>
                  </a:cubicBezTo>
                  <a:cubicBezTo>
                    <a:pt x="197" y="101"/>
                    <a:pt x="199" y="103"/>
                    <a:pt x="201" y="104"/>
                  </a:cubicBezTo>
                  <a:cubicBezTo>
                    <a:pt x="264" y="118"/>
                    <a:pt x="264" y="118"/>
                    <a:pt x="264" y="118"/>
                  </a:cubicBezTo>
                  <a:cubicBezTo>
                    <a:pt x="267" y="119"/>
                    <a:pt x="269" y="118"/>
                    <a:pt x="271" y="116"/>
                  </a:cubicBezTo>
                  <a:cubicBezTo>
                    <a:pt x="330" y="57"/>
                    <a:pt x="330" y="57"/>
                    <a:pt x="330" y="57"/>
                  </a:cubicBezTo>
                  <a:cubicBezTo>
                    <a:pt x="350" y="39"/>
                    <a:pt x="374" y="25"/>
                    <a:pt x="379" y="30"/>
                  </a:cubicBezTo>
                  <a:cubicBezTo>
                    <a:pt x="384" y="35"/>
                    <a:pt x="370" y="59"/>
                    <a:pt x="352" y="79"/>
                  </a:cubicBezTo>
                  <a:cubicBezTo>
                    <a:pt x="293" y="138"/>
                    <a:pt x="293" y="138"/>
                    <a:pt x="293" y="138"/>
                  </a:cubicBezTo>
                  <a:cubicBezTo>
                    <a:pt x="291" y="140"/>
                    <a:pt x="290" y="142"/>
                    <a:pt x="291" y="145"/>
                  </a:cubicBezTo>
                  <a:cubicBezTo>
                    <a:pt x="305" y="207"/>
                    <a:pt x="305" y="207"/>
                    <a:pt x="305" y="207"/>
                  </a:cubicBezTo>
                  <a:cubicBezTo>
                    <a:pt x="305" y="209"/>
                    <a:pt x="307" y="211"/>
                    <a:pt x="310" y="212"/>
                  </a:cubicBezTo>
                  <a:cubicBezTo>
                    <a:pt x="312" y="213"/>
                    <a:pt x="315" y="213"/>
                    <a:pt x="317" y="211"/>
                  </a:cubicBezTo>
                  <a:cubicBezTo>
                    <a:pt x="327" y="204"/>
                    <a:pt x="333" y="203"/>
                    <a:pt x="335" y="203"/>
                  </a:cubicBezTo>
                  <a:cubicBezTo>
                    <a:pt x="336" y="206"/>
                    <a:pt x="333" y="216"/>
                    <a:pt x="321" y="228"/>
                  </a:cubicBezTo>
                  <a:cubicBezTo>
                    <a:pt x="319" y="230"/>
                    <a:pt x="317" y="231"/>
                    <a:pt x="315" y="233"/>
                  </a:cubicBezTo>
                  <a:cubicBezTo>
                    <a:pt x="313" y="235"/>
                    <a:pt x="312" y="238"/>
                    <a:pt x="313" y="241"/>
                  </a:cubicBezTo>
                  <a:cubicBezTo>
                    <a:pt x="322" y="281"/>
                    <a:pt x="322" y="281"/>
                    <a:pt x="322" y="281"/>
                  </a:cubicBezTo>
                  <a:cubicBezTo>
                    <a:pt x="322" y="284"/>
                    <a:pt x="324" y="286"/>
                    <a:pt x="327" y="287"/>
                  </a:cubicBezTo>
                  <a:cubicBezTo>
                    <a:pt x="329" y="288"/>
                    <a:pt x="332" y="287"/>
                    <a:pt x="334" y="286"/>
                  </a:cubicBezTo>
                  <a:cubicBezTo>
                    <a:pt x="344" y="278"/>
                    <a:pt x="351" y="277"/>
                    <a:pt x="353" y="277"/>
                  </a:cubicBezTo>
                  <a:cubicBezTo>
                    <a:pt x="353" y="280"/>
                    <a:pt x="350" y="290"/>
                    <a:pt x="339" y="302"/>
                  </a:cubicBezTo>
                  <a:cubicBezTo>
                    <a:pt x="337" y="304"/>
                    <a:pt x="335" y="306"/>
                    <a:pt x="332" y="307"/>
                  </a:cubicBezTo>
                  <a:cubicBezTo>
                    <a:pt x="330" y="309"/>
                    <a:pt x="329" y="313"/>
                    <a:pt x="330" y="316"/>
                  </a:cubicBezTo>
                  <a:cubicBezTo>
                    <a:pt x="339" y="358"/>
                    <a:pt x="339" y="358"/>
                    <a:pt x="339" y="358"/>
                  </a:cubicBezTo>
                  <a:cubicBezTo>
                    <a:pt x="320" y="377"/>
                    <a:pt x="320" y="377"/>
                    <a:pt x="320" y="377"/>
                  </a:cubicBezTo>
                  <a:cubicBezTo>
                    <a:pt x="233" y="220"/>
                    <a:pt x="233" y="220"/>
                    <a:pt x="233" y="220"/>
                  </a:cubicBezTo>
                  <a:cubicBezTo>
                    <a:pt x="232" y="218"/>
                    <a:pt x="230" y="216"/>
                    <a:pt x="228" y="216"/>
                  </a:cubicBezTo>
                  <a:cubicBezTo>
                    <a:pt x="225" y="215"/>
                    <a:pt x="223" y="216"/>
                    <a:pt x="221" y="218"/>
                  </a:cubicBezTo>
                  <a:cubicBezTo>
                    <a:pt x="132" y="296"/>
                    <a:pt x="132" y="296"/>
                    <a:pt x="132" y="296"/>
                  </a:cubicBezTo>
                  <a:cubicBezTo>
                    <a:pt x="130" y="298"/>
                    <a:pt x="129" y="300"/>
                    <a:pt x="130" y="303"/>
                  </a:cubicBezTo>
                  <a:cubicBezTo>
                    <a:pt x="136" y="384"/>
                    <a:pt x="136" y="384"/>
                    <a:pt x="136" y="384"/>
                  </a:cubicBezTo>
                  <a:cubicBezTo>
                    <a:pt x="130" y="388"/>
                    <a:pt x="130" y="388"/>
                    <a:pt x="130" y="388"/>
                  </a:cubicBezTo>
                  <a:cubicBezTo>
                    <a:pt x="102" y="335"/>
                    <a:pt x="102" y="335"/>
                    <a:pt x="102" y="335"/>
                  </a:cubicBezTo>
                  <a:cubicBezTo>
                    <a:pt x="101" y="333"/>
                    <a:pt x="99" y="332"/>
                    <a:pt x="97" y="331"/>
                  </a:cubicBezTo>
                  <a:cubicBezTo>
                    <a:pt x="94" y="331"/>
                    <a:pt x="92" y="331"/>
                    <a:pt x="90" y="333"/>
                  </a:cubicBezTo>
                  <a:cubicBezTo>
                    <a:pt x="66" y="352"/>
                    <a:pt x="57" y="355"/>
                    <a:pt x="54" y="355"/>
                  </a:cubicBezTo>
                  <a:cubicBezTo>
                    <a:pt x="54" y="352"/>
                    <a:pt x="57" y="343"/>
                    <a:pt x="76" y="319"/>
                  </a:cubicBezTo>
                  <a:cubicBezTo>
                    <a:pt x="78" y="317"/>
                    <a:pt x="78" y="315"/>
                    <a:pt x="78" y="312"/>
                  </a:cubicBezTo>
                  <a:cubicBezTo>
                    <a:pt x="77" y="310"/>
                    <a:pt x="76" y="308"/>
                    <a:pt x="74" y="307"/>
                  </a:cubicBezTo>
                  <a:cubicBezTo>
                    <a:pt x="21" y="279"/>
                    <a:pt x="21" y="279"/>
                    <a:pt x="21" y="279"/>
                  </a:cubicBezTo>
                  <a:cubicBezTo>
                    <a:pt x="25" y="273"/>
                    <a:pt x="25" y="273"/>
                    <a:pt x="25" y="273"/>
                  </a:cubicBezTo>
                  <a:cubicBezTo>
                    <a:pt x="106" y="279"/>
                    <a:pt x="106" y="279"/>
                    <a:pt x="106" y="279"/>
                  </a:cubicBezTo>
                  <a:cubicBezTo>
                    <a:pt x="109" y="280"/>
                    <a:pt x="111" y="279"/>
                    <a:pt x="113" y="277"/>
                  </a:cubicBezTo>
                  <a:cubicBezTo>
                    <a:pt x="191" y="188"/>
                    <a:pt x="191" y="188"/>
                    <a:pt x="191" y="188"/>
                  </a:cubicBezTo>
                  <a:cubicBezTo>
                    <a:pt x="193" y="186"/>
                    <a:pt x="193" y="184"/>
                    <a:pt x="193" y="181"/>
                  </a:cubicBezTo>
                  <a:cubicBezTo>
                    <a:pt x="192" y="179"/>
                    <a:pt x="191" y="177"/>
                    <a:pt x="189" y="176"/>
                  </a:cubicBezTo>
                  <a:cubicBezTo>
                    <a:pt x="67" y="109"/>
                    <a:pt x="67" y="109"/>
                    <a:pt x="67" y="109"/>
                  </a:cubicBezTo>
                  <a:cubicBezTo>
                    <a:pt x="63" y="107"/>
                    <a:pt x="58" y="108"/>
                    <a:pt x="56" y="112"/>
                  </a:cubicBezTo>
                  <a:cubicBezTo>
                    <a:pt x="54" y="116"/>
                    <a:pt x="55" y="121"/>
                    <a:pt x="59" y="123"/>
                  </a:cubicBezTo>
                  <a:cubicBezTo>
                    <a:pt x="172" y="185"/>
                    <a:pt x="172" y="185"/>
                    <a:pt x="172" y="185"/>
                  </a:cubicBezTo>
                  <a:cubicBezTo>
                    <a:pt x="103" y="263"/>
                    <a:pt x="103" y="263"/>
                    <a:pt x="103" y="263"/>
                  </a:cubicBezTo>
                  <a:cubicBezTo>
                    <a:pt x="22" y="257"/>
                    <a:pt x="22" y="257"/>
                    <a:pt x="22" y="257"/>
                  </a:cubicBezTo>
                  <a:cubicBezTo>
                    <a:pt x="19" y="257"/>
                    <a:pt x="17" y="258"/>
                    <a:pt x="15" y="260"/>
                  </a:cubicBezTo>
                  <a:cubicBezTo>
                    <a:pt x="2" y="277"/>
                    <a:pt x="2" y="277"/>
                    <a:pt x="2" y="277"/>
                  </a:cubicBezTo>
                  <a:cubicBezTo>
                    <a:pt x="1" y="279"/>
                    <a:pt x="0" y="282"/>
                    <a:pt x="1" y="284"/>
                  </a:cubicBezTo>
                  <a:cubicBezTo>
                    <a:pt x="1" y="286"/>
                    <a:pt x="3" y="288"/>
                    <a:pt x="5" y="289"/>
                  </a:cubicBezTo>
                  <a:cubicBezTo>
                    <a:pt x="58" y="316"/>
                    <a:pt x="58" y="316"/>
                    <a:pt x="58" y="316"/>
                  </a:cubicBezTo>
                  <a:cubicBezTo>
                    <a:pt x="38" y="343"/>
                    <a:pt x="33" y="358"/>
                    <a:pt x="42" y="367"/>
                  </a:cubicBezTo>
                  <a:cubicBezTo>
                    <a:pt x="51" y="376"/>
                    <a:pt x="66" y="371"/>
                    <a:pt x="93" y="351"/>
                  </a:cubicBezTo>
                  <a:cubicBezTo>
                    <a:pt x="120" y="404"/>
                    <a:pt x="120" y="404"/>
                    <a:pt x="120" y="404"/>
                  </a:cubicBezTo>
                  <a:cubicBezTo>
                    <a:pt x="121" y="406"/>
                    <a:pt x="123" y="408"/>
                    <a:pt x="125" y="408"/>
                  </a:cubicBezTo>
                  <a:cubicBezTo>
                    <a:pt x="126" y="408"/>
                    <a:pt x="126" y="408"/>
                    <a:pt x="127" y="408"/>
                  </a:cubicBezTo>
                  <a:cubicBezTo>
                    <a:pt x="129" y="408"/>
                    <a:pt x="130" y="408"/>
                    <a:pt x="132" y="407"/>
                  </a:cubicBezTo>
                  <a:cubicBezTo>
                    <a:pt x="149" y="394"/>
                    <a:pt x="149" y="394"/>
                    <a:pt x="149" y="394"/>
                  </a:cubicBezTo>
                  <a:cubicBezTo>
                    <a:pt x="151" y="392"/>
                    <a:pt x="152" y="390"/>
                    <a:pt x="152" y="387"/>
                  </a:cubicBezTo>
                  <a:cubicBezTo>
                    <a:pt x="146" y="306"/>
                    <a:pt x="146" y="306"/>
                    <a:pt x="146" y="306"/>
                  </a:cubicBezTo>
                  <a:cubicBezTo>
                    <a:pt x="224" y="236"/>
                    <a:pt x="224" y="236"/>
                    <a:pt x="224" y="236"/>
                  </a:cubicBezTo>
                  <a:cubicBezTo>
                    <a:pt x="311" y="394"/>
                    <a:pt x="311" y="394"/>
                    <a:pt x="311" y="394"/>
                  </a:cubicBezTo>
                  <a:cubicBezTo>
                    <a:pt x="312" y="397"/>
                    <a:pt x="314" y="398"/>
                    <a:pt x="317" y="399"/>
                  </a:cubicBezTo>
                  <a:cubicBezTo>
                    <a:pt x="319" y="399"/>
                    <a:pt x="322" y="398"/>
                    <a:pt x="323" y="396"/>
                  </a:cubicBezTo>
                  <a:cubicBezTo>
                    <a:pt x="354" y="366"/>
                    <a:pt x="354" y="366"/>
                    <a:pt x="354" y="366"/>
                  </a:cubicBezTo>
                  <a:cubicBezTo>
                    <a:pt x="355" y="364"/>
                    <a:pt x="356" y="361"/>
                    <a:pt x="356" y="359"/>
                  </a:cubicBezTo>
                  <a:cubicBezTo>
                    <a:pt x="346" y="317"/>
                    <a:pt x="346" y="317"/>
                    <a:pt x="346" y="317"/>
                  </a:cubicBezTo>
                  <a:cubicBezTo>
                    <a:pt x="348" y="316"/>
                    <a:pt x="349" y="314"/>
                    <a:pt x="350" y="313"/>
                  </a:cubicBezTo>
                  <a:cubicBezTo>
                    <a:pt x="365" y="298"/>
                    <a:pt x="375" y="277"/>
                    <a:pt x="364" y="266"/>
                  </a:cubicBezTo>
                  <a:close/>
                </a:path>
              </a:pathLst>
            </a:custGeom>
            <a:blipFill dpi="0" rotWithShape="1">
              <a:blip r:embed="rId30"/>
              <a:srcRect/>
              <a:stretch>
                <a:fillRect/>
              </a:stretch>
            </a:blipFill>
            <a:ln w="9525">
              <a:noFill/>
              <a:round/>
              <a:headEnd/>
              <a:tailEnd/>
            </a:ln>
          </p:spPr>
          <p:txBody>
            <a:bodyPr/>
            <a:lstStyle/>
            <a:p>
              <a:endParaRPr lang="en-GB"/>
            </a:p>
          </p:txBody>
        </p:sp>
        <p:sp>
          <p:nvSpPr>
            <p:cNvPr id="31881" name="Freeform 3"/>
            <p:cNvSpPr>
              <a:spLocks noChangeAspect="1" noEditPoints="1"/>
            </p:cNvSpPr>
            <p:nvPr/>
          </p:nvSpPr>
          <p:spPr bwMode="auto">
            <a:xfrm>
              <a:off x="4220540" y="3679871"/>
              <a:ext cx="102850" cy="88496"/>
            </a:xfrm>
            <a:custGeom>
              <a:avLst/>
              <a:gdLst>
                <a:gd name="T0" fmla="*/ 2147483647 w 344"/>
                <a:gd name="T1" fmla="*/ 2147483647 h 285"/>
                <a:gd name="T2" fmla="*/ 2147483647 w 344"/>
                <a:gd name="T3" fmla="*/ 2147483647 h 285"/>
                <a:gd name="T4" fmla="*/ 2147483647 w 344"/>
                <a:gd name="T5" fmla="*/ 2147483647 h 285"/>
                <a:gd name="T6" fmla="*/ 2147483647 w 344"/>
                <a:gd name="T7" fmla="*/ 2147483647 h 285"/>
                <a:gd name="T8" fmla="*/ 2147483647 w 344"/>
                <a:gd name="T9" fmla="*/ 2147483647 h 285"/>
                <a:gd name="T10" fmla="*/ 2147483647 w 344"/>
                <a:gd name="T11" fmla="*/ 2147483647 h 285"/>
                <a:gd name="T12" fmla="*/ 2147483647 w 344"/>
                <a:gd name="T13" fmla="*/ 2147483647 h 285"/>
                <a:gd name="T14" fmla="*/ 2147483647 w 344"/>
                <a:gd name="T15" fmla="*/ 2147483647 h 285"/>
                <a:gd name="T16" fmla="*/ 2147483647 w 344"/>
                <a:gd name="T17" fmla="*/ 2147483647 h 285"/>
                <a:gd name="T18" fmla="*/ 2147483647 w 344"/>
                <a:gd name="T19" fmla="*/ 2147483647 h 285"/>
                <a:gd name="T20" fmla="*/ 2147483647 w 344"/>
                <a:gd name="T21" fmla="*/ 2147483647 h 285"/>
                <a:gd name="T22" fmla="*/ 2147483647 w 344"/>
                <a:gd name="T23" fmla="*/ 2147483647 h 285"/>
                <a:gd name="T24" fmla="*/ 2147483647 w 344"/>
                <a:gd name="T25" fmla="*/ 2147483647 h 285"/>
                <a:gd name="T26" fmla="*/ 2147483647 w 344"/>
                <a:gd name="T27" fmla="*/ 2147483647 h 285"/>
                <a:gd name="T28" fmla="*/ 2147483647 w 344"/>
                <a:gd name="T29" fmla="*/ 2147483647 h 285"/>
                <a:gd name="T30" fmla="*/ 2147483647 w 344"/>
                <a:gd name="T31" fmla="*/ 2147483647 h 285"/>
                <a:gd name="T32" fmla="*/ 2147483647 w 344"/>
                <a:gd name="T33" fmla="*/ 2147483647 h 285"/>
                <a:gd name="T34" fmla="*/ 2147483647 w 344"/>
                <a:gd name="T35" fmla="*/ 2147483647 h 285"/>
                <a:gd name="T36" fmla="*/ 2147483647 w 344"/>
                <a:gd name="T37" fmla="*/ 2147483647 h 285"/>
                <a:gd name="T38" fmla="*/ 2147483647 w 344"/>
                <a:gd name="T39" fmla="*/ 2147483647 h 285"/>
                <a:gd name="T40" fmla="*/ 2147483647 w 344"/>
                <a:gd name="T41" fmla="*/ 2147483647 h 285"/>
                <a:gd name="T42" fmla="*/ 2147483647 w 344"/>
                <a:gd name="T43" fmla="*/ 2147483647 h 285"/>
                <a:gd name="T44" fmla="*/ 2147483647 w 344"/>
                <a:gd name="T45" fmla="*/ 2147483647 h 285"/>
                <a:gd name="T46" fmla="*/ 2147483647 w 344"/>
                <a:gd name="T47" fmla="*/ 2147483647 h 285"/>
                <a:gd name="T48" fmla="*/ 2147483647 w 344"/>
                <a:gd name="T49" fmla="*/ 2147483647 h 285"/>
                <a:gd name="T50" fmla="*/ 2147483647 w 344"/>
                <a:gd name="T51" fmla="*/ 2147483647 h 285"/>
                <a:gd name="T52" fmla="*/ 2147483647 w 344"/>
                <a:gd name="T53" fmla="*/ 2147483647 h 285"/>
                <a:gd name="T54" fmla="*/ 2147483647 w 344"/>
                <a:gd name="T55" fmla="*/ 2147483647 h 285"/>
                <a:gd name="T56" fmla="*/ 2147483647 w 344"/>
                <a:gd name="T57" fmla="*/ 2147483647 h 285"/>
                <a:gd name="T58" fmla="*/ 2147483647 w 344"/>
                <a:gd name="T59" fmla="*/ 2147483647 h 285"/>
                <a:gd name="T60" fmla="*/ 2147483647 w 344"/>
                <a:gd name="T61" fmla="*/ 2147483647 h 285"/>
                <a:gd name="T62" fmla="*/ 2147483647 w 344"/>
                <a:gd name="T63" fmla="*/ 2147483647 h 285"/>
                <a:gd name="T64" fmla="*/ 2147483647 w 344"/>
                <a:gd name="T65" fmla="*/ 2147483647 h 285"/>
                <a:gd name="T66" fmla="*/ 2147483647 w 344"/>
                <a:gd name="T67" fmla="*/ 2147483647 h 285"/>
                <a:gd name="T68" fmla="*/ 2147483647 w 344"/>
                <a:gd name="T69" fmla="*/ 2147483647 h 285"/>
                <a:gd name="T70" fmla="*/ 2147483647 w 344"/>
                <a:gd name="T71" fmla="*/ 2147483647 h 285"/>
                <a:gd name="T72" fmla="*/ 2147483647 w 344"/>
                <a:gd name="T73" fmla="*/ 2147483647 h 285"/>
                <a:gd name="T74" fmla="*/ 2147483647 w 344"/>
                <a:gd name="T75" fmla="*/ 2147483647 h 285"/>
                <a:gd name="T76" fmla="*/ 2147483647 w 344"/>
                <a:gd name="T77" fmla="*/ 2147483647 h 285"/>
                <a:gd name="T78" fmla="*/ 2147483647 w 344"/>
                <a:gd name="T79" fmla="*/ 2147483647 h 285"/>
                <a:gd name="T80" fmla="*/ 2147483647 w 344"/>
                <a:gd name="T81" fmla="*/ 2147483647 h 285"/>
                <a:gd name="T82" fmla="*/ 2147483647 w 344"/>
                <a:gd name="T83" fmla="*/ 2147483647 h 285"/>
                <a:gd name="T84" fmla="*/ 2147483647 w 344"/>
                <a:gd name="T85" fmla="*/ 2147483647 h 285"/>
                <a:gd name="T86" fmla="*/ 2147483647 w 344"/>
                <a:gd name="T87" fmla="*/ 2147483647 h 285"/>
                <a:gd name="T88" fmla="*/ 2147483647 w 344"/>
                <a:gd name="T89" fmla="*/ 2147483647 h 285"/>
                <a:gd name="T90" fmla="*/ 2147483647 w 344"/>
                <a:gd name="T91" fmla="*/ 2147483647 h 285"/>
                <a:gd name="T92" fmla="*/ 2147483647 w 344"/>
                <a:gd name="T93" fmla="*/ 2147483647 h 285"/>
                <a:gd name="T94" fmla="*/ 2147483647 w 344"/>
                <a:gd name="T95" fmla="*/ 2147483647 h 285"/>
                <a:gd name="T96" fmla="*/ 2147483647 w 344"/>
                <a:gd name="T97" fmla="*/ 2147483647 h 285"/>
                <a:gd name="T98" fmla="*/ 2147483647 w 344"/>
                <a:gd name="T99" fmla="*/ 2147483647 h 285"/>
                <a:gd name="T100" fmla="*/ 2147483647 w 344"/>
                <a:gd name="T101" fmla="*/ 2147483647 h 285"/>
                <a:gd name="T102" fmla="*/ 2147483647 w 344"/>
                <a:gd name="T103" fmla="*/ 2147483647 h 285"/>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344"/>
                <a:gd name="T157" fmla="*/ 0 h 285"/>
                <a:gd name="T158" fmla="*/ 344 w 344"/>
                <a:gd name="T159" fmla="*/ 285 h 285"/>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344" h="285">
                  <a:moveTo>
                    <a:pt x="131" y="2"/>
                  </a:moveTo>
                  <a:cubicBezTo>
                    <a:pt x="127" y="0"/>
                    <a:pt x="122" y="2"/>
                    <a:pt x="120" y="6"/>
                  </a:cubicBezTo>
                  <a:cubicBezTo>
                    <a:pt x="2" y="273"/>
                    <a:pt x="2" y="273"/>
                    <a:pt x="2" y="273"/>
                  </a:cubicBezTo>
                  <a:cubicBezTo>
                    <a:pt x="0" y="278"/>
                    <a:pt x="2" y="282"/>
                    <a:pt x="6" y="284"/>
                  </a:cubicBezTo>
                  <a:cubicBezTo>
                    <a:pt x="7" y="285"/>
                    <a:pt x="8" y="285"/>
                    <a:pt x="9" y="285"/>
                  </a:cubicBezTo>
                  <a:cubicBezTo>
                    <a:pt x="12" y="285"/>
                    <a:pt x="15" y="283"/>
                    <a:pt x="16" y="280"/>
                  </a:cubicBezTo>
                  <a:cubicBezTo>
                    <a:pt x="135" y="12"/>
                    <a:pt x="135" y="12"/>
                    <a:pt x="135" y="12"/>
                  </a:cubicBezTo>
                  <a:cubicBezTo>
                    <a:pt x="137" y="8"/>
                    <a:pt x="135" y="3"/>
                    <a:pt x="131" y="2"/>
                  </a:cubicBezTo>
                  <a:close/>
                  <a:moveTo>
                    <a:pt x="172" y="1"/>
                  </a:moveTo>
                  <a:cubicBezTo>
                    <a:pt x="168" y="1"/>
                    <a:pt x="164" y="4"/>
                    <a:pt x="164" y="9"/>
                  </a:cubicBezTo>
                  <a:cubicBezTo>
                    <a:pt x="164" y="25"/>
                    <a:pt x="164" y="25"/>
                    <a:pt x="164" y="25"/>
                  </a:cubicBezTo>
                  <a:cubicBezTo>
                    <a:pt x="164" y="29"/>
                    <a:pt x="168" y="33"/>
                    <a:pt x="172" y="33"/>
                  </a:cubicBezTo>
                  <a:cubicBezTo>
                    <a:pt x="177" y="33"/>
                    <a:pt x="180" y="29"/>
                    <a:pt x="180" y="25"/>
                  </a:cubicBezTo>
                  <a:cubicBezTo>
                    <a:pt x="180" y="9"/>
                    <a:pt x="180" y="9"/>
                    <a:pt x="180" y="9"/>
                  </a:cubicBezTo>
                  <a:cubicBezTo>
                    <a:pt x="180" y="4"/>
                    <a:pt x="177" y="1"/>
                    <a:pt x="172" y="1"/>
                  </a:cubicBezTo>
                  <a:close/>
                  <a:moveTo>
                    <a:pt x="172" y="159"/>
                  </a:moveTo>
                  <a:cubicBezTo>
                    <a:pt x="168" y="159"/>
                    <a:pt x="164" y="162"/>
                    <a:pt x="164" y="167"/>
                  </a:cubicBezTo>
                  <a:cubicBezTo>
                    <a:pt x="164" y="202"/>
                    <a:pt x="164" y="202"/>
                    <a:pt x="164" y="202"/>
                  </a:cubicBezTo>
                  <a:cubicBezTo>
                    <a:pt x="164" y="207"/>
                    <a:pt x="168" y="210"/>
                    <a:pt x="172" y="210"/>
                  </a:cubicBezTo>
                  <a:cubicBezTo>
                    <a:pt x="177" y="210"/>
                    <a:pt x="180" y="207"/>
                    <a:pt x="180" y="202"/>
                  </a:cubicBezTo>
                  <a:cubicBezTo>
                    <a:pt x="180" y="167"/>
                    <a:pt x="180" y="167"/>
                    <a:pt x="180" y="167"/>
                  </a:cubicBezTo>
                  <a:cubicBezTo>
                    <a:pt x="180" y="162"/>
                    <a:pt x="177" y="159"/>
                    <a:pt x="172" y="159"/>
                  </a:cubicBezTo>
                  <a:close/>
                  <a:moveTo>
                    <a:pt x="172" y="70"/>
                  </a:moveTo>
                  <a:cubicBezTo>
                    <a:pt x="168" y="70"/>
                    <a:pt x="164" y="74"/>
                    <a:pt x="164" y="78"/>
                  </a:cubicBezTo>
                  <a:cubicBezTo>
                    <a:pt x="164" y="114"/>
                    <a:pt x="164" y="114"/>
                    <a:pt x="164" y="114"/>
                  </a:cubicBezTo>
                  <a:cubicBezTo>
                    <a:pt x="164" y="118"/>
                    <a:pt x="168" y="122"/>
                    <a:pt x="172" y="122"/>
                  </a:cubicBezTo>
                  <a:cubicBezTo>
                    <a:pt x="177" y="122"/>
                    <a:pt x="180" y="118"/>
                    <a:pt x="180" y="114"/>
                  </a:cubicBezTo>
                  <a:cubicBezTo>
                    <a:pt x="180" y="78"/>
                    <a:pt x="180" y="78"/>
                    <a:pt x="180" y="78"/>
                  </a:cubicBezTo>
                  <a:cubicBezTo>
                    <a:pt x="180" y="74"/>
                    <a:pt x="177" y="70"/>
                    <a:pt x="172" y="70"/>
                  </a:cubicBezTo>
                  <a:close/>
                  <a:moveTo>
                    <a:pt x="172" y="247"/>
                  </a:moveTo>
                  <a:cubicBezTo>
                    <a:pt x="168" y="247"/>
                    <a:pt x="164" y="251"/>
                    <a:pt x="164" y="255"/>
                  </a:cubicBezTo>
                  <a:cubicBezTo>
                    <a:pt x="164" y="271"/>
                    <a:pt x="164" y="271"/>
                    <a:pt x="164" y="271"/>
                  </a:cubicBezTo>
                  <a:cubicBezTo>
                    <a:pt x="164" y="276"/>
                    <a:pt x="168" y="279"/>
                    <a:pt x="172" y="279"/>
                  </a:cubicBezTo>
                  <a:cubicBezTo>
                    <a:pt x="177" y="279"/>
                    <a:pt x="180" y="276"/>
                    <a:pt x="180" y="271"/>
                  </a:cubicBezTo>
                  <a:cubicBezTo>
                    <a:pt x="180" y="255"/>
                    <a:pt x="180" y="255"/>
                    <a:pt x="180" y="255"/>
                  </a:cubicBezTo>
                  <a:cubicBezTo>
                    <a:pt x="180" y="251"/>
                    <a:pt x="177" y="247"/>
                    <a:pt x="172" y="247"/>
                  </a:cubicBezTo>
                  <a:close/>
                  <a:moveTo>
                    <a:pt x="235" y="30"/>
                  </a:moveTo>
                  <a:cubicBezTo>
                    <a:pt x="224" y="6"/>
                    <a:pt x="224" y="6"/>
                    <a:pt x="224" y="6"/>
                  </a:cubicBezTo>
                  <a:cubicBezTo>
                    <a:pt x="222" y="2"/>
                    <a:pt x="218" y="0"/>
                    <a:pt x="213" y="2"/>
                  </a:cubicBezTo>
                  <a:cubicBezTo>
                    <a:pt x="209" y="3"/>
                    <a:pt x="208" y="8"/>
                    <a:pt x="209" y="12"/>
                  </a:cubicBezTo>
                  <a:cubicBezTo>
                    <a:pt x="220" y="36"/>
                    <a:pt x="220" y="36"/>
                    <a:pt x="220" y="36"/>
                  </a:cubicBezTo>
                  <a:cubicBezTo>
                    <a:pt x="222" y="39"/>
                    <a:pt x="224" y="41"/>
                    <a:pt x="227" y="41"/>
                  </a:cubicBezTo>
                  <a:cubicBezTo>
                    <a:pt x="229" y="41"/>
                    <a:pt x="230" y="41"/>
                    <a:pt x="231" y="41"/>
                  </a:cubicBezTo>
                  <a:cubicBezTo>
                    <a:pt x="235" y="39"/>
                    <a:pt x="237" y="34"/>
                    <a:pt x="235" y="30"/>
                  </a:cubicBezTo>
                  <a:close/>
                  <a:moveTo>
                    <a:pt x="343" y="273"/>
                  </a:moveTo>
                  <a:cubicBezTo>
                    <a:pt x="248" y="60"/>
                    <a:pt x="248" y="60"/>
                    <a:pt x="248" y="60"/>
                  </a:cubicBezTo>
                  <a:cubicBezTo>
                    <a:pt x="246" y="56"/>
                    <a:pt x="241" y="54"/>
                    <a:pt x="237" y="56"/>
                  </a:cubicBezTo>
                  <a:cubicBezTo>
                    <a:pt x="233" y="58"/>
                    <a:pt x="232" y="62"/>
                    <a:pt x="233" y="66"/>
                  </a:cubicBezTo>
                  <a:cubicBezTo>
                    <a:pt x="328" y="280"/>
                    <a:pt x="328" y="280"/>
                    <a:pt x="328" y="280"/>
                  </a:cubicBezTo>
                  <a:cubicBezTo>
                    <a:pt x="329" y="283"/>
                    <a:pt x="332" y="285"/>
                    <a:pt x="335" y="285"/>
                  </a:cubicBezTo>
                  <a:cubicBezTo>
                    <a:pt x="336" y="285"/>
                    <a:pt x="337" y="285"/>
                    <a:pt x="339" y="284"/>
                  </a:cubicBezTo>
                  <a:cubicBezTo>
                    <a:pt x="343" y="282"/>
                    <a:pt x="344" y="278"/>
                    <a:pt x="343" y="273"/>
                  </a:cubicBezTo>
                  <a:close/>
                </a:path>
              </a:pathLst>
            </a:custGeom>
            <a:blipFill dpi="0" rotWithShape="1">
              <a:blip r:embed="rId31"/>
              <a:srcRect/>
              <a:stretch>
                <a:fillRect/>
              </a:stretch>
            </a:blipFill>
            <a:ln w="9525">
              <a:noFill/>
              <a:round/>
              <a:headEnd/>
              <a:tailEnd/>
            </a:ln>
          </p:spPr>
          <p:txBody>
            <a:bodyPr/>
            <a:lstStyle/>
            <a:p>
              <a:endParaRPr lang="en-GB"/>
            </a:p>
          </p:txBody>
        </p:sp>
        <p:sp>
          <p:nvSpPr>
            <p:cNvPr id="31882" name="Freeform 3"/>
            <p:cNvSpPr>
              <a:spLocks noChangeAspect="1" noEditPoints="1"/>
            </p:cNvSpPr>
            <p:nvPr/>
          </p:nvSpPr>
          <p:spPr bwMode="auto">
            <a:xfrm>
              <a:off x="4067454" y="3209022"/>
              <a:ext cx="71984" cy="119266"/>
            </a:xfrm>
            <a:custGeom>
              <a:avLst/>
              <a:gdLst>
                <a:gd name="T0" fmla="*/ 2147483647 w 241"/>
                <a:gd name="T1" fmla="*/ 2147483647 h 384"/>
                <a:gd name="T2" fmla="*/ 2147483647 w 241"/>
                <a:gd name="T3" fmla="*/ 2147483647 h 384"/>
                <a:gd name="T4" fmla="*/ 2147483647 w 241"/>
                <a:gd name="T5" fmla="*/ 2147483647 h 384"/>
                <a:gd name="T6" fmla="*/ 2147483647 w 241"/>
                <a:gd name="T7" fmla="*/ 2147483647 h 384"/>
                <a:gd name="T8" fmla="*/ 2147483647 w 241"/>
                <a:gd name="T9" fmla="*/ 2147483647 h 384"/>
                <a:gd name="T10" fmla="*/ 2147483647 w 241"/>
                <a:gd name="T11" fmla="*/ 2147483647 h 384"/>
                <a:gd name="T12" fmla="*/ 2147483647 w 241"/>
                <a:gd name="T13" fmla="*/ 2147483647 h 384"/>
                <a:gd name="T14" fmla="*/ 2147483647 w 241"/>
                <a:gd name="T15" fmla="*/ 0 h 384"/>
                <a:gd name="T16" fmla="*/ 0 w 241"/>
                <a:gd name="T17" fmla="*/ 2147483647 h 384"/>
                <a:gd name="T18" fmla="*/ 2147483647 w 241"/>
                <a:gd name="T19" fmla="*/ 2147483647 h 384"/>
                <a:gd name="T20" fmla="*/ 2147483647 w 241"/>
                <a:gd name="T21" fmla="*/ 2147483647 h 384"/>
                <a:gd name="T22" fmla="*/ 2147483647 w 241"/>
                <a:gd name="T23" fmla="*/ 2147483647 h 384"/>
                <a:gd name="T24" fmla="*/ 2147483647 w 241"/>
                <a:gd name="T25" fmla="*/ 2147483647 h 384"/>
                <a:gd name="T26" fmla="*/ 2147483647 w 241"/>
                <a:gd name="T27" fmla="*/ 2147483647 h 384"/>
                <a:gd name="T28" fmla="*/ 2147483647 w 241"/>
                <a:gd name="T29" fmla="*/ 2147483647 h 384"/>
                <a:gd name="T30" fmla="*/ 2147483647 w 241"/>
                <a:gd name="T31" fmla="*/ 2147483647 h 384"/>
                <a:gd name="T32" fmla="*/ 2147483647 w 241"/>
                <a:gd name="T33" fmla="*/ 2147483647 h 384"/>
                <a:gd name="T34" fmla="*/ 2147483647 w 241"/>
                <a:gd name="T35" fmla="*/ 2147483647 h 384"/>
                <a:gd name="T36" fmla="*/ 2147483647 w 241"/>
                <a:gd name="T37" fmla="*/ 2147483647 h 384"/>
                <a:gd name="T38" fmla="*/ 2147483647 w 241"/>
                <a:gd name="T39" fmla="*/ 2147483647 h 384"/>
                <a:gd name="T40" fmla="*/ 2147483647 w 241"/>
                <a:gd name="T41" fmla="*/ 2147483647 h 384"/>
                <a:gd name="T42" fmla="*/ 2147483647 w 241"/>
                <a:gd name="T43" fmla="*/ 2147483647 h 384"/>
                <a:gd name="T44" fmla="*/ 2147483647 w 241"/>
                <a:gd name="T45" fmla="*/ 2147483647 h 384"/>
                <a:gd name="T46" fmla="*/ 2147483647 w 241"/>
                <a:gd name="T47" fmla="*/ 2147483647 h 384"/>
                <a:gd name="T48" fmla="*/ 2147483647 w 241"/>
                <a:gd name="T49" fmla="*/ 2147483647 h 384"/>
                <a:gd name="T50" fmla="*/ 2147483647 w 241"/>
                <a:gd name="T51" fmla="*/ 2147483647 h 384"/>
                <a:gd name="T52" fmla="*/ 2147483647 w 241"/>
                <a:gd name="T53" fmla="*/ 2147483647 h 384"/>
                <a:gd name="T54" fmla="*/ 2147483647 w 241"/>
                <a:gd name="T55" fmla="*/ 2147483647 h 384"/>
                <a:gd name="T56" fmla="*/ 2147483647 w 241"/>
                <a:gd name="T57" fmla="*/ 2147483647 h 384"/>
                <a:gd name="T58" fmla="*/ 2147483647 w 241"/>
                <a:gd name="T59" fmla="*/ 2147483647 h 384"/>
                <a:gd name="T60" fmla="*/ 2147483647 w 241"/>
                <a:gd name="T61" fmla="*/ 2147483647 h 384"/>
                <a:gd name="T62" fmla="*/ 2147483647 w 241"/>
                <a:gd name="T63" fmla="*/ 2147483647 h 384"/>
                <a:gd name="T64" fmla="*/ 2147483647 w 241"/>
                <a:gd name="T65" fmla="*/ 2147483647 h 384"/>
                <a:gd name="T66" fmla="*/ 2147483647 w 241"/>
                <a:gd name="T67" fmla="*/ 2147483647 h 384"/>
                <a:gd name="T68" fmla="*/ 2147483647 w 241"/>
                <a:gd name="T69" fmla="*/ 2147483647 h 384"/>
                <a:gd name="T70" fmla="*/ 2147483647 w 241"/>
                <a:gd name="T71" fmla="*/ 2147483647 h 384"/>
                <a:gd name="T72" fmla="*/ 2147483647 w 241"/>
                <a:gd name="T73" fmla="*/ 2147483647 h 384"/>
                <a:gd name="T74" fmla="*/ 2147483647 w 241"/>
                <a:gd name="T75" fmla="*/ 2147483647 h 384"/>
                <a:gd name="T76" fmla="*/ 2147483647 w 241"/>
                <a:gd name="T77" fmla="*/ 2147483647 h 384"/>
                <a:gd name="T78" fmla="*/ 2147483647 w 241"/>
                <a:gd name="T79" fmla="*/ 2147483647 h 384"/>
                <a:gd name="T80" fmla="*/ 2147483647 w 241"/>
                <a:gd name="T81" fmla="*/ 2147483647 h 384"/>
                <a:gd name="T82" fmla="*/ 2147483647 w 241"/>
                <a:gd name="T83" fmla="*/ 2147483647 h 384"/>
                <a:gd name="T84" fmla="*/ 2147483647 w 241"/>
                <a:gd name="T85" fmla="*/ 2147483647 h 384"/>
                <a:gd name="T86" fmla="*/ 2147483647 w 241"/>
                <a:gd name="T87" fmla="*/ 2147483647 h 384"/>
                <a:gd name="T88" fmla="*/ 2147483647 w 241"/>
                <a:gd name="T89" fmla="*/ 2147483647 h 384"/>
                <a:gd name="T90" fmla="*/ 2147483647 w 241"/>
                <a:gd name="T91" fmla="*/ 2147483647 h 384"/>
                <a:gd name="T92" fmla="*/ 2147483647 w 241"/>
                <a:gd name="T93" fmla="*/ 2147483647 h 384"/>
                <a:gd name="T94" fmla="*/ 2147483647 w 241"/>
                <a:gd name="T95" fmla="*/ 2147483647 h 384"/>
                <a:gd name="T96" fmla="*/ 2147483647 w 241"/>
                <a:gd name="T97" fmla="*/ 2147483647 h 384"/>
                <a:gd name="T98" fmla="*/ 2147483647 w 241"/>
                <a:gd name="T99" fmla="*/ 2147483647 h 384"/>
                <a:gd name="T100" fmla="*/ 2147483647 w 241"/>
                <a:gd name="T101" fmla="*/ 2147483647 h 384"/>
                <a:gd name="T102" fmla="*/ 2147483647 w 241"/>
                <a:gd name="T103" fmla="*/ 2147483647 h 38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41"/>
                <a:gd name="T157" fmla="*/ 0 h 384"/>
                <a:gd name="T158" fmla="*/ 241 w 241"/>
                <a:gd name="T159" fmla="*/ 384 h 38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41" h="384">
                  <a:moveTo>
                    <a:pt x="117" y="356"/>
                  </a:moveTo>
                  <a:cubicBezTo>
                    <a:pt x="127" y="356"/>
                    <a:pt x="135" y="348"/>
                    <a:pt x="135" y="339"/>
                  </a:cubicBezTo>
                  <a:cubicBezTo>
                    <a:pt x="135" y="329"/>
                    <a:pt x="127" y="321"/>
                    <a:pt x="117" y="321"/>
                  </a:cubicBezTo>
                  <a:cubicBezTo>
                    <a:pt x="107" y="321"/>
                    <a:pt x="99" y="329"/>
                    <a:pt x="99" y="339"/>
                  </a:cubicBezTo>
                  <a:cubicBezTo>
                    <a:pt x="99" y="348"/>
                    <a:pt x="107" y="356"/>
                    <a:pt x="117" y="356"/>
                  </a:cubicBezTo>
                  <a:close/>
                  <a:moveTo>
                    <a:pt x="135" y="26"/>
                  </a:moveTo>
                  <a:cubicBezTo>
                    <a:pt x="99" y="26"/>
                    <a:pt x="99" y="26"/>
                    <a:pt x="99" y="26"/>
                  </a:cubicBezTo>
                  <a:cubicBezTo>
                    <a:pt x="95" y="26"/>
                    <a:pt x="91" y="30"/>
                    <a:pt x="91" y="34"/>
                  </a:cubicBezTo>
                  <a:cubicBezTo>
                    <a:pt x="91" y="39"/>
                    <a:pt x="95" y="42"/>
                    <a:pt x="99" y="42"/>
                  </a:cubicBezTo>
                  <a:cubicBezTo>
                    <a:pt x="135" y="42"/>
                    <a:pt x="135" y="42"/>
                    <a:pt x="135" y="42"/>
                  </a:cubicBezTo>
                  <a:cubicBezTo>
                    <a:pt x="139" y="42"/>
                    <a:pt x="143" y="39"/>
                    <a:pt x="143" y="34"/>
                  </a:cubicBezTo>
                  <a:cubicBezTo>
                    <a:pt x="143" y="30"/>
                    <a:pt x="139" y="26"/>
                    <a:pt x="135" y="26"/>
                  </a:cubicBezTo>
                  <a:close/>
                  <a:moveTo>
                    <a:pt x="233" y="91"/>
                  </a:moveTo>
                  <a:cubicBezTo>
                    <a:pt x="237" y="91"/>
                    <a:pt x="241" y="87"/>
                    <a:pt x="241" y="83"/>
                  </a:cubicBezTo>
                  <a:cubicBezTo>
                    <a:pt x="241" y="19"/>
                    <a:pt x="241" y="19"/>
                    <a:pt x="241" y="19"/>
                  </a:cubicBezTo>
                  <a:cubicBezTo>
                    <a:pt x="241" y="9"/>
                    <a:pt x="232" y="0"/>
                    <a:pt x="221" y="0"/>
                  </a:cubicBezTo>
                  <a:cubicBezTo>
                    <a:pt x="19" y="0"/>
                    <a:pt x="19" y="0"/>
                    <a:pt x="19" y="0"/>
                  </a:cubicBezTo>
                  <a:cubicBezTo>
                    <a:pt x="8" y="0"/>
                    <a:pt x="0" y="9"/>
                    <a:pt x="0" y="19"/>
                  </a:cubicBezTo>
                  <a:cubicBezTo>
                    <a:pt x="0" y="364"/>
                    <a:pt x="0" y="364"/>
                    <a:pt x="0" y="364"/>
                  </a:cubicBezTo>
                  <a:cubicBezTo>
                    <a:pt x="0" y="375"/>
                    <a:pt x="8" y="384"/>
                    <a:pt x="19" y="384"/>
                  </a:cubicBezTo>
                  <a:cubicBezTo>
                    <a:pt x="221" y="384"/>
                    <a:pt x="221" y="384"/>
                    <a:pt x="221" y="384"/>
                  </a:cubicBezTo>
                  <a:cubicBezTo>
                    <a:pt x="232" y="384"/>
                    <a:pt x="241" y="375"/>
                    <a:pt x="241" y="364"/>
                  </a:cubicBezTo>
                  <a:cubicBezTo>
                    <a:pt x="241" y="114"/>
                    <a:pt x="241" y="114"/>
                    <a:pt x="241" y="114"/>
                  </a:cubicBezTo>
                  <a:cubicBezTo>
                    <a:pt x="241" y="110"/>
                    <a:pt x="237" y="106"/>
                    <a:pt x="233" y="106"/>
                  </a:cubicBezTo>
                  <a:cubicBezTo>
                    <a:pt x="228" y="106"/>
                    <a:pt x="225" y="110"/>
                    <a:pt x="225" y="114"/>
                  </a:cubicBezTo>
                  <a:cubicBezTo>
                    <a:pt x="225" y="296"/>
                    <a:pt x="225" y="296"/>
                    <a:pt x="225" y="296"/>
                  </a:cubicBezTo>
                  <a:cubicBezTo>
                    <a:pt x="16" y="296"/>
                    <a:pt x="16" y="296"/>
                    <a:pt x="16" y="296"/>
                  </a:cubicBezTo>
                  <a:cubicBezTo>
                    <a:pt x="16" y="69"/>
                    <a:pt x="16" y="69"/>
                    <a:pt x="16" y="69"/>
                  </a:cubicBezTo>
                  <a:cubicBezTo>
                    <a:pt x="225" y="69"/>
                    <a:pt x="225" y="69"/>
                    <a:pt x="225" y="69"/>
                  </a:cubicBezTo>
                  <a:cubicBezTo>
                    <a:pt x="225" y="83"/>
                    <a:pt x="225" y="83"/>
                    <a:pt x="225" y="83"/>
                  </a:cubicBezTo>
                  <a:cubicBezTo>
                    <a:pt x="225" y="87"/>
                    <a:pt x="228" y="91"/>
                    <a:pt x="233" y="91"/>
                  </a:cubicBezTo>
                  <a:close/>
                  <a:moveTo>
                    <a:pt x="225" y="312"/>
                  </a:moveTo>
                  <a:cubicBezTo>
                    <a:pt x="225" y="364"/>
                    <a:pt x="225" y="364"/>
                    <a:pt x="225" y="364"/>
                  </a:cubicBezTo>
                  <a:cubicBezTo>
                    <a:pt x="225" y="366"/>
                    <a:pt x="223" y="368"/>
                    <a:pt x="221" y="368"/>
                  </a:cubicBezTo>
                  <a:cubicBezTo>
                    <a:pt x="19" y="368"/>
                    <a:pt x="19" y="368"/>
                    <a:pt x="19" y="368"/>
                  </a:cubicBezTo>
                  <a:cubicBezTo>
                    <a:pt x="17" y="368"/>
                    <a:pt x="16" y="366"/>
                    <a:pt x="16" y="364"/>
                  </a:cubicBezTo>
                  <a:cubicBezTo>
                    <a:pt x="16" y="312"/>
                    <a:pt x="16" y="312"/>
                    <a:pt x="16" y="312"/>
                  </a:cubicBezTo>
                  <a:lnTo>
                    <a:pt x="225" y="312"/>
                  </a:lnTo>
                  <a:close/>
                  <a:moveTo>
                    <a:pt x="16" y="53"/>
                  </a:moveTo>
                  <a:cubicBezTo>
                    <a:pt x="16" y="19"/>
                    <a:pt x="16" y="19"/>
                    <a:pt x="16" y="19"/>
                  </a:cubicBezTo>
                  <a:cubicBezTo>
                    <a:pt x="16" y="17"/>
                    <a:pt x="17" y="16"/>
                    <a:pt x="19" y="16"/>
                  </a:cubicBezTo>
                  <a:cubicBezTo>
                    <a:pt x="221" y="16"/>
                    <a:pt x="221" y="16"/>
                    <a:pt x="221" y="16"/>
                  </a:cubicBezTo>
                  <a:cubicBezTo>
                    <a:pt x="223" y="16"/>
                    <a:pt x="225" y="17"/>
                    <a:pt x="225" y="19"/>
                  </a:cubicBezTo>
                  <a:cubicBezTo>
                    <a:pt x="225" y="53"/>
                    <a:pt x="225" y="53"/>
                    <a:pt x="225" y="53"/>
                  </a:cubicBezTo>
                  <a:lnTo>
                    <a:pt x="16" y="53"/>
                  </a:lnTo>
                  <a:close/>
                  <a:moveTo>
                    <a:pt x="114" y="137"/>
                  </a:moveTo>
                  <a:cubicBezTo>
                    <a:pt x="114" y="142"/>
                    <a:pt x="114" y="142"/>
                    <a:pt x="114" y="142"/>
                  </a:cubicBezTo>
                  <a:cubicBezTo>
                    <a:pt x="111" y="143"/>
                    <a:pt x="109" y="143"/>
                    <a:pt x="106" y="144"/>
                  </a:cubicBezTo>
                  <a:cubicBezTo>
                    <a:pt x="103" y="146"/>
                    <a:pt x="99" y="148"/>
                    <a:pt x="96" y="151"/>
                  </a:cubicBezTo>
                  <a:cubicBezTo>
                    <a:pt x="93" y="154"/>
                    <a:pt x="91" y="159"/>
                    <a:pt x="91" y="165"/>
                  </a:cubicBezTo>
                  <a:cubicBezTo>
                    <a:pt x="91" y="170"/>
                    <a:pt x="92" y="174"/>
                    <a:pt x="94" y="178"/>
                  </a:cubicBezTo>
                  <a:cubicBezTo>
                    <a:pt x="98" y="183"/>
                    <a:pt x="103" y="186"/>
                    <a:pt x="108" y="188"/>
                  </a:cubicBezTo>
                  <a:cubicBezTo>
                    <a:pt x="113" y="189"/>
                    <a:pt x="117" y="190"/>
                    <a:pt x="120" y="190"/>
                  </a:cubicBezTo>
                  <a:cubicBezTo>
                    <a:pt x="123" y="191"/>
                    <a:pt x="127" y="192"/>
                    <a:pt x="131" y="194"/>
                  </a:cubicBezTo>
                  <a:cubicBezTo>
                    <a:pt x="134" y="195"/>
                    <a:pt x="137" y="197"/>
                    <a:pt x="138" y="200"/>
                  </a:cubicBezTo>
                  <a:cubicBezTo>
                    <a:pt x="138" y="201"/>
                    <a:pt x="138" y="202"/>
                    <a:pt x="138" y="204"/>
                  </a:cubicBezTo>
                  <a:cubicBezTo>
                    <a:pt x="138" y="206"/>
                    <a:pt x="138" y="207"/>
                    <a:pt x="137" y="209"/>
                  </a:cubicBezTo>
                  <a:cubicBezTo>
                    <a:pt x="135" y="210"/>
                    <a:pt x="132" y="212"/>
                    <a:pt x="128" y="213"/>
                  </a:cubicBezTo>
                  <a:cubicBezTo>
                    <a:pt x="125" y="214"/>
                    <a:pt x="121" y="214"/>
                    <a:pt x="121" y="214"/>
                  </a:cubicBezTo>
                  <a:cubicBezTo>
                    <a:pt x="121" y="214"/>
                    <a:pt x="121" y="214"/>
                    <a:pt x="121" y="214"/>
                  </a:cubicBezTo>
                  <a:cubicBezTo>
                    <a:pt x="116" y="214"/>
                    <a:pt x="111" y="212"/>
                    <a:pt x="107" y="210"/>
                  </a:cubicBezTo>
                  <a:cubicBezTo>
                    <a:pt x="105" y="209"/>
                    <a:pt x="103" y="208"/>
                    <a:pt x="102" y="207"/>
                  </a:cubicBezTo>
                  <a:cubicBezTo>
                    <a:pt x="102" y="207"/>
                    <a:pt x="101" y="206"/>
                    <a:pt x="101" y="206"/>
                  </a:cubicBezTo>
                  <a:cubicBezTo>
                    <a:pt x="101" y="206"/>
                    <a:pt x="101" y="206"/>
                    <a:pt x="101" y="206"/>
                  </a:cubicBezTo>
                  <a:cubicBezTo>
                    <a:pt x="98" y="203"/>
                    <a:pt x="93" y="204"/>
                    <a:pt x="91" y="207"/>
                  </a:cubicBezTo>
                  <a:cubicBezTo>
                    <a:pt x="89" y="210"/>
                    <a:pt x="89" y="214"/>
                    <a:pt x="92" y="217"/>
                  </a:cubicBezTo>
                  <a:cubicBezTo>
                    <a:pt x="92" y="217"/>
                    <a:pt x="101" y="224"/>
                    <a:pt x="114" y="227"/>
                  </a:cubicBezTo>
                  <a:cubicBezTo>
                    <a:pt x="114" y="233"/>
                    <a:pt x="114" y="233"/>
                    <a:pt x="114" y="233"/>
                  </a:cubicBezTo>
                  <a:cubicBezTo>
                    <a:pt x="114" y="236"/>
                    <a:pt x="117" y="240"/>
                    <a:pt x="121" y="240"/>
                  </a:cubicBezTo>
                  <a:cubicBezTo>
                    <a:pt x="125" y="240"/>
                    <a:pt x="128" y="236"/>
                    <a:pt x="128" y="233"/>
                  </a:cubicBezTo>
                  <a:cubicBezTo>
                    <a:pt x="128" y="227"/>
                    <a:pt x="128" y="227"/>
                    <a:pt x="128" y="227"/>
                  </a:cubicBezTo>
                  <a:cubicBezTo>
                    <a:pt x="130" y="227"/>
                    <a:pt x="133" y="226"/>
                    <a:pt x="136" y="225"/>
                  </a:cubicBezTo>
                  <a:cubicBezTo>
                    <a:pt x="140" y="223"/>
                    <a:pt x="144" y="221"/>
                    <a:pt x="147" y="218"/>
                  </a:cubicBezTo>
                  <a:cubicBezTo>
                    <a:pt x="150" y="214"/>
                    <a:pt x="152" y="209"/>
                    <a:pt x="152" y="203"/>
                  </a:cubicBezTo>
                  <a:cubicBezTo>
                    <a:pt x="152" y="200"/>
                    <a:pt x="152" y="197"/>
                    <a:pt x="150" y="194"/>
                  </a:cubicBezTo>
                  <a:cubicBezTo>
                    <a:pt x="148" y="187"/>
                    <a:pt x="142" y="183"/>
                    <a:pt x="136" y="181"/>
                  </a:cubicBezTo>
                  <a:cubicBezTo>
                    <a:pt x="131" y="179"/>
                    <a:pt x="126" y="178"/>
                    <a:pt x="123" y="177"/>
                  </a:cubicBezTo>
                  <a:cubicBezTo>
                    <a:pt x="118" y="176"/>
                    <a:pt x="113" y="175"/>
                    <a:pt x="110" y="173"/>
                  </a:cubicBezTo>
                  <a:cubicBezTo>
                    <a:pt x="108" y="172"/>
                    <a:pt x="107" y="172"/>
                    <a:pt x="106" y="170"/>
                  </a:cubicBezTo>
                  <a:cubicBezTo>
                    <a:pt x="105" y="169"/>
                    <a:pt x="105" y="168"/>
                    <a:pt x="105" y="165"/>
                  </a:cubicBezTo>
                  <a:cubicBezTo>
                    <a:pt x="105" y="163"/>
                    <a:pt x="105" y="162"/>
                    <a:pt x="106" y="160"/>
                  </a:cubicBezTo>
                  <a:cubicBezTo>
                    <a:pt x="108" y="159"/>
                    <a:pt x="111" y="157"/>
                    <a:pt x="114" y="156"/>
                  </a:cubicBezTo>
                  <a:cubicBezTo>
                    <a:pt x="116" y="156"/>
                    <a:pt x="118" y="156"/>
                    <a:pt x="119" y="156"/>
                  </a:cubicBezTo>
                  <a:cubicBezTo>
                    <a:pt x="119" y="156"/>
                    <a:pt x="120" y="156"/>
                    <a:pt x="120" y="156"/>
                  </a:cubicBezTo>
                  <a:cubicBezTo>
                    <a:pt x="120" y="156"/>
                    <a:pt x="120" y="156"/>
                    <a:pt x="120" y="156"/>
                  </a:cubicBezTo>
                  <a:cubicBezTo>
                    <a:pt x="126" y="156"/>
                    <a:pt x="130" y="157"/>
                    <a:pt x="132" y="158"/>
                  </a:cubicBezTo>
                  <a:cubicBezTo>
                    <a:pt x="133" y="158"/>
                    <a:pt x="134" y="159"/>
                    <a:pt x="134" y="159"/>
                  </a:cubicBezTo>
                  <a:cubicBezTo>
                    <a:pt x="135" y="159"/>
                    <a:pt x="135" y="159"/>
                    <a:pt x="135" y="159"/>
                  </a:cubicBezTo>
                  <a:cubicBezTo>
                    <a:pt x="135" y="159"/>
                    <a:pt x="135" y="159"/>
                    <a:pt x="135" y="159"/>
                  </a:cubicBezTo>
                  <a:cubicBezTo>
                    <a:pt x="138" y="162"/>
                    <a:pt x="142" y="162"/>
                    <a:pt x="145" y="159"/>
                  </a:cubicBezTo>
                  <a:cubicBezTo>
                    <a:pt x="147" y="156"/>
                    <a:pt x="147" y="152"/>
                    <a:pt x="144" y="149"/>
                  </a:cubicBezTo>
                  <a:cubicBezTo>
                    <a:pt x="143" y="148"/>
                    <a:pt x="138" y="144"/>
                    <a:pt x="127" y="142"/>
                  </a:cubicBezTo>
                  <a:cubicBezTo>
                    <a:pt x="127" y="137"/>
                    <a:pt x="127" y="137"/>
                    <a:pt x="127" y="137"/>
                  </a:cubicBezTo>
                  <a:cubicBezTo>
                    <a:pt x="127" y="133"/>
                    <a:pt x="124" y="130"/>
                    <a:pt x="121" y="130"/>
                  </a:cubicBezTo>
                  <a:cubicBezTo>
                    <a:pt x="117" y="130"/>
                    <a:pt x="114" y="133"/>
                    <a:pt x="114" y="137"/>
                  </a:cubicBezTo>
                  <a:close/>
                  <a:moveTo>
                    <a:pt x="34" y="185"/>
                  </a:moveTo>
                  <a:cubicBezTo>
                    <a:pt x="34" y="233"/>
                    <a:pt x="73" y="272"/>
                    <a:pt x="121" y="272"/>
                  </a:cubicBezTo>
                  <a:cubicBezTo>
                    <a:pt x="169" y="272"/>
                    <a:pt x="208" y="233"/>
                    <a:pt x="208" y="185"/>
                  </a:cubicBezTo>
                  <a:cubicBezTo>
                    <a:pt x="208" y="137"/>
                    <a:pt x="169" y="98"/>
                    <a:pt x="121" y="98"/>
                  </a:cubicBezTo>
                  <a:cubicBezTo>
                    <a:pt x="73" y="98"/>
                    <a:pt x="34" y="137"/>
                    <a:pt x="34" y="185"/>
                  </a:cubicBezTo>
                  <a:close/>
                  <a:moveTo>
                    <a:pt x="192" y="185"/>
                  </a:moveTo>
                  <a:cubicBezTo>
                    <a:pt x="192" y="224"/>
                    <a:pt x="160" y="256"/>
                    <a:pt x="121" y="256"/>
                  </a:cubicBezTo>
                  <a:cubicBezTo>
                    <a:pt x="82" y="256"/>
                    <a:pt x="50" y="224"/>
                    <a:pt x="50" y="185"/>
                  </a:cubicBezTo>
                  <a:cubicBezTo>
                    <a:pt x="50" y="146"/>
                    <a:pt x="82" y="114"/>
                    <a:pt x="121" y="114"/>
                  </a:cubicBezTo>
                  <a:cubicBezTo>
                    <a:pt x="160" y="114"/>
                    <a:pt x="192" y="146"/>
                    <a:pt x="192" y="185"/>
                  </a:cubicBezTo>
                  <a:close/>
                </a:path>
              </a:pathLst>
            </a:custGeom>
            <a:blipFill dpi="0" rotWithShape="1">
              <a:blip r:embed="rId32"/>
              <a:srcRect/>
              <a:stretch>
                <a:fillRect/>
              </a:stretch>
            </a:blipFill>
            <a:ln w="9525">
              <a:noFill/>
              <a:round/>
              <a:headEnd/>
              <a:tailEnd/>
            </a:ln>
          </p:spPr>
          <p:txBody>
            <a:bodyPr/>
            <a:lstStyle/>
            <a:p>
              <a:endParaRPr lang="en-GB"/>
            </a:p>
          </p:txBody>
        </p:sp>
        <p:sp>
          <p:nvSpPr>
            <p:cNvPr id="31883" name="Freeform 3"/>
            <p:cNvSpPr>
              <a:spLocks noChangeAspect="1" noEditPoints="1"/>
            </p:cNvSpPr>
            <p:nvPr/>
          </p:nvSpPr>
          <p:spPr bwMode="auto">
            <a:xfrm>
              <a:off x="3070174" y="2869039"/>
              <a:ext cx="107278" cy="110850"/>
            </a:xfrm>
            <a:custGeom>
              <a:avLst/>
              <a:gdLst>
                <a:gd name="T0" fmla="*/ 2147483647 w 359"/>
                <a:gd name="T1" fmla="*/ 2147483647 h 357"/>
                <a:gd name="T2" fmla="*/ 2147483647 w 359"/>
                <a:gd name="T3" fmla="*/ 2147483647 h 357"/>
                <a:gd name="T4" fmla="*/ 2147483647 w 359"/>
                <a:gd name="T5" fmla="*/ 2147483647 h 357"/>
                <a:gd name="T6" fmla="*/ 2147483647 w 359"/>
                <a:gd name="T7" fmla="*/ 2147483647 h 357"/>
                <a:gd name="T8" fmla="*/ 2147483647 w 359"/>
                <a:gd name="T9" fmla="*/ 2147483647 h 357"/>
                <a:gd name="T10" fmla="*/ 2147483647 w 359"/>
                <a:gd name="T11" fmla="*/ 2147483647 h 357"/>
                <a:gd name="T12" fmla="*/ 2147483647 w 359"/>
                <a:gd name="T13" fmla="*/ 2147483647 h 357"/>
                <a:gd name="T14" fmla="*/ 2147483647 w 359"/>
                <a:gd name="T15" fmla="*/ 2147483647 h 357"/>
                <a:gd name="T16" fmla="*/ 2147483647 w 359"/>
                <a:gd name="T17" fmla="*/ 2147483647 h 357"/>
                <a:gd name="T18" fmla="*/ 2147483647 w 359"/>
                <a:gd name="T19" fmla="*/ 2147483647 h 357"/>
                <a:gd name="T20" fmla="*/ 2147483647 w 359"/>
                <a:gd name="T21" fmla="*/ 2147483647 h 357"/>
                <a:gd name="T22" fmla="*/ 2147483647 w 359"/>
                <a:gd name="T23" fmla="*/ 2147483647 h 357"/>
                <a:gd name="T24" fmla="*/ 2147483647 w 359"/>
                <a:gd name="T25" fmla="*/ 2147483647 h 357"/>
                <a:gd name="T26" fmla="*/ 2147483647 w 359"/>
                <a:gd name="T27" fmla="*/ 2147483647 h 357"/>
                <a:gd name="T28" fmla="*/ 2147483647 w 359"/>
                <a:gd name="T29" fmla="*/ 2147483647 h 357"/>
                <a:gd name="T30" fmla="*/ 2147483647 w 359"/>
                <a:gd name="T31" fmla="*/ 2147483647 h 357"/>
                <a:gd name="T32" fmla="*/ 2147483647 w 359"/>
                <a:gd name="T33" fmla="*/ 2147483647 h 357"/>
                <a:gd name="T34" fmla="*/ 2147483647 w 359"/>
                <a:gd name="T35" fmla="*/ 2147483647 h 357"/>
                <a:gd name="T36" fmla="*/ 2147483647 w 359"/>
                <a:gd name="T37" fmla="*/ 2147483647 h 357"/>
                <a:gd name="T38" fmla="*/ 2147483647 w 359"/>
                <a:gd name="T39" fmla="*/ 2147483647 h 357"/>
                <a:gd name="T40" fmla="*/ 2147483647 w 359"/>
                <a:gd name="T41" fmla="*/ 2147483647 h 357"/>
                <a:gd name="T42" fmla="*/ 2147483647 w 359"/>
                <a:gd name="T43" fmla="*/ 2147483647 h 357"/>
                <a:gd name="T44" fmla="*/ 2147483647 w 359"/>
                <a:gd name="T45" fmla="*/ 2147483647 h 357"/>
                <a:gd name="T46" fmla="*/ 2147483647 w 359"/>
                <a:gd name="T47" fmla="*/ 2147483647 h 357"/>
                <a:gd name="T48" fmla="*/ 2147483647 w 359"/>
                <a:gd name="T49" fmla="*/ 2147483647 h 357"/>
                <a:gd name="T50" fmla="*/ 2147483647 w 359"/>
                <a:gd name="T51" fmla="*/ 2147483647 h 357"/>
                <a:gd name="T52" fmla="*/ 2147483647 w 359"/>
                <a:gd name="T53" fmla="*/ 2147483647 h 357"/>
                <a:gd name="T54" fmla="*/ 2147483647 w 359"/>
                <a:gd name="T55" fmla="*/ 2147483647 h 357"/>
                <a:gd name="T56" fmla="*/ 2147483647 w 359"/>
                <a:gd name="T57" fmla="*/ 2147483647 h 357"/>
                <a:gd name="T58" fmla="*/ 2147483647 w 359"/>
                <a:gd name="T59" fmla="*/ 2147483647 h 357"/>
                <a:gd name="T60" fmla="*/ 2147483647 w 359"/>
                <a:gd name="T61" fmla="*/ 2147483647 h 357"/>
                <a:gd name="T62" fmla="*/ 2147483647 w 359"/>
                <a:gd name="T63" fmla="*/ 2147483647 h 357"/>
                <a:gd name="T64" fmla="*/ 2147483647 w 359"/>
                <a:gd name="T65" fmla="*/ 2147483647 h 357"/>
                <a:gd name="T66" fmla="*/ 2147483647 w 359"/>
                <a:gd name="T67" fmla="*/ 2147483647 h 357"/>
                <a:gd name="T68" fmla="*/ 2147483647 w 359"/>
                <a:gd name="T69" fmla="*/ 2147483647 h 357"/>
                <a:gd name="T70" fmla="*/ 2147483647 w 359"/>
                <a:gd name="T71" fmla="*/ 2147483647 h 357"/>
                <a:gd name="T72" fmla="*/ 2147483647 w 359"/>
                <a:gd name="T73" fmla="*/ 2147483647 h 357"/>
                <a:gd name="T74" fmla="*/ 2147483647 w 359"/>
                <a:gd name="T75" fmla="*/ 2147483647 h 357"/>
                <a:gd name="T76" fmla="*/ 2147483647 w 359"/>
                <a:gd name="T77" fmla="*/ 2147483647 h 357"/>
                <a:gd name="T78" fmla="*/ 2147483647 w 359"/>
                <a:gd name="T79" fmla="*/ 2147483647 h 357"/>
                <a:gd name="T80" fmla="*/ 2147483647 w 359"/>
                <a:gd name="T81" fmla="*/ 2147483647 h 357"/>
                <a:gd name="T82" fmla="*/ 2147483647 w 359"/>
                <a:gd name="T83" fmla="*/ 2147483647 h 357"/>
                <a:gd name="T84" fmla="*/ 2147483647 w 359"/>
                <a:gd name="T85" fmla="*/ 2147483647 h 357"/>
                <a:gd name="T86" fmla="*/ 2147483647 w 359"/>
                <a:gd name="T87" fmla="*/ 2147483647 h 357"/>
                <a:gd name="T88" fmla="*/ 2147483647 w 359"/>
                <a:gd name="T89" fmla="*/ 2147483647 h 357"/>
                <a:gd name="T90" fmla="*/ 2147483647 w 359"/>
                <a:gd name="T91" fmla="*/ 2147483647 h 357"/>
                <a:gd name="T92" fmla="*/ 2147483647 w 359"/>
                <a:gd name="T93" fmla="*/ 2147483647 h 357"/>
                <a:gd name="T94" fmla="*/ 2147483647 w 359"/>
                <a:gd name="T95" fmla="*/ 2147483647 h 357"/>
                <a:gd name="T96" fmla="*/ 2147483647 w 359"/>
                <a:gd name="T97" fmla="*/ 2147483647 h 357"/>
                <a:gd name="T98" fmla="*/ 2147483647 w 359"/>
                <a:gd name="T99" fmla="*/ 2147483647 h 357"/>
                <a:gd name="T100" fmla="*/ 2147483647 w 359"/>
                <a:gd name="T101" fmla="*/ 2147483647 h 357"/>
                <a:gd name="T102" fmla="*/ 2147483647 w 359"/>
                <a:gd name="T103" fmla="*/ 2147483647 h 357"/>
                <a:gd name="T104" fmla="*/ 2147483647 w 359"/>
                <a:gd name="T105" fmla="*/ 2147483647 h 357"/>
                <a:gd name="T106" fmla="*/ 2147483647 w 359"/>
                <a:gd name="T107" fmla="*/ 2147483647 h 357"/>
                <a:gd name="T108" fmla="*/ 2147483647 w 359"/>
                <a:gd name="T109" fmla="*/ 2147483647 h 357"/>
                <a:gd name="T110" fmla="*/ 2147483647 w 359"/>
                <a:gd name="T111" fmla="*/ 2147483647 h 357"/>
                <a:gd name="T112" fmla="*/ 2147483647 w 359"/>
                <a:gd name="T113" fmla="*/ 2147483647 h 357"/>
                <a:gd name="T114" fmla="*/ 2147483647 w 359"/>
                <a:gd name="T115" fmla="*/ 2147483647 h 35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59"/>
                <a:gd name="T175" fmla="*/ 0 h 357"/>
                <a:gd name="T176" fmla="*/ 359 w 359"/>
                <a:gd name="T177" fmla="*/ 357 h 35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59" h="357">
                  <a:moveTo>
                    <a:pt x="355" y="50"/>
                  </a:moveTo>
                  <a:cubicBezTo>
                    <a:pt x="359" y="34"/>
                    <a:pt x="356" y="21"/>
                    <a:pt x="347" y="12"/>
                  </a:cubicBezTo>
                  <a:cubicBezTo>
                    <a:pt x="338" y="3"/>
                    <a:pt x="325" y="0"/>
                    <a:pt x="310" y="4"/>
                  </a:cubicBezTo>
                  <a:cubicBezTo>
                    <a:pt x="296" y="7"/>
                    <a:pt x="282" y="16"/>
                    <a:pt x="270" y="28"/>
                  </a:cubicBezTo>
                  <a:cubicBezTo>
                    <a:pt x="267" y="30"/>
                    <a:pt x="265" y="33"/>
                    <a:pt x="263" y="35"/>
                  </a:cubicBezTo>
                  <a:cubicBezTo>
                    <a:pt x="243" y="33"/>
                    <a:pt x="243" y="33"/>
                    <a:pt x="243" y="33"/>
                  </a:cubicBezTo>
                  <a:cubicBezTo>
                    <a:pt x="239" y="33"/>
                    <a:pt x="235" y="36"/>
                    <a:pt x="234" y="40"/>
                  </a:cubicBezTo>
                  <a:cubicBezTo>
                    <a:pt x="234" y="45"/>
                    <a:pt x="237" y="49"/>
                    <a:pt x="242" y="49"/>
                  </a:cubicBezTo>
                  <a:cubicBezTo>
                    <a:pt x="253" y="50"/>
                    <a:pt x="253" y="50"/>
                    <a:pt x="253" y="50"/>
                  </a:cubicBezTo>
                  <a:cubicBezTo>
                    <a:pt x="249" y="57"/>
                    <a:pt x="247" y="63"/>
                    <a:pt x="246" y="70"/>
                  </a:cubicBezTo>
                  <a:cubicBezTo>
                    <a:pt x="242" y="71"/>
                    <a:pt x="239" y="73"/>
                    <a:pt x="236" y="76"/>
                  </a:cubicBezTo>
                  <a:cubicBezTo>
                    <a:pt x="223" y="89"/>
                    <a:pt x="223" y="110"/>
                    <a:pt x="236" y="123"/>
                  </a:cubicBezTo>
                  <a:cubicBezTo>
                    <a:pt x="242" y="129"/>
                    <a:pt x="251" y="133"/>
                    <a:pt x="260" y="133"/>
                  </a:cubicBezTo>
                  <a:cubicBezTo>
                    <a:pt x="268" y="133"/>
                    <a:pt x="277" y="129"/>
                    <a:pt x="283" y="123"/>
                  </a:cubicBezTo>
                  <a:cubicBezTo>
                    <a:pt x="296" y="110"/>
                    <a:pt x="296" y="89"/>
                    <a:pt x="283" y="76"/>
                  </a:cubicBezTo>
                  <a:cubicBezTo>
                    <a:pt x="277" y="71"/>
                    <a:pt x="270" y="67"/>
                    <a:pt x="263" y="67"/>
                  </a:cubicBezTo>
                  <a:cubicBezTo>
                    <a:pt x="265" y="62"/>
                    <a:pt x="267" y="57"/>
                    <a:pt x="271" y="52"/>
                  </a:cubicBezTo>
                  <a:cubicBezTo>
                    <a:pt x="304" y="55"/>
                    <a:pt x="304" y="55"/>
                    <a:pt x="304" y="55"/>
                  </a:cubicBezTo>
                  <a:cubicBezTo>
                    <a:pt x="315" y="161"/>
                    <a:pt x="315" y="161"/>
                    <a:pt x="315" y="161"/>
                  </a:cubicBezTo>
                  <a:cubicBezTo>
                    <a:pt x="137" y="339"/>
                    <a:pt x="137" y="339"/>
                    <a:pt x="137" y="339"/>
                  </a:cubicBezTo>
                  <a:cubicBezTo>
                    <a:pt x="134" y="342"/>
                    <a:pt x="129" y="342"/>
                    <a:pt x="126" y="339"/>
                  </a:cubicBezTo>
                  <a:cubicBezTo>
                    <a:pt x="20" y="233"/>
                    <a:pt x="20" y="233"/>
                    <a:pt x="20" y="233"/>
                  </a:cubicBezTo>
                  <a:cubicBezTo>
                    <a:pt x="17" y="230"/>
                    <a:pt x="17" y="225"/>
                    <a:pt x="20" y="222"/>
                  </a:cubicBezTo>
                  <a:cubicBezTo>
                    <a:pt x="198" y="44"/>
                    <a:pt x="198" y="44"/>
                    <a:pt x="198" y="44"/>
                  </a:cubicBezTo>
                  <a:cubicBezTo>
                    <a:pt x="210" y="45"/>
                    <a:pt x="210" y="45"/>
                    <a:pt x="210" y="45"/>
                  </a:cubicBezTo>
                  <a:cubicBezTo>
                    <a:pt x="214" y="46"/>
                    <a:pt x="218" y="43"/>
                    <a:pt x="219" y="38"/>
                  </a:cubicBezTo>
                  <a:cubicBezTo>
                    <a:pt x="219" y="34"/>
                    <a:pt x="216" y="30"/>
                    <a:pt x="212" y="29"/>
                  </a:cubicBezTo>
                  <a:cubicBezTo>
                    <a:pt x="197" y="28"/>
                    <a:pt x="197" y="28"/>
                    <a:pt x="197" y="28"/>
                  </a:cubicBezTo>
                  <a:cubicBezTo>
                    <a:pt x="194" y="27"/>
                    <a:pt x="192" y="28"/>
                    <a:pt x="190" y="30"/>
                  </a:cubicBezTo>
                  <a:cubicBezTo>
                    <a:pt x="9" y="211"/>
                    <a:pt x="9" y="211"/>
                    <a:pt x="9" y="211"/>
                  </a:cubicBezTo>
                  <a:cubicBezTo>
                    <a:pt x="0" y="220"/>
                    <a:pt x="0" y="235"/>
                    <a:pt x="9" y="245"/>
                  </a:cubicBezTo>
                  <a:cubicBezTo>
                    <a:pt x="114" y="350"/>
                    <a:pt x="114" y="350"/>
                    <a:pt x="114" y="350"/>
                  </a:cubicBezTo>
                  <a:cubicBezTo>
                    <a:pt x="119" y="355"/>
                    <a:pt x="125" y="357"/>
                    <a:pt x="131" y="357"/>
                  </a:cubicBezTo>
                  <a:cubicBezTo>
                    <a:pt x="137" y="357"/>
                    <a:pt x="143" y="355"/>
                    <a:pt x="148" y="350"/>
                  </a:cubicBezTo>
                  <a:cubicBezTo>
                    <a:pt x="329" y="169"/>
                    <a:pt x="329" y="169"/>
                    <a:pt x="329" y="169"/>
                  </a:cubicBezTo>
                  <a:cubicBezTo>
                    <a:pt x="331" y="167"/>
                    <a:pt x="332" y="165"/>
                    <a:pt x="331" y="163"/>
                  </a:cubicBezTo>
                  <a:cubicBezTo>
                    <a:pt x="324" y="96"/>
                    <a:pt x="324" y="96"/>
                    <a:pt x="324" y="96"/>
                  </a:cubicBezTo>
                  <a:cubicBezTo>
                    <a:pt x="325" y="96"/>
                    <a:pt x="325" y="95"/>
                    <a:pt x="326" y="95"/>
                  </a:cubicBezTo>
                  <a:cubicBezTo>
                    <a:pt x="340" y="80"/>
                    <a:pt x="350" y="65"/>
                    <a:pt x="355" y="50"/>
                  </a:cubicBezTo>
                  <a:close/>
                  <a:moveTo>
                    <a:pt x="260" y="117"/>
                  </a:moveTo>
                  <a:cubicBezTo>
                    <a:pt x="255" y="117"/>
                    <a:pt x="251" y="115"/>
                    <a:pt x="247" y="112"/>
                  </a:cubicBezTo>
                  <a:cubicBezTo>
                    <a:pt x="242" y="106"/>
                    <a:pt x="241" y="97"/>
                    <a:pt x="245" y="90"/>
                  </a:cubicBezTo>
                  <a:cubicBezTo>
                    <a:pt x="247" y="96"/>
                    <a:pt x="250" y="101"/>
                    <a:pt x="254" y="105"/>
                  </a:cubicBezTo>
                  <a:cubicBezTo>
                    <a:pt x="258" y="109"/>
                    <a:pt x="263" y="112"/>
                    <a:pt x="269" y="114"/>
                  </a:cubicBezTo>
                  <a:cubicBezTo>
                    <a:pt x="266" y="115"/>
                    <a:pt x="263" y="117"/>
                    <a:pt x="260" y="117"/>
                  </a:cubicBezTo>
                  <a:close/>
                  <a:moveTo>
                    <a:pt x="272" y="88"/>
                  </a:moveTo>
                  <a:cubicBezTo>
                    <a:pt x="275" y="91"/>
                    <a:pt x="276" y="95"/>
                    <a:pt x="276" y="99"/>
                  </a:cubicBezTo>
                  <a:cubicBezTo>
                    <a:pt x="272" y="98"/>
                    <a:pt x="268" y="97"/>
                    <a:pt x="265" y="94"/>
                  </a:cubicBezTo>
                  <a:cubicBezTo>
                    <a:pt x="262" y="91"/>
                    <a:pt x="261" y="87"/>
                    <a:pt x="260" y="83"/>
                  </a:cubicBezTo>
                  <a:cubicBezTo>
                    <a:pt x="265" y="83"/>
                    <a:pt x="269" y="85"/>
                    <a:pt x="272" y="88"/>
                  </a:cubicBezTo>
                  <a:close/>
                  <a:moveTo>
                    <a:pt x="322" y="75"/>
                  </a:moveTo>
                  <a:cubicBezTo>
                    <a:pt x="319" y="47"/>
                    <a:pt x="319" y="47"/>
                    <a:pt x="319" y="47"/>
                  </a:cubicBezTo>
                  <a:cubicBezTo>
                    <a:pt x="319" y="43"/>
                    <a:pt x="316" y="40"/>
                    <a:pt x="312" y="40"/>
                  </a:cubicBezTo>
                  <a:cubicBezTo>
                    <a:pt x="283" y="37"/>
                    <a:pt x="283" y="37"/>
                    <a:pt x="283" y="37"/>
                  </a:cubicBezTo>
                  <a:cubicBezTo>
                    <a:pt x="293" y="28"/>
                    <a:pt x="303" y="22"/>
                    <a:pt x="314" y="20"/>
                  </a:cubicBezTo>
                  <a:cubicBezTo>
                    <a:pt x="319" y="18"/>
                    <a:pt x="330" y="17"/>
                    <a:pt x="336" y="23"/>
                  </a:cubicBezTo>
                  <a:cubicBezTo>
                    <a:pt x="342" y="30"/>
                    <a:pt x="341" y="40"/>
                    <a:pt x="339" y="46"/>
                  </a:cubicBezTo>
                  <a:cubicBezTo>
                    <a:pt x="337" y="55"/>
                    <a:pt x="331" y="65"/>
                    <a:pt x="322" y="75"/>
                  </a:cubicBezTo>
                  <a:close/>
                </a:path>
              </a:pathLst>
            </a:custGeom>
            <a:blipFill dpi="0" rotWithShape="1">
              <a:blip r:embed="rId33"/>
              <a:srcRect/>
              <a:stretch>
                <a:fillRect/>
              </a:stretch>
            </a:blipFill>
            <a:ln w="9525">
              <a:noFill/>
              <a:round/>
              <a:headEnd/>
              <a:tailEnd/>
            </a:ln>
          </p:spPr>
          <p:txBody>
            <a:bodyPr/>
            <a:lstStyle/>
            <a:p>
              <a:endParaRPr lang="en-GB"/>
            </a:p>
          </p:txBody>
        </p:sp>
        <p:sp>
          <p:nvSpPr>
            <p:cNvPr id="31884" name="Freeform 6"/>
            <p:cNvSpPr>
              <a:spLocks noEditPoints="1"/>
            </p:cNvSpPr>
            <p:nvPr/>
          </p:nvSpPr>
          <p:spPr bwMode="auto">
            <a:xfrm>
              <a:off x="3716639" y="2852610"/>
              <a:ext cx="87417" cy="121370"/>
            </a:xfrm>
            <a:custGeom>
              <a:avLst/>
              <a:gdLst>
                <a:gd name="T0" fmla="*/ 2147483647 w 292"/>
                <a:gd name="T1" fmla="*/ 2147483647 h 391"/>
                <a:gd name="T2" fmla="*/ 2147483647 w 292"/>
                <a:gd name="T3" fmla="*/ 0 h 391"/>
                <a:gd name="T4" fmla="*/ 0 w 292"/>
                <a:gd name="T5" fmla="*/ 2147483647 h 391"/>
                <a:gd name="T6" fmla="*/ 2147483647 w 292"/>
                <a:gd name="T7" fmla="*/ 2147483647 h 391"/>
                <a:gd name="T8" fmla="*/ 2147483647 w 292"/>
                <a:gd name="T9" fmla="*/ 2147483647 h 391"/>
                <a:gd name="T10" fmla="*/ 2147483647 w 292"/>
                <a:gd name="T11" fmla="*/ 2147483647 h 391"/>
                <a:gd name="T12" fmla="*/ 2147483647 w 292"/>
                <a:gd name="T13" fmla="*/ 2147483647 h 391"/>
                <a:gd name="T14" fmla="*/ 2147483647 w 292"/>
                <a:gd name="T15" fmla="*/ 2147483647 h 391"/>
                <a:gd name="T16" fmla="*/ 2147483647 w 292"/>
                <a:gd name="T17" fmla="*/ 2147483647 h 391"/>
                <a:gd name="T18" fmla="*/ 2147483647 w 292"/>
                <a:gd name="T19" fmla="*/ 2147483647 h 391"/>
                <a:gd name="T20" fmla="*/ 2147483647 w 292"/>
                <a:gd name="T21" fmla="*/ 2147483647 h 391"/>
                <a:gd name="T22" fmla="*/ 2147483647 w 292"/>
                <a:gd name="T23" fmla="*/ 2147483647 h 391"/>
                <a:gd name="T24" fmla="*/ 2147483647 w 292"/>
                <a:gd name="T25" fmla="*/ 2147483647 h 391"/>
                <a:gd name="T26" fmla="*/ 2147483647 w 292"/>
                <a:gd name="T27" fmla="*/ 2147483647 h 391"/>
                <a:gd name="T28" fmla="*/ 2147483647 w 292"/>
                <a:gd name="T29" fmla="*/ 2147483647 h 391"/>
                <a:gd name="T30" fmla="*/ 2147483647 w 292"/>
                <a:gd name="T31" fmla="*/ 2147483647 h 391"/>
                <a:gd name="T32" fmla="*/ 2147483647 w 292"/>
                <a:gd name="T33" fmla="*/ 2147483647 h 391"/>
                <a:gd name="T34" fmla="*/ 2147483647 w 292"/>
                <a:gd name="T35" fmla="*/ 2147483647 h 391"/>
                <a:gd name="T36" fmla="*/ 2147483647 w 292"/>
                <a:gd name="T37" fmla="*/ 2147483647 h 391"/>
                <a:gd name="T38" fmla="*/ 2147483647 w 292"/>
                <a:gd name="T39" fmla="*/ 2147483647 h 391"/>
                <a:gd name="T40" fmla="*/ 2147483647 w 292"/>
                <a:gd name="T41" fmla="*/ 2147483647 h 391"/>
                <a:gd name="T42" fmla="*/ 2147483647 w 292"/>
                <a:gd name="T43" fmla="*/ 2147483647 h 391"/>
                <a:gd name="T44" fmla="*/ 2147483647 w 292"/>
                <a:gd name="T45" fmla="*/ 2147483647 h 391"/>
                <a:gd name="T46" fmla="*/ 2147483647 w 292"/>
                <a:gd name="T47" fmla="*/ 2147483647 h 391"/>
                <a:gd name="T48" fmla="*/ 2147483647 w 292"/>
                <a:gd name="T49" fmla="*/ 2147483647 h 391"/>
                <a:gd name="T50" fmla="*/ 2147483647 w 292"/>
                <a:gd name="T51" fmla="*/ 2147483647 h 391"/>
                <a:gd name="T52" fmla="*/ 2147483647 w 292"/>
                <a:gd name="T53" fmla="*/ 2147483647 h 391"/>
                <a:gd name="T54" fmla="*/ 2147483647 w 292"/>
                <a:gd name="T55" fmla="*/ 2147483647 h 391"/>
                <a:gd name="T56" fmla="*/ 2147483647 w 292"/>
                <a:gd name="T57" fmla="*/ 2147483647 h 391"/>
                <a:gd name="T58" fmla="*/ 2147483647 w 292"/>
                <a:gd name="T59" fmla="*/ 2147483647 h 391"/>
                <a:gd name="T60" fmla="*/ 2147483647 w 292"/>
                <a:gd name="T61" fmla="*/ 2147483647 h 391"/>
                <a:gd name="T62" fmla="*/ 2147483647 w 292"/>
                <a:gd name="T63" fmla="*/ 2147483647 h 391"/>
                <a:gd name="T64" fmla="*/ 2147483647 w 292"/>
                <a:gd name="T65" fmla="*/ 2147483647 h 391"/>
                <a:gd name="T66" fmla="*/ 2147483647 w 292"/>
                <a:gd name="T67" fmla="*/ 2147483647 h 391"/>
                <a:gd name="T68" fmla="*/ 2147483647 w 292"/>
                <a:gd name="T69" fmla="*/ 2147483647 h 391"/>
                <a:gd name="T70" fmla="*/ 2147483647 w 292"/>
                <a:gd name="T71" fmla="*/ 2147483647 h 391"/>
                <a:gd name="T72" fmla="*/ 2147483647 w 292"/>
                <a:gd name="T73" fmla="*/ 2147483647 h 391"/>
                <a:gd name="T74" fmla="*/ 2147483647 w 292"/>
                <a:gd name="T75" fmla="*/ 2147483647 h 391"/>
                <a:gd name="T76" fmla="*/ 2147483647 w 292"/>
                <a:gd name="T77" fmla="*/ 2147483647 h 391"/>
                <a:gd name="T78" fmla="*/ 2147483647 w 292"/>
                <a:gd name="T79" fmla="*/ 2147483647 h 391"/>
                <a:gd name="T80" fmla="*/ 2147483647 w 292"/>
                <a:gd name="T81" fmla="*/ 2147483647 h 391"/>
                <a:gd name="T82" fmla="*/ 2147483647 w 292"/>
                <a:gd name="T83" fmla="*/ 2147483647 h 391"/>
                <a:gd name="T84" fmla="*/ 2147483647 w 292"/>
                <a:gd name="T85" fmla="*/ 2147483647 h 391"/>
                <a:gd name="T86" fmla="*/ 2147483647 w 292"/>
                <a:gd name="T87" fmla="*/ 2147483647 h 391"/>
                <a:gd name="T88" fmla="*/ 2147483647 w 292"/>
                <a:gd name="T89" fmla="*/ 2147483647 h 391"/>
                <a:gd name="T90" fmla="*/ 2147483647 w 292"/>
                <a:gd name="T91" fmla="*/ 2147483647 h 391"/>
                <a:gd name="T92" fmla="*/ 2147483647 w 292"/>
                <a:gd name="T93" fmla="*/ 2147483647 h 391"/>
                <a:gd name="T94" fmla="*/ 2147483647 w 292"/>
                <a:gd name="T95" fmla="*/ 2147483647 h 39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92"/>
                <a:gd name="T145" fmla="*/ 0 h 391"/>
                <a:gd name="T146" fmla="*/ 292 w 292"/>
                <a:gd name="T147" fmla="*/ 391 h 391"/>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92" h="391">
                  <a:moveTo>
                    <a:pt x="284" y="84"/>
                  </a:moveTo>
                  <a:cubicBezTo>
                    <a:pt x="288" y="84"/>
                    <a:pt x="292" y="80"/>
                    <a:pt x="292" y="76"/>
                  </a:cubicBezTo>
                  <a:cubicBezTo>
                    <a:pt x="292" y="49"/>
                    <a:pt x="292" y="49"/>
                    <a:pt x="292" y="49"/>
                  </a:cubicBezTo>
                  <a:cubicBezTo>
                    <a:pt x="292" y="22"/>
                    <a:pt x="270" y="0"/>
                    <a:pt x="244" y="0"/>
                  </a:cubicBezTo>
                  <a:cubicBezTo>
                    <a:pt x="48" y="0"/>
                    <a:pt x="48" y="0"/>
                    <a:pt x="48" y="0"/>
                  </a:cubicBezTo>
                  <a:cubicBezTo>
                    <a:pt x="22" y="0"/>
                    <a:pt x="0" y="22"/>
                    <a:pt x="0" y="49"/>
                  </a:cubicBezTo>
                  <a:cubicBezTo>
                    <a:pt x="0" y="343"/>
                    <a:pt x="0" y="343"/>
                    <a:pt x="0" y="343"/>
                  </a:cubicBezTo>
                  <a:cubicBezTo>
                    <a:pt x="0" y="370"/>
                    <a:pt x="22" y="391"/>
                    <a:pt x="48" y="391"/>
                  </a:cubicBezTo>
                  <a:cubicBezTo>
                    <a:pt x="244" y="391"/>
                    <a:pt x="244" y="391"/>
                    <a:pt x="244" y="391"/>
                  </a:cubicBezTo>
                  <a:cubicBezTo>
                    <a:pt x="270" y="391"/>
                    <a:pt x="292" y="370"/>
                    <a:pt x="292" y="343"/>
                  </a:cubicBezTo>
                  <a:cubicBezTo>
                    <a:pt x="292" y="108"/>
                    <a:pt x="292" y="108"/>
                    <a:pt x="292" y="108"/>
                  </a:cubicBezTo>
                  <a:cubicBezTo>
                    <a:pt x="292" y="103"/>
                    <a:pt x="288" y="100"/>
                    <a:pt x="284" y="100"/>
                  </a:cubicBezTo>
                  <a:cubicBezTo>
                    <a:pt x="280" y="100"/>
                    <a:pt x="276" y="103"/>
                    <a:pt x="276" y="108"/>
                  </a:cubicBezTo>
                  <a:cubicBezTo>
                    <a:pt x="276" y="343"/>
                    <a:pt x="276" y="343"/>
                    <a:pt x="276" y="343"/>
                  </a:cubicBezTo>
                  <a:cubicBezTo>
                    <a:pt x="276" y="361"/>
                    <a:pt x="262" y="375"/>
                    <a:pt x="244" y="375"/>
                  </a:cubicBezTo>
                  <a:cubicBezTo>
                    <a:pt x="48" y="375"/>
                    <a:pt x="48" y="375"/>
                    <a:pt x="48" y="375"/>
                  </a:cubicBezTo>
                  <a:cubicBezTo>
                    <a:pt x="30" y="375"/>
                    <a:pt x="16" y="361"/>
                    <a:pt x="16" y="343"/>
                  </a:cubicBezTo>
                  <a:cubicBezTo>
                    <a:pt x="16" y="49"/>
                    <a:pt x="16" y="49"/>
                    <a:pt x="16" y="49"/>
                  </a:cubicBezTo>
                  <a:cubicBezTo>
                    <a:pt x="16" y="31"/>
                    <a:pt x="30" y="16"/>
                    <a:pt x="48" y="16"/>
                  </a:cubicBezTo>
                  <a:cubicBezTo>
                    <a:pt x="244" y="16"/>
                    <a:pt x="244" y="16"/>
                    <a:pt x="244" y="16"/>
                  </a:cubicBezTo>
                  <a:cubicBezTo>
                    <a:pt x="262" y="16"/>
                    <a:pt x="276" y="31"/>
                    <a:pt x="276" y="49"/>
                  </a:cubicBezTo>
                  <a:cubicBezTo>
                    <a:pt x="276" y="76"/>
                    <a:pt x="276" y="76"/>
                    <a:pt x="276" y="76"/>
                  </a:cubicBezTo>
                  <a:cubicBezTo>
                    <a:pt x="276" y="80"/>
                    <a:pt x="280" y="84"/>
                    <a:pt x="284" y="84"/>
                  </a:cubicBezTo>
                  <a:close/>
                  <a:moveTo>
                    <a:pt x="216" y="70"/>
                  </a:moveTo>
                  <a:cubicBezTo>
                    <a:pt x="214" y="68"/>
                    <a:pt x="211" y="67"/>
                    <a:pt x="209" y="68"/>
                  </a:cubicBezTo>
                  <a:cubicBezTo>
                    <a:pt x="120" y="89"/>
                    <a:pt x="120" y="89"/>
                    <a:pt x="120" y="89"/>
                  </a:cubicBezTo>
                  <a:cubicBezTo>
                    <a:pt x="117" y="89"/>
                    <a:pt x="114" y="93"/>
                    <a:pt x="114" y="96"/>
                  </a:cubicBezTo>
                  <a:cubicBezTo>
                    <a:pt x="114" y="165"/>
                    <a:pt x="114" y="165"/>
                    <a:pt x="114" y="165"/>
                  </a:cubicBezTo>
                  <a:cubicBezTo>
                    <a:pt x="110" y="164"/>
                    <a:pt x="106" y="163"/>
                    <a:pt x="102" y="163"/>
                  </a:cubicBezTo>
                  <a:cubicBezTo>
                    <a:pt x="86" y="163"/>
                    <a:pt x="73" y="175"/>
                    <a:pt x="73" y="191"/>
                  </a:cubicBezTo>
                  <a:cubicBezTo>
                    <a:pt x="73" y="207"/>
                    <a:pt x="86" y="219"/>
                    <a:pt x="102" y="219"/>
                  </a:cubicBezTo>
                  <a:cubicBezTo>
                    <a:pt x="117" y="219"/>
                    <a:pt x="130" y="207"/>
                    <a:pt x="130" y="191"/>
                  </a:cubicBezTo>
                  <a:cubicBezTo>
                    <a:pt x="130" y="191"/>
                    <a:pt x="130" y="191"/>
                    <a:pt x="130" y="191"/>
                  </a:cubicBezTo>
                  <a:cubicBezTo>
                    <a:pt x="130" y="103"/>
                    <a:pt x="130" y="103"/>
                    <a:pt x="130" y="103"/>
                  </a:cubicBezTo>
                  <a:cubicBezTo>
                    <a:pt x="203" y="86"/>
                    <a:pt x="203" y="86"/>
                    <a:pt x="203" y="86"/>
                  </a:cubicBezTo>
                  <a:cubicBezTo>
                    <a:pt x="203" y="143"/>
                    <a:pt x="203" y="143"/>
                    <a:pt x="203" y="143"/>
                  </a:cubicBezTo>
                  <a:cubicBezTo>
                    <a:pt x="199" y="141"/>
                    <a:pt x="195" y="140"/>
                    <a:pt x="190" y="140"/>
                  </a:cubicBezTo>
                  <a:cubicBezTo>
                    <a:pt x="175" y="140"/>
                    <a:pt x="162" y="153"/>
                    <a:pt x="162" y="169"/>
                  </a:cubicBezTo>
                  <a:cubicBezTo>
                    <a:pt x="162" y="184"/>
                    <a:pt x="175" y="197"/>
                    <a:pt x="190" y="197"/>
                  </a:cubicBezTo>
                  <a:cubicBezTo>
                    <a:pt x="206" y="197"/>
                    <a:pt x="219" y="184"/>
                    <a:pt x="219" y="169"/>
                  </a:cubicBezTo>
                  <a:cubicBezTo>
                    <a:pt x="219" y="76"/>
                    <a:pt x="219" y="76"/>
                    <a:pt x="219" y="76"/>
                  </a:cubicBezTo>
                  <a:cubicBezTo>
                    <a:pt x="219" y="73"/>
                    <a:pt x="218" y="71"/>
                    <a:pt x="216" y="70"/>
                  </a:cubicBezTo>
                  <a:close/>
                  <a:moveTo>
                    <a:pt x="56" y="295"/>
                  </a:moveTo>
                  <a:cubicBezTo>
                    <a:pt x="49" y="295"/>
                    <a:pt x="44" y="300"/>
                    <a:pt x="44" y="307"/>
                  </a:cubicBezTo>
                  <a:cubicBezTo>
                    <a:pt x="44" y="333"/>
                    <a:pt x="44" y="333"/>
                    <a:pt x="44" y="333"/>
                  </a:cubicBezTo>
                  <a:cubicBezTo>
                    <a:pt x="44" y="340"/>
                    <a:pt x="49" y="345"/>
                    <a:pt x="56" y="345"/>
                  </a:cubicBezTo>
                  <a:cubicBezTo>
                    <a:pt x="82" y="345"/>
                    <a:pt x="82" y="345"/>
                    <a:pt x="82" y="345"/>
                  </a:cubicBezTo>
                  <a:cubicBezTo>
                    <a:pt x="88" y="345"/>
                    <a:pt x="93" y="340"/>
                    <a:pt x="93" y="333"/>
                  </a:cubicBezTo>
                  <a:cubicBezTo>
                    <a:pt x="93" y="307"/>
                    <a:pt x="93" y="307"/>
                    <a:pt x="93" y="307"/>
                  </a:cubicBezTo>
                  <a:cubicBezTo>
                    <a:pt x="93" y="300"/>
                    <a:pt x="88" y="295"/>
                    <a:pt x="82" y="295"/>
                  </a:cubicBezTo>
                  <a:lnTo>
                    <a:pt x="56" y="295"/>
                  </a:lnTo>
                  <a:close/>
                  <a:moveTo>
                    <a:pt x="120" y="285"/>
                  </a:moveTo>
                  <a:cubicBezTo>
                    <a:pt x="114" y="285"/>
                    <a:pt x="109" y="290"/>
                    <a:pt x="109" y="296"/>
                  </a:cubicBezTo>
                  <a:cubicBezTo>
                    <a:pt x="109" y="343"/>
                    <a:pt x="109" y="343"/>
                    <a:pt x="109" y="343"/>
                  </a:cubicBezTo>
                  <a:cubicBezTo>
                    <a:pt x="109" y="350"/>
                    <a:pt x="114" y="355"/>
                    <a:pt x="120" y="355"/>
                  </a:cubicBezTo>
                  <a:cubicBezTo>
                    <a:pt x="172" y="355"/>
                    <a:pt x="172" y="355"/>
                    <a:pt x="172" y="355"/>
                  </a:cubicBezTo>
                  <a:cubicBezTo>
                    <a:pt x="178" y="355"/>
                    <a:pt x="183" y="350"/>
                    <a:pt x="183" y="343"/>
                  </a:cubicBezTo>
                  <a:cubicBezTo>
                    <a:pt x="183" y="296"/>
                    <a:pt x="183" y="296"/>
                    <a:pt x="183" y="296"/>
                  </a:cubicBezTo>
                  <a:cubicBezTo>
                    <a:pt x="183" y="290"/>
                    <a:pt x="178" y="285"/>
                    <a:pt x="172" y="285"/>
                  </a:cubicBezTo>
                  <a:lnTo>
                    <a:pt x="120" y="285"/>
                  </a:lnTo>
                  <a:close/>
                  <a:moveTo>
                    <a:pt x="161" y="321"/>
                  </a:moveTo>
                  <a:cubicBezTo>
                    <a:pt x="134" y="336"/>
                    <a:pt x="134" y="336"/>
                    <a:pt x="134" y="336"/>
                  </a:cubicBezTo>
                  <a:cubicBezTo>
                    <a:pt x="134" y="336"/>
                    <a:pt x="133" y="336"/>
                    <a:pt x="133" y="336"/>
                  </a:cubicBezTo>
                  <a:cubicBezTo>
                    <a:pt x="133" y="336"/>
                    <a:pt x="132" y="335"/>
                    <a:pt x="132" y="335"/>
                  </a:cubicBezTo>
                  <a:cubicBezTo>
                    <a:pt x="132" y="305"/>
                    <a:pt x="132" y="305"/>
                    <a:pt x="132" y="305"/>
                  </a:cubicBezTo>
                  <a:cubicBezTo>
                    <a:pt x="132" y="304"/>
                    <a:pt x="133" y="304"/>
                    <a:pt x="133" y="304"/>
                  </a:cubicBezTo>
                  <a:cubicBezTo>
                    <a:pt x="133" y="303"/>
                    <a:pt x="134" y="303"/>
                    <a:pt x="134" y="304"/>
                  </a:cubicBezTo>
                  <a:cubicBezTo>
                    <a:pt x="161" y="319"/>
                    <a:pt x="161" y="319"/>
                    <a:pt x="161" y="319"/>
                  </a:cubicBezTo>
                  <a:cubicBezTo>
                    <a:pt x="161" y="319"/>
                    <a:pt x="161" y="319"/>
                    <a:pt x="161" y="320"/>
                  </a:cubicBezTo>
                  <a:cubicBezTo>
                    <a:pt x="161" y="320"/>
                    <a:pt x="161" y="321"/>
                    <a:pt x="161" y="321"/>
                  </a:cubicBezTo>
                  <a:close/>
                  <a:moveTo>
                    <a:pt x="262" y="233"/>
                  </a:moveTo>
                  <a:cubicBezTo>
                    <a:pt x="262" y="62"/>
                    <a:pt x="262" y="62"/>
                    <a:pt x="262" y="62"/>
                  </a:cubicBezTo>
                  <a:cubicBezTo>
                    <a:pt x="262" y="45"/>
                    <a:pt x="248" y="32"/>
                    <a:pt x="231" y="32"/>
                  </a:cubicBezTo>
                  <a:cubicBezTo>
                    <a:pt x="61" y="32"/>
                    <a:pt x="61" y="32"/>
                    <a:pt x="61" y="32"/>
                  </a:cubicBezTo>
                  <a:cubicBezTo>
                    <a:pt x="44" y="32"/>
                    <a:pt x="30" y="45"/>
                    <a:pt x="30" y="62"/>
                  </a:cubicBezTo>
                  <a:cubicBezTo>
                    <a:pt x="30" y="233"/>
                    <a:pt x="30" y="233"/>
                    <a:pt x="30" y="233"/>
                  </a:cubicBezTo>
                  <a:cubicBezTo>
                    <a:pt x="30" y="250"/>
                    <a:pt x="44" y="264"/>
                    <a:pt x="61" y="264"/>
                  </a:cubicBezTo>
                  <a:cubicBezTo>
                    <a:pt x="231" y="264"/>
                    <a:pt x="231" y="264"/>
                    <a:pt x="231" y="264"/>
                  </a:cubicBezTo>
                  <a:cubicBezTo>
                    <a:pt x="248" y="264"/>
                    <a:pt x="262" y="250"/>
                    <a:pt x="262" y="233"/>
                  </a:cubicBezTo>
                  <a:close/>
                  <a:moveTo>
                    <a:pt x="246" y="233"/>
                  </a:moveTo>
                  <a:cubicBezTo>
                    <a:pt x="246" y="241"/>
                    <a:pt x="239" y="248"/>
                    <a:pt x="231" y="248"/>
                  </a:cubicBezTo>
                  <a:cubicBezTo>
                    <a:pt x="61" y="248"/>
                    <a:pt x="61" y="248"/>
                    <a:pt x="61" y="248"/>
                  </a:cubicBezTo>
                  <a:cubicBezTo>
                    <a:pt x="53" y="248"/>
                    <a:pt x="46" y="241"/>
                    <a:pt x="46" y="233"/>
                  </a:cubicBezTo>
                  <a:cubicBezTo>
                    <a:pt x="46" y="62"/>
                    <a:pt x="46" y="62"/>
                    <a:pt x="46" y="62"/>
                  </a:cubicBezTo>
                  <a:cubicBezTo>
                    <a:pt x="46" y="54"/>
                    <a:pt x="53" y="48"/>
                    <a:pt x="61" y="48"/>
                  </a:cubicBezTo>
                  <a:cubicBezTo>
                    <a:pt x="231" y="48"/>
                    <a:pt x="231" y="48"/>
                    <a:pt x="231" y="48"/>
                  </a:cubicBezTo>
                  <a:cubicBezTo>
                    <a:pt x="239" y="48"/>
                    <a:pt x="246" y="54"/>
                    <a:pt x="246" y="62"/>
                  </a:cubicBezTo>
                  <a:lnTo>
                    <a:pt x="246" y="233"/>
                  </a:lnTo>
                  <a:close/>
                  <a:moveTo>
                    <a:pt x="210" y="295"/>
                  </a:moveTo>
                  <a:cubicBezTo>
                    <a:pt x="203" y="295"/>
                    <a:pt x="198" y="300"/>
                    <a:pt x="198" y="307"/>
                  </a:cubicBezTo>
                  <a:cubicBezTo>
                    <a:pt x="198" y="333"/>
                    <a:pt x="198" y="333"/>
                    <a:pt x="198" y="333"/>
                  </a:cubicBezTo>
                  <a:cubicBezTo>
                    <a:pt x="198" y="340"/>
                    <a:pt x="203" y="345"/>
                    <a:pt x="210" y="345"/>
                  </a:cubicBezTo>
                  <a:cubicBezTo>
                    <a:pt x="235" y="345"/>
                    <a:pt x="235" y="345"/>
                    <a:pt x="235" y="345"/>
                  </a:cubicBezTo>
                  <a:cubicBezTo>
                    <a:pt x="242" y="345"/>
                    <a:pt x="247" y="340"/>
                    <a:pt x="247" y="333"/>
                  </a:cubicBezTo>
                  <a:cubicBezTo>
                    <a:pt x="247" y="307"/>
                    <a:pt x="247" y="307"/>
                    <a:pt x="247" y="307"/>
                  </a:cubicBezTo>
                  <a:cubicBezTo>
                    <a:pt x="247" y="300"/>
                    <a:pt x="242" y="295"/>
                    <a:pt x="235" y="295"/>
                  </a:cubicBezTo>
                  <a:lnTo>
                    <a:pt x="210" y="295"/>
                  </a:lnTo>
                  <a:close/>
                </a:path>
              </a:pathLst>
            </a:custGeom>
            <a:blipFill dpi="0" rotWithShape="1">
              <a:blip r:embed="rId34"/>
              <a:srcRect/>
              <a:stretch>
                <a:fillRect/>
              </a:stretch>
            </a:blipFill>
            <a:ln w="9525">
              <a:noFill/>
              <a:round/>
              <a:headEnd/>
              <a:tailEnd/>
            </a:ln>
          </p:spPr>
          <p:txBody>
            <a:bodyPr/>
            <a:lstStyle/>
            <a:p>
              <a:endParaRPr lang="en-GB"/>
            </a:p>
          </p:txBody>
        </p:sp>
        <p:sp>
          <p:nvSpPr>
            <p:cNvPr id="31885" name="Freeform 3"/>
            <p:cNvSpPr>
              <a:spLocks noChangeAspect="1" noEditPoints="1"/>
            </p:cNvSpPr>
            <p:nvPr/>
          </p:nvSpPr>
          <p:spPr bwMode="auto">
            <a:xfrm>
              <a:off x="4068567" y="3638747"/>
              <a:ext cx="103356" cy="120449"/>
            </a:xfrm>
            <a:custGeom>
              <a:avLst/>
              <a:gdLst>
                <a:gd name="T0" fmla="*/ 2147483647 w 346"/>
                <a:gd name="T1" fmla="*/ 2147483647 h 388"/>
                <a:gd name="T2" fmla="*/ 2147483647 w 346"/>
                <a:gd name="T3" fmla="*/ 2147483647 h 388"/>
                <a:gd name="T4" fmla="*/ 2147483647 w 346"/>
                <a:gd name="T5" fmla="*/ 2147483647 h 388"/>
                <a:gd name="T6" fmla="*/ 2147483647 w 346"/>
                <a:gd name="T7" fmla="*/ 2147483647 h 388"/>
                <a:gd name="T8" fmla="*/ 2147483647 w 346"/>
                <a:gd name="T9" fmla="*/ 2147483647 h 388"/>
                <a:gd name="T10" fmla="*/ 2147483647 w 346"/>
                <a:gd name="T11" fmla="*/ 2147483647 h 388"/>
                <a:gd name="T12" fmla="*/ 2147483647 w 346"/>
                <a:gd name="T13" fmla="*/ 2147483647 h 388"/>
                <a:gd name="T14" fmla="*/ 2147483647 w 346"/>
                <a:gd name="T15" fmla="*/ 2147483647 h 388"/>
                <a:gd name="T16" fmla="*/ 2147483647 w 346"/>
                <a:gd name="T17" fmla="*/ 2147483647 h 388"/>
                <a:gd name="T18" fmla="*/ 2147483647 w 346"/>
                <a:gd name="T19" fmla="*/ 2147483647 h 388"/>
                <a:gd name="T20" fmla="*/ 2147483647 w 346"/>
                <a:gd name="T21" fmla="*/ 2147483647 h 388"/>
                <a:gd name="T22" fmla="*/ 2147483647 w 346"/>
                <a:gd name="T23" fmla="*/ 2147483647 h 388"/>
                <a:gd name="T24" fmla="*/ 2147483647 w 346"/>
                <a:gd name="T25" fmla="*/ 2147483647 h 388"/>
                <a:gd name="T26" fmla="*/ 2147483647 w 346"/>
                <a:gd name="T27" fmla="*/ 2147483647 h 388"/>
                <a:gd name="T28" fmla="*/ 2147483647 w 346"/>
                <a:gd name="T29" fmla="*/ 2147483647 h 388"/>
                <a:gd name="T30" fmla="*/ 2147483647 w 346"/>
                <a:gd name="T31" fmla="*/ 2147483647 h 388"/>
                <a:gd name="T32" fmla="*/ 2147483647 w 346"/>
                <a:gd name="T33" fmla="*/ 2147483647 h 388"/>
                <a:gd name="T34" fmla="*/ 2147483647 w 346"/>
                <a:gd name="T35" fmla="*/ 2147483647 h 388"/>
                <a:gd name="T36" fmla="*/ 2147483647 w 346"/>
                <a:gd name="T37" fmla="*/ 2147483647 h 388"/>
                <a:gd name="T38" fmla="*/ 2147483647 w 346"/>
                <a:gd name="T39" fmla="*/ 2147483647 h 388"/>
                <a:gd name="T40" fmla="*/ 2147483647 w 346"/>
                <a:gd name="T41" fmla="*/ 2147483647 h 388"/>
                <a:gd name="T42" fmla="*/ 2147483647 w 346"/>
                <a:gd name="T43" fmla="*/ 2147483647 h 388"/>
                <a:gd name="T44" fmla="*/ 2147483647 w 346"/>
                <a:gd name="T45" fmla="*/ 2147483647 h 388"/>
                <a:gd name="T46" fmla="*/ 2147483647 w 346"/>
                <a:gd name="T47" fmla="*/ 2147483647 h 388"/>
                <a:gd name="T48" fmla="*/ 2147483647 w 346"/>
                <a:gd name="T49" fmla="*/ 2147483647 h 388"/>
                <a:gd name="T50" fmla="*/ 2147483647 w 346"/>
                <a:gd name="T51" fmla="*/ 2147483647 h 388"/>
                <a:gd name="T52" fmla="*/ 2147483647 w 346"/>
                <a:gd name="T53" fmla="*/ 2147483647 h 388"/>
                <a:gd name="T54" fmla="*/ 2147483647 w 346"/>
                <a:gd name="T55" fmla="*/ 2147483647 h 388"/>
                <a:gd name="T56" fmla="*/ 2147483647 w 346"/>
                <a:gd name="T57" fmla="*/ 2147483647 h 388"/>
                <a:gd name="T58" fmla="*/ 2147483647 w 346"/>
                <a:gd name="T59" fmla="*/ 2147483647 h 388"/>
                <a:gd name="T60" fmla="*/ 2147483647 w 346"/>
                <a:gd name="T61" fmla="*/ 2147483647 h 388"/>
                <a:gd name="T62" fmla="*/ 2147483647 w 346"/>
                <a:gd name="T63" fmla="*/ 2147483647 h 388"/>
                <a:gd name="T64" fmla="*/ 2147483647 w 346"/>
                <a:gd name="T65" fmla="*/ 2147483647 h 388"/>
                <a:gd name="T66" fmla="*/ 2147483647 w 346"/>
                <a:gd name="T67" fmla="*/ 2147483647 h 388"/>
                <a:gd name="T68" fmla="*/ 2147483647 w 346"/>
                <a:gd name="T69" fmla="*/ 2147483647 h 388"/>
                <a:gd name="T70" fmla="*/ 2147483647 w 346"/>
                <a:gd name="T71" fmla="*/ 2147483647 h 388"/>
                <a:gd name="T72" fmla="*/ 2147483647 w 346"/>
                <a:gd name="T73" fmla="*/ 2147483647 h 38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346"/>
                <a:gd name="T112" fmla="*/ 0 h 388"/>
                <a:gd name="T113" fmla="*/ 346 w 346"/>
                <a:gd name="T114" fmla="*/ 388 h 38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346" h="388">
                  <a:moveTo>
                    <a:pt x="99" y="274"/>
                  </a:moveTo>
                  <a:cubicBezTo>
                    <a:pt x="124" y="274"/>
                    <a:pt x="145" y="253"/>
                    <a:pt x="145" y="228"/>
                  </a:cubicBezTo>
                  <a:cubicBezTo>
                    <a:pt x="145" y="228"/>
                    <a:pt x="145" y="228"/>
                    <a:pt x="145" y="228"/>
                  </a:cubicBezTo>
                  <a:cubicBezTo>
                    <a:pt x="145" y="48"/>
                    <a:pt x="145" y="48"/>
                    <a:pt x="145" y="48"/>
                  </a:cubicBezTo>
                  <a:cubicBezTo>
                    <a:pt x="277" y="18"/>
                    <a:pt x="277" y="18"/>
                    <a:pt x="277" y="18"/>
                  </a:cubicBezTo>
                  <a:cubicBezTo>
                    <a:pt x="277" y="41"/>
                    <a:pt x="277" y="41"/>
                    <a:pt x="277" y="41"/>
                  </a:cubicBezTo>
                  <a:cubicBezTo>
                    <a:pt x="277" y="45"/>
                    <a:pt x="281" y="49"/>
                    <a:pt x="285" y="49"/>
                  </a:cubicBezTo>
                  <a:cubicBezTo>
                    <a:pt x="289" y="49"/>
                    <a:pt x="293" y="45"/>
                    <a:pt x="293" y="41"/>
                  </a:cubicBezTo>
                  <a:cubicBezTo>
                    <a:pt x="293" y="8"/>
                    <a:pt x="293" y="8"/>
                    <a:pt x="293" y="8"/>
                  </a:cubicBezTo>
                  <a:cubicBezTo>
                    <a:pt x="293" y="6"/>
                    <a:pt x="292" y="3"/>
                    <a:pt x="290" y="2"/>
                  </a:cubicBezTo>
                  <a:cubicBezTo>
                    <a:pt x="288" y="0"/>
                    <a:pt x="286" y="0"/>
                    <a:pt x="283" y="0"/>
                  </a:cubicBezTo>
                  <a:cubicBezTo>
                    <a:pt x="135" y="34"/>
                    <a:pt x="135" y="34"/>
                    <a:pt x="135" y="34"/>
                  </a:cubicBezTo>
                  <a:cubicBezTo>
                    <a:pt x="131" y="35"/>
                    <a:pt x="129" y="38"/>
                    <a:pt x="129" y="42"/>
                  </a:cubicBezTo>
                  <a:cubicBezTo>
                    <a:pt x="129" y="194"/>
                    <a:pt x="129" y="194"/>
                    <a:pt x="129" y="194"/>
                  </a:cubicBezTo>
                  <a:cubicBezTo>
                    <a:pt x="121" y="187"/>
                    <a:pt x="110" y="183"/>
                    <a:pt x="99" y="183"/>
                  </a:cubicBezTo>
                  <a:cubicBezTo>
                    <a:pt x="74" y="183"/>
                    <a:pt x="53" y="203"/>
                    <a:pt x="53" y="228"/>
                  </a:cubicBezTo>
                  <a:cubicBezTo>
                    <a:pt x="53" y="253"/>
                    <a:pt x="74" y="274"/>
                    <a:pt x="99" y="274"/>
                  </a:cubicBezTo>
                  <a:close/>
                  <a:moveTo>
                    <a:pt x="285" y="65"/>
                  </a:moveTo>
                  <a:cubicBezTo>
                    <a:pt x="281" y="65"/>
                    <a:pt x="277" y="69"/>
                    <a:pt x="277" y="73"/>
                  </a:cubicBezTo>
                  <a:cubicBezTo>
                    <a:pt x="277" y="160"/>
                    <a:pt x="277" y="160"/>
                    <a:pt x="277" y="160"/>
                  </a:cubicBezTo>
                  <a:cubicBezTo>
                    <a:pt x="269" y="153"/>
                    <a:pt x="259" y="149"/>
                    <a:pt x="247" y="149"/>
                  </a:cubicBezTo>
                  <a:cubicBezTo>
                    <a:pt x="222" y="149"/>
                    <a:pt x="202" y="169"/>
                    <a:pt x="202" y="195"/>
                  </a:cubicBezTo>
                  <a:cubicBezTo>
                    <a:pt x="202" y="220"/>
                    <a:pt x="222" y="240"/>
                    <a:pt x="247" y="240"/>
                  </a:cubicBezTo>
                  <a:cubicBezTo>
                    <a:pt x="272" y="240"/>
                    <a:pt x="293" y="220"/>
                    <a:pt x="293" y="195"/>
                  </a:cubicBezTo>
                  <a:cubicBezTo>
                    <a:pt x="293" y="195"/>
                    <a:pt x="293" y="195"/>
                    <a:pt x="293" y="195"/>
                  </a:cubicBezTo>
                  <a:cubicBezTo>
                    <a:pt x="293" y="73"/>
                    <a:pt x="293" y="73"/>
                    <a:pt x="293" y="73"/>
                  </a:cubicBezTo>
                  <a:cubicBezTo>
                    <a:pt x="293" y="69"/>
                    <a:pt x="289" y="65"/>
                    <a:pt x="285" y="65"/>
                  </a:cubicBezTo>
                  <a:close/>
                  <a:moveTo>
                    <a:pt x="2" y="309"/>
                  </a:moveTo>
                  <a:cubicBezTo>
                    <a:pt x="2" y="310"/>
                    <a:pt x="6" y="319"/>
                    <a:pt x="17" y="328"/>
                  </a:cubicBezTo>
                  <a:cubicBezTo>
                    <a:pt x="28" y="337"/>
                    <a:pt x="45" y="346"/>
                    <a:pt x="71" y="346"/>
                  </a:cubicBezTo>
                  <a:cubicBezTo>
                    <a:pt x="72" y="346"/>
                    <a:pt x="72" y="346"/>
                    <a:pt x="72" y="346"/>
                  </a:cubicBezTo>
                  <a:cubicBezTo>
                    <a:pt x="98" y="346"/>
                    <a:pt x="132" y="337"/>
                    <a:pt x="177" y="313"/>
                  </a:cubicBezTo>
                  <a:cubicBezTo>
                    <a:pt x="221" y="290"/>
                    <a:pt x="252" y="282"/>
                    <a:pt x="275" y="282"/>
                  </a:cubicBezTo>
                  <a:cubicBezTo>
                    <a:pt x="297" y="282"/>
                    <a:pt x="311" y="289"/>
                    <a:pt x="319" y="296"/>
                  </a:cubicBezTo>
                  <a:cubicBezTo>
                    <a:pt x="323" y="300"/>
                    <a:pt x="326" y="303"/>
                    <a:pt x="327" y="305"/>
                  </a:cubicBezTo>
                  <a:cubicBezTo>
                    <a:pt x="328" y="307"/>
                    <a:pt x="329" y="308"/>
                    <a:pt x="329" y="308"/>
                  </a:cubicBezTo>
                  <a:cubicBezTo>
                    <a:pt x="329" y="309"/>
                    <a:pt x="329" y="309"/>
                    <a:pt x="330" y="309"/>
                  </a:cubicBezTo>
                  <a:cubicBezTo>
                    <a:pt x="330" y="309"/>
                    <a:pt x="330" y="309"/>
                    <a:pt x="330" y="309"/>
                  </a:cubicBezTo>
                  <a:cubicBezTo>
                    <a:pt x="331" y="313"/>
                    <a:pt x="336" y="315"/>
                    <a:pt x="340" y="313"/>
                  </a:cubicBezTo>
                  <a:cubicBezTo>
                    <a:pt x="344" y="312"/>
                    <a:pt x="346" y="307"/>
                    <a:pt x="344" y="303"/>
                  </a:cubicBezTo>
                  <a:cubicBezTo>
                    <a:pt x="344" y="302"/>
                    <a:pt x="340" y="293"/>
                    <a:pt x="329" y="284"/>
                  </a:cubicBezTo>
                  <a:cubicBezTo>
                    <a:pt x="319" y="275"/>
                    <a:pt x="301" y="266"/>
                    <a:pt x="275" y="266"/>
                  </a:cubicBezTo>
                  <a:cubicBezTo>
                    <a:pt x="249" y="266"/>
                    <a:pt x="215" y="275"/>
                    <a:pt x="169" y="299"/>
                  </a:cubicBezTo>
                  <a:cubicBezTo>
                    <a:pt x="126" y="322"/>
                    <a:pt x="94" y="330"/>
                    <a:pt x="72" y="330"/>
                  </a:cubicBezTo>
                  <a:cubicBezTo>
                    <a:pt x="49" y="330"/>
                    <a:pt x="36" y="323"/>
                    <a:pt x="27" y="316"/>
                  </a:cubicBezTo>
                  <a:cubicBezTo>
                    <a:pt x="23" y="312"/>
                    <a:pt x="21" y="309"/>
                    <a:pt x="19" y="306"/>
                  </a:cubicBezTo>
                  <a:cubicBezTo>
                    <a:pt x="18" y="305"/>
                    <a:pt x="18" y="304"/>
                    <a:pt x="17" y="304"/>
                  </a:cubicBezTo>
                  <a:cubicBezTo>
                    <a:pt x="17" y="303"/>
                    <a:pt x="17" y="303"/>
                    <a:pt x="17" y="303"/>
                  </a:cubicBezTo>
                  <a:cubicBezTo>
                    <a:pt x="17" y="303"/>
                    <a:pt x="17" y="303"/>
                    <a:pt x="17" y="303"/>
                  </a:cubicBezTo>
                  <a:cubicBezTo>
                    <a:pt x="15" y="299"/>
                    <a:pt x="10" y="297"/>
                    <a:pt x="6" y="299"/>
                  </a:cubicBezTo>
                  <a:cubicBezTo>
                    <a:pt x="2" y="300"/>
                    <a:pt x="0" y="305"/>
                    <a:pt x="2" y="309"/>
                  </a:cubicBezTo>
                  <a:close/>
                  <a:moveTo>
                    <a:pt x="329" y="326"/>
                  </a:moveTo>
                  <a:cubicBezTo>
                    <a:pt x="319" y="317"/>
                    <a:pt x="301" y="308"/>
                    <a:pt x="275" y="308"/>
                  </a:cubicBezTo>
                  <a:cubicBezTo>
                    <a:pt x="249" y="308"/>
                    <a:pt x="215" y="316"/>
                    <a:pt x="169" y="341"/>
                  </a:cubicBezTo>
                  <a:cubicBezTo>
                    <a:pt x="126" y="364"/>
                    <a:pt x="94" y="372"/>
                    <a:pt x="72" y="372"/>
                  </a:cubicBezTo>
                  <a:cubicBezTo>
                    <a:pt x="49" y="372"/>
                    <a:pt x="36" y="364"/>
                    <a:pt x="27" y="358"/>
                  </a:cubicBezTo>
                  <a:cubicBezTo>
                    <a:pt x="23" y="354"/>
                    <a:pt x="21" y="351"/>
                    <a:pt x="19" y="348"/>
                  </a:cubicBezTo>
                  <a:cubicBezTo>
                    <a:pt x="18" y="347"/>
                    <a:pt x="18" y="346"/>
                    <a:pt x="17" y="345"/>
                  </a:cubicBezTo>
                  <a:cubicBezTo>
                    <a:pt x="17" y="345"/>
                    <a:pt x="17" y="345"/>
                    <a:pt x="17" y="345"/>
                  </a:cubicBezTo>
                  <a:cubicBezTo>
                    <a:pt x="17" y="345"/>
                    <a:pt x="17" y="345"/>
                    <a:pt x="17" y="345"/>
                  </a:cubicBezTo>
                  <a:cubicBezTo>
                    <a:pt x="15" y="341"/>
                    <a:pt x="10" y="339"/>
                    <a:pt x="6" y="340"/>
                  </a:cubicBezTo>
                  <a:cubicBezTo>
                    <a:pt x="2" y="342"/>
                    <a:pt x="0" y="347"/>
                    <a:pt x="2" y="351"/>
                  </a:cubicBezTo>
                  <a:cubicBezTo>
                    <a:pt x="2" y="352"/>
                    <a:pt x="6" y="361"/>
                    <a:pt x="17" y="370"/>
                  </a:cubicBezTo>
                  <a:cubicBezTo>
                    <a:pt x="28" y="379"/>
                    <a:pt x="45" y="388"/>
                    <a:pt x="71" y="388"/>
                  </a:cubicBezTo>
                  <a:cubicBezTo>
                    <a:pt x="72" y="388"/>
                    <a:pt x="72" y="388"/>
                    <a:pt x="72" y="388"/>
                  </a:cubicBezTo>
                  <a:cubicBezTo>
                    <a:pt x="98" y="388"/>
                    <a:pt x="132" y="379"/>
                    <a:pt x="177" y="355"/>
                  </a:cubicBezTo>
                  <a:cubicBezTo>
                    <a:pt x="221" y="331"/>
                    <a:pt x="252" y="324"/>
                    <a:pt x="275" y="324"/>
                  </a:cubicBezTo>
                  <a:cubicBezTo>
                    <a:pt x="297" y="324"/>
                    <a:pt x="311" y="331"/>
                    <a:pt x="319" y="338"/>
                  </a:cubicBezTo>
                  <a:cubicBezTo>
                    <a:pt x="323" y="341"/>
                    <a:pt x="326" y="345"/>
                    <a:pt x="327" y="347"/>
                  </a:cubicBezTo>
                  <a:cubicBezTo>
                    <a:pt x="328" y="348"/>
                    <a:pt x="329" y="349"/>
                    <a:pt x="329" y="350"/>
                  </a:cubicBezTo>
                  <a:cubicBezTo>
                    <a:pt x="329" y="350"/>
                    <a:pt x="329" y="351"/>
                    <a:pt x="330" y="351"/>
                  </a:cubicBezTo>
                  <a:cubicBezTo>
                    <a:pt x="330" y="351"/>
                    <a:pt x="330" y="351"/>
                    <a:pt x="330" y="351"/>
                  </a:cubicBezTo>
                  <a:cubicBezTo>
                    <a:pt x="331" y="355"/>
                    <a:pt x="336" y="357"/>
                    <a:pt x="340" y="355"/>
                  </a:cubicBezTo>
                  <a:cubicBezTo>
                    <a:pt x="344" y="353"/>
                    <a:pt x="346" y="349"/>
                    <a:pt x="344" y="345"/>
                  </a:cubicBezTo>
                  <a:cubicBezTo>
                    <a:pt x="344" y="344"/>
                    <a:pt x="340" y="335"/>
                    <a:pt x="329" y="326"/>
                  </a:cubicBezTo>
                  <a:close/>
                </a:path>
              </a:pathLst>
            </a:custGeom>
            <a:blipFill dpi="0" rotWithShape="1">
              <a:blip r:embed="rId35"/>
              <a:srcRect/>
              <a:stretch>
                <a:fillRect/>
              </a:stretch>
            </a:blipFill>
            <a:ln w="9525">
              <a:noFill/>
              <a:round/>
              <a:headEnd/>
              <a:tailEnd/>
            </a:ln>
          </p:spPr>
          <p:txBody>
            <a:bodyPr/>
            <a:lstStyle/>
            <a:p>
              <a:endParaRPr lang="en-GB"/>
            </a:p>
          </p:txBody>
        </p:sp>
        <p:sp>
          <p:nvSpPr>
            <p:cNvPr id="31886" name="Freeform 3"/>
            <p:cNvSpPr>
              <a:spLocks noChangeAspect="1" noEditPoints="1"/>
            </p:cNvSpPr>
            <p:nvPr/>
          </p:nvSpPr>
          <p:spPr bwMode="auto">
            <a:xfrm>
              <a:off x="3374524" y="3190867"/>
              <a:ext cx="80712" cy="110192"/>
            </a:xfrm>
            <a:custGeom>
              <a:avLst/>
              <a:gdLst>
                <a:gd name="T0" fmla="*/ 2147483647 w 270"/>
                <a:gd name="T1" fmla="*/ 2147483647 h 355"/>
                <a:gd name="T2" fmla="*/ 2147483647 w 270"/>
                <a:gd name="T3" fmla="*/ 2147483647 h 355"/>
                <a:gd name="T4" fmla="*/ 2147483647 w 270"/>
                <a:gd name="T5" fmla="*/ 2147483647 h 355"/>
                <a:gd name="T6" fmla="*/ 2147483647 w 270"/>
                <a:gd name="T7" fmla="*/ 2147483647 h 355"/>
                <a:gd name="T8" fmla="*/ 2147483647 w 270"/>
                <a:gd name="T9" fmla="*/ 2147483647 h 355"/>
                <a:gd name="T10" fmla="*/ 2147483647 w 270"/>
                <a:gd name="T11" fmla="*/ 2147483647 h 355"/>
                <a:gd name="T12" fmla="*/ 2147483647 w 270"/>
                <a:gd name="T13" fmla="*/ 2147483647 h 355"/>
                <a:gd name="T14" fmla="*/ 2147483647 w 270"/>
                <a:gd name="T15" fmla="*/ 2147483647 h 355"/>
                <a:gd name="T16" fmla="*/ 2147483647 w 270"/>
                <a:gd name="T17" fmla="*/ 2147483647 h 355"/>
                <a:gd name="T18" fmla="*/ 2147483647 w 270"/>
                <a:gd name="T19" fmla="*/ 2147483647 h 355"/>
                <a:gd name="T20" fmla="*/ 2147483647 w 270"/>
                <a:gd name="T21" fmla="*/ 2147483647 h 355"/>
                <a:gd name="T22" fmla="*/ 2147483647 w 270"/>
                <a:gd name="T23" fmla="*/ 2147483647 h 355"/>
                <a:gd name="T24" fmla="*/ 2147483647 w 270"/>
                <a:gd name="T25" fmla="*/ 2147483647 h 355"/>
                <a:gd name="T26" fmla="*/ 2147483647 w 270"/>
                <a:gd name="T27" fmla="*/ 2147483647 h 355"/>
                <a:gd name="T28" fmla="*/ 2147483647 w 270"/>
                <a:gd name="T29" fmla="*/ 2147483647 h 355"/>
                <a:gd name="T30" fmla="*/ 2147483647 w 270"/>
                <a:gd name="T31" fmla="*/ 2147483647 h 355"/>
                <a:gd name="T32" fmla="*/ 2147483647 w 270"/>
                <a:gd name="T33" fmla="*/ 2147483647 h 355"/>
                <a:gd name="T34" fmla="*/ 2147483647 w 270"/>
                <a:gd name="T35" fmla="*/ 2147483647 h 355"/>
                <a:gd name="T36" fmla="*/ 2147483647 w 270"/>
                <a:gd name="T37" fmla="*/ 2147483647 h 355"/>
                <a:gd name="T38" fmla="*/ 2147483647 w 270"/>
                <a:gd name="T39" fmla="*/ 2147483647 h 355"/>
                <a:gd name="T40" fmla="*/ 2147483647 w 270"/>
                <a:gd name="T41" fmla="*/ 2147483647 h 355"/>
                <a:gd name="T42" fmla="*/ 2147483647 w 270"/>
                <a:gd name="T43" fmla="*/ 2147483647 h 355"/>
                <a:gd name="T44" fmla="*/ 2147483647 w 270"/>
                <a:gd name="T45" fmla="*/ 0 h 355"/>
                <a:gd name="T46" fmla="*/ 2147483647 w 270"/>
                <a:gd name="T47" fmla="*/ 2147483647 h 355"/>
                <a:gd name="T48" fmla="*/ 2147483647 w 270"/>
                <a:gd name="T49" fmla="*/ 2147483647 h 355"/>
                <a:gd name="T50" fmla="*/ 0 w 270"/>
                <a:gd name="T51" fmla="*/ 2147483647 h 355"/>
                <a:gd name="T52" fmla="*/ 2147483647 w 270"/>
                <a:gd name="T53" fmla="*/ 2147483647 h 355"/>
                <a:gd name="T54" fmla="*/ 2147483647 w 270"/>
                <a:gd name="T55" fmla="*/ 2147483647 h 355"/>
                <a:gd name="T56" fmla="*/ 2147483647 w 270"/>
                <a:gd name="T57" fmla="*/ 2147483647 h 355"/>
                <a:gd name="T58" fmla="*/ 2147483647 w 270"/>
                <a:gd name="T59" fmla="*/ 2147483647 h 355"/>
                <a:gd name="T60" fmla="*/ 2147483647 w 270"/>
                <a:gd name="T61" fmla="*/ 2147483647 h 355"/>
                <a:gd name="T62" fmla="*/ 2147483647 w 270"/>
                <a:gd name="T63" fmla="*/ 2147483647 h 355"/>
                <a:gd name="T64" fmla="*/ 2147483647 w 270"/>
                <a:gd name="T65" fmla="*/ 2147483647 h 355"/>
                <a:gd name="T66" fmla="*/ 2147483647 w 270"/>
                <a:gd name="T67" fmla="*/ 2147483647 h 35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70"/>
                <a:gd name="T103" fmla="*/ 0 h 355"/>
                <a:gd name="T104" fmla="*/ 270 w 270"/>
                <a:gd name="T105" fmla="*/ 355 h 355"/>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70" h="355">
                  <a:moveTo>
                    <a:pt x="113" y="254"/>
                  </a:moveTo>
                  <a:cubicBezTo>
                    <a:pt x="106" y="297"/>
                    <a:pt x="106" y="297"/>
                    <a:pt x="106" y="297"/>
                  </a:cubicBezTo>
                  <a:cubicBezTo>
                    <a:pt x="105" y="300"/>
                    <a:pt x="106" y="302"/>
                    <a:pt x="107" y="304"/>
                  </a:cubicBezTo>
                  <a:cubicBezTo>
                    <a:pt x="109" y="306"/>
                    <a:pt x="111" y="307"/>
                    <a:pt x="113" y="307"/>
                  </a:cubicBezTo>
                  <a:cubicBezTo>
                    <a:pt x="157" y="307"/>
                    <a:pt x="157" y="307"/>
                    <a:pt x="157" y="307"/>
                  </a:cubicBezTo>
                  <a:cubicBezTo>
                    <a:pt x="160" y="307"/>
                    <a:pt x="162" y="306"/>
                    <a:pt x="164" y="304"/>
                  </a:cubicBezTo>
                  <a:cubicBezTo>
                    <a:pt x="165" y="302"/>
                    <a:pt x="166" y="300"/>
                    <a:pt x="165" y="297"/>
                  </a:cubicBezTo>
                  <a:cubicBezTo>
                    <a:pt x="157" y="254"/>
                    <a:pt x="157" y="254"/>
                    <a:pt x="157" y="254"/>
                  </a:cubicBezTo>
                  <a:cubicBezTo>
                    <a:pt x="167" y="248"/>
                    <a:pt x="173" y="237"/>
                    <a:pt x="173" y="225"/>
                  </a:cubicBezTo>
                  <a:cubicBezTo>
                    <a:pt x="173" y="206"/>
                    <a:pt x="157" y="188"/>
                    <a:pt x="135" y="188"/>
                  </a:cubicBezTo>
                  <a:cubicBezTo>
                    <a:pt x="114" y="188"/>
                    <a:pt x="97" y="206"/>
                    <a:pt x="97" y="225"/>
                  </a:cubicBezTo>
                  <a:cubicBezTo>
                    <a:pt x="97" y="237"/>
                    <a:pt x="103" y="248"/>
                    <a:pt x="113" y="254"/>
                  </a:cubicBezTo>
                  <a:close/>
                  <a:moveTo>
                    <a:pt x="135" y="204"/>
                  </a:moveTo>
                  <a:cubicBezTo>
                    <a:pt x="148" y="204"/>
                    <a:pt x="157" y="214"/>
                    <a:pt x="157" y="225"/>
                  </a:cubicBezTo>
                  <a:cubicBezTo>
                    <a:pt x="157" y="233"/>
                    <a:pt x="152" y="240"/>
                    <a:pt x="145" y="243"/>
                  </a:cubicBezTo>
                  <a:cubicBezTo>
                    <a:pt x="141" y="244"/>
                    <a:pt x="139" y="248"/>
                    <a:pt x="140" y="252"/>
                  </a:cubicBezTo>
                  <a:cubicBezTo>
                    <a:pt x="147" y="291"/>
                    <a:pt x="147" y="291"/>
                    <a:pt x="147" y="291"/>
                  </a:cubicBezTo>
                  <a:cubicBezTo>
                    <a:pt x="123" y="291"/>
                    <a:pt x="123" y="291"/>
                    <a:pt x="123" y="291"/>
                  </a:cubicBezTo>
                  <a:cubicBezTo>
                    <a:pt x="130" y="252"/>
                    <a:pt x="130" y="252"/>
                    <a:pt x="130" y="252"/>
                  </a:cubicBezTo>
                  <a:cubicBezTo>
                    <a:pt x="131" y="248"/>
                    <a:pt x="129" y="244"/>
                    <a:pt x="125" y="243"/>
                  </a:cubicBezTo>
                  <a:cubicBezTo>
                    <a:pt x="118" y="240"/>
                    <a:pt x="113" y="233"/>
                    <a:pt x="113" y="225"/>
                  </a:cubicBezTo>
                  <a:cubicBezTo>
                    <a:pt x="113" y="214"/>
                    <a:pt x="122" y="204"/>
                    <a:pt x="135" y="204"/>
                  </a:cubicBezTo>
                  <a:close/>
                  <a:moveTo>
                    <a:pt x="256" y="141"/>
                  </a:moveTo>
                  <a:cubicBezTo>
                    <a:pt x="243" y="141"/>
                    <a:pt x="243" y="141"/>
                    <a:pt x="243" y="141"/>
                  </a:cubicBezTo>
                  <a:cubicBezTo>
                    <a:pt x="243" y="106"/>
                    <a:pt x="243" y="106"/>
                    <a:pt x="243" y="106"/>
                  </a:cubicBezTo>
                  <a:cubicBezTo>
                    <a:pt x="243" y="106"/>
                    <a:pt x="243" y="105"/>
                    <a:pt x="243" y="105"/>
                  </a:cubicBezTo>
                  <a:cubicBezTo>
                    <a:pt x="243" y="93"/>
                    <a:pt x="242" y="82"/>
                    <a:pt x="238" y="70"/>
                  </a:cubicBezTo>
                  <a:cubicBezTo>
                    <a:pt x="236" y="66"/>
                    <a:pt x="232" y="64"/>
                    <a:pt x="227" y="66"/>
                  </a:cubicBezTo>
                  <a:cubicBezTo>
                    <a:pt x="223" y="67"/>
                    <a:pt x="221" y="72"/>
                    <a:pt x="223" y="76"/>
                  </a:cubicBezTo>
                  <a:cubicBezTo>
                    <a:pt x="226" y="85"/>
                    <a:pt x="227" y="94"/>
                    <a:pt x="227" y="106"/>
                  </a:cubicBezTo>
                  <a:cubicBezTo>
                    <a:pt x="227" y="106"/>
                    <a:pt x="227" y="107"/>
                    <a:pt x="227" y="107"/>
                  </a:cubicBezTo>
                  <a:cubicBezTo>
                    <a:pt x="227" y="141"/>
                    <a:pt x="227" y="141"/>
                    <a:pt x="227" y="141"/>
                  </a:cubicBezTo>
                  <a:cubicBezTo>
                    <a:pt x="211" y="141"/>
                    <a:pt x="211" y="141"/>
                    <a:pt x="211" y="141"/>
                  </a:cubicBezTo>
                  <a:cubicBezTo>
                    <a:pt x="211" y="106"/>
                    <a:pt x="211" y="106"/>
                    <a:pt x="211" y="106"/>
                  </a:cubicBezTo>
                  <a:cubicBezTo>
                    <a:pt x="211" y="89"/>
                    <a:pt x="204" y="71"/>
                    <a:pt x="191" y="56"/>
                  </a:cubicBezTo>
                  <a:cubicBezTo>
                    <a:pt x="177" y="41"/>
                    <a:pt x="158" y="30"/>
                    <a:pt x="135" y="30"/>
                  </a:cubicBezTo>
                  <a:cubicBezTo>
                    <a:pt x="93" y="30"/>
                    <a:pt x="59" y="64"/>
                    <a:pt x="59" y="106"/>
                  </a:cubicBezTo>
                  <a:cubicBezTo>
                    <a:pt x="59" y="141"/>
                    <a:pt x="59" y="141"/>
                    <a:pt x="59" y="141"/>
                  </a:cubicBezTo>
                  <a:cubicBezTo>
                    <a:pt x="43" y="141"/>
                    <a:pt x="43" y="141"/>
                    <a:pt x="43" y="141"/>
                  </a:cubicBezTo>
                  <a:cubicBezTo>
                    <a:pt x="43" y="106"/>
                    <a:pt x="43" y="106"/>
                    <a:pt x="43" y="106"/>
                  </a:cubicBezTo>
                  <a:cubicBezTo>
                    <a:pt x="43" y="106"/>
                    <a:pt x="43" y="106"/>
                    <a:pt x="43" y="106"/>
                  </a:cubicBezTo>
                  <a:cubicBezTo>
                    <a:pt x="44" y="56"/>
                    <a:pt x="85" y="16"/>
                    <a:pt x="135" y="16"/>
                  </a:cubicBezTo>
                  <a:cubicBezTo>
                    <a:pt x="179" y="16"/>
                    <a:pt x="199" y="40"/>
                    <a:pt x="207" y="50"/>
                  </a:cubicBezTo>
                  <a:cubicBezTo>
                    <a:pt x="210" y="54"/>
                    <a:pt x="215" y="55"/>
                    <a:pt x="218" y="52"/>
                  </a:cubicBezTo>
                  <a:cubicBezTo>
                    <a:pt x="222" y="49"/>
                    <a:pt x="223" y="44"/>
                    <a:pt x="220" y="41"/>
                  </a:cubicBezTo>
                  <a:cubicBezTo>
                    <a:pt x="211" y="29"/>
                    <a:pt x="185" y="0"/>
                    <a:pt x="135" y="0"/>
                  </a:cubicBezTo>
                  <a:cubicBezTo>
                    <a:pt x="77" y="0"/>
                    <a:pt x="29" y="46"/>
                    <a:pt x="27" y="104"/>
                  </a:cubicBezTo>
                  <a:cubicBezTo>
                    <a:pt x="27" y="105"/>
                    <a:pt x="27" y="105"/>
                    <a:pt x="27" y="106"/>
                  </a:cubicBezTo>
                  <a:cubicBezTo>
                    <a:pt x="27" y="141"/>
                    <a:pt x="27" y="141"/>
                    <a:pt x="27" y="141"/>
                  </a:cubicBezTo>
                  <a:cubicBezTo>
                    <a:pt x="14" y="141"/>
                    <a:pt x="14" y="141"/>
                    <a:pt x="14" y="141"/>
                  </a:cubicBezTo>
                  <a:cubicBezTo>
                    <a:pt x="6" y="141"/>
                    <a:pt x="0" y="148"/>
                    <a:pt x="0" y="156"/>
                  </a:cubicBezTo>
                  <a:cubicBezTo>
                    <a:pt x="0" y="341"/>
                    <a:pt x="0" y="341"/>
                    <a:pt x="0" y="341"/>
                  </a:cubicBezTo>
                  <a:cubicBezTo>
                    <a:pt x="0" y="349"/>
                    <a:pt x="6" y="355"/>
                    <a:pt x="14" y="355"/>
                  </a:cubicBezTo>
                  <a:cubicBezTo>
                    <a:pt x="14" y="355"/>
                    <a:pt x="256" y="355"/>
                    <a:pt x="256" y="355"/>
                  </a:cubicBezTo>
                  <a:cubicBezTo>
                    <a:pt x="264" y="355"/>
                    <a:pt x="270" y="349"/>
                    <a:pt x="270" y="341"/>
                  </a:cubicBezTo>
                  <a:cubicBezTo>
                    <a:pt x="270" y="156"/>
                    <a:pt x="270" y="156"/>
                    <a:pt x="270" y="156"/>
                  </a:cubicBezTo>
                  <a:cubicBezTo>
                    <a:pt x="270" y="148"/>
                    <a:pt x="264" y="141"/>
                    <a:pt x="256" y="141"/>
                  </a:cubicBezTo>
                  <a:close/>
                  <a:moveTo>
                    <a:pt x="75" y="106"/>
                  </a:moveTo>
                  <a:cubicBezTo>
                    <a:pt x="75" y="72"/>
                    <a:pt x="102" y="46"/>
                    <a:pt x="135" y="46"/>
                  </a:cubicBezTo>
                  <a:cubicBezTo>
                    <a:pt x="153" y="46"/>
                    <a:pt x="168" y="54"/>
                    <a:pt x="178" y="67"/>
                  </a:cubicBezTo>
                  <a:cubicBezTo>
                    <a:pt x="189" y="79"/>
                    <a:pt x="195" y="94"/>
                    <a:pt x="195" y="106"/>
                  </a:cubicBezTo>
                  <a:cubicBezTo>
                    <a:pt x="195" y="141"/>
                    <a:pt x="195" y="141"/>
                    <a:pt x="195" y="141"/>
                  </a:cubicBezTo>
                  <a:cubicBezTo>
                    <a:pt x="75" y="141"/>
                    <a:pt x="75" y="141"/>
                    <a:pt x="75" y="141"/>
                  </a:cubicBezTo>
                  <a:lnTo>
                    <a:pt x="75" y="106"/>
                  </a:lnTo>
                  <a:close/>
                  <a:moveTo>
                    <a:pt x="254" y="339"/>
                  </a:moveTo>
                  <a:cubicBezTo>
                    <a:pt x="16" y="339"/>
                    <a:pt x="16" y="339"/>
                    <a:pt x="16" y="339"/>
                  </a:cubicBezTo>
                  <a:cubicBezTo>
                    <a:pt x="16" y="157"/>
                    <a:pt x="16" y="157"/>
                    <a:pt x="16" y="157"/>
                  </a:cubicBezTo>
                  <a:cubicBezTo>
                    <a:pt x="254" y="157"/>
                    <a:pt x="254" y="157"/>
                    <a:pt x="254" y="157"/>
                  </a:cubicBezTo>
                  <a:lnTo>
                    <a:pt x="254" y="339"/>
                  </a:lnTo>
                  <a:close/>
                </a:path>
              </a:pathLst>
            </a:custGeom>
            <a:blipFill dpi="0" rotWithShape="1">
              <a:blip r:embed="rId36"/>
              <a:srcRect/>
              <a:stretch>
                <a:fillRect/>
              </a:stretch>
            </a:blipFill>
            <a:ln w="9525">
              <a:noFill/>
              <a:round/>
              <a:headEnd/>
              <a:tailEnd/>
            </a:ln>
          </p:spPr>
          <p:txBody>
            <a:bodyPr/>
            <a:lstStyle/>
            <a:p>
              <a:endParaRPr lang="en-GB"/>
            </a:p>
          </p:txBody>
        </p:sp>
        <p:sp>
          <p:nvSpPr>
            <p:cNvPr id="31887" name="Freeform 3"/>
            <p:cNvSpPr>
              <a:spLocks noChangeAspect="1" noEditPoints="1"/>
            </p:cNvSpPr>
            <p:nvPr/>
          </p:nvSpPr>
          <p:spPr bwMode="auto">
            <a:xfrm>
              <a:off x="3898355" y="2767952"/>
              <a:ext cx="89341" cy="69245"/>
            </a:xfrm>
            <a:custGeom>
              <a:avLst/>
              <a:gdLst>
                <a:gd name="T0" fmla="*/ 2147483647 w 366"/>
                <a:gd name="T1" fmla="*/ 2147483647 h 273"/>
                <a:gd name="T2" fmla="*/ 2147483647 w 366"/>
                <a:gd name="T3" fmla="*/ 2147483647 h 273"/>
                <a:gd name="T4" fmla="*/ 2147483647 w 366"/>
                <a:gd name="T5" fmla="*/ 2147483647 h 273"/>
                <a:gd name="T6" fmla="*/ 2147483647 w 366"/>
                <a:gd name="T7" fmla="*/ 0 h 273"/>
                <a:gd name="T8" fmla="*/ 2147483647 w 366"/>
                <a:gd name="T9" fmla="*/ 0 h 273"/>
                <a:gd name="T10" fmla="*/ 0 w 366"/>
                <a:gd name="T11" fmla="*/ 2147483647 h 273"/>
                <a:gd name="T12" fmla="*/ 0 w 366"/>
                <a:gd name="T13" fmla="*/ 2147483647 h 273"/>
                <a:gd name="T14" fmla="*/ 2147483647 w 366"/>
                <a:gd name="T15" fmla="*/ 2147483647 h 273"/>
                <a:gd name="T16" fmla="*/ 2147483647 w 366"/>
                <a:gd name="T17" fmla="*/ 2147483647 h 273"/>
                <a:gd name="T18" fmla="*/ 2147483647 w 366"/>
                <a:gd name="T19" fmla="*/ 2147483647 h 273"/>
                <a:gd name="T20" fmla="*/ 2147483647 w 366"/>
                <a:gd name="T21" fmla="*/ 2147483647 h 273"/>
                <a:gd name="T22" fmla="*/ 2147483647 w 366"/>
                <a:gd name="T23" fmla="*/ 2147483647 h 273"/>
                <a:gd name="T24" fmla="*/ 2147483647 w 366"/>
                <a:gd name="T25" fmla="*/ 2147483647 h 273"/>
                <a:gd name="T26" fmla="*/ 2147483647 w 366"/>
                <a:gd name="T27" fmla="*/ 2147483647 h 273"/>
                <a:gd name="T28" fmla="*/ 2147483647 w 366"/>
                <a:gd name="T29" fmla="*/ 2147483647 h 273"/>
                <a:gd name="T30" fmla="*/ 2147483647 w 366"/>
                <a:gd name="T31" fmla="*/ 2147483647 h 273"/>
                <a:gd name="T32" fmla="*/ 2147483647 w 366"/>
                <a:gd name="T33" fmla="*/ 2147483647 h 273"/>
                <a:gd name="T34" fmla="*/ 2147483647 w 366"/>
                <a:gd name="T35" fmla="*/ 2147483647 h 273"/>
                <a:gd name="T36" fmla="*/ 2147483647 w 366"/>
                <a:gd name="T37" fmla="*/ 2147483647 h 273"/>
                <a:gd name="T38" fmla="*/ 2147483647 w 366"/>
                <a:gd name="T39" fmla="*/ 2147483647 h 273"/>
                <a:gd name="T40" fmla="*/ 2147483647 w 366"/>
                <a:gd name="T41" fmla="*/ 2147483647 h 273"/>
                <a:gd name="T42" fmla="*/ 2147483647 w 366"/>
                <a:gd name="T43" fmla="*/ 2147483647 h 273"/>
                <a:gd name="T44" fmla="*/ 2147483647 w 366"/>
                <a:gd name="T45" fmla="*/ 2147483647 h 273"/>
                <a:gd name="T46" fmla="*/ 2147483647 w 366"/>
                <a:gd name="T47" fmla="*/ 2147483647 h 273"/>
                <a:gd name="T48" fmla="*/ 2147483647 w 366"/>
                <a:gd name="T49" fmla="*/ 2147483647 h 273"/>
                <a:gd name="T50" fmla="*/ 2147483647 w 366"/>
                <a:gd name="T51" fmla="*/ 2147483647 h 273"/>
                <a:gd name="T52" fmla="*/ 2147483647 w 366"/>
                <a:gd name="T53" fmla="*/ 2147483647 h 273"/>
                <a:gd name="T54" fmla="*/ 2147483647 w 366"/>
                <a:gd name="T55" fmla="*/ 2147483647 h 273"/>
                <a:gd name="T56" fmla="*/ 2147483647 w 366"/>
                <a:gd name="T57" fmla="*/ 2147483647 h 273"/>
                <a:gd name="T58" fmla="*/ 2147483647 w 366"/>
                <a:gd name="T59" fmla="*/ 2147483647 h 273"/>
                <a:gd name="T60" fmla="*/ 2147483647 w 366"/>
                <a:gd name="T61" fmla="*/ 2147483647 h 273"/>
                <a:gd name="T62" fmla="*/ 2147483647 w 366"/>
                <a:gd name="T63" fmla="*/ 2147483647 h 273"/>
                <a:gd name="T64" fmla="*/ 2147483647 w 366"/>
                <a:gd name="T65" fmla="*/ 2147483647 h 273"/>
                <a:gd name="T66" fmla="*/ 2147483647 w 366"/>
                <a:gd name="T67" fmla="*/ 2147483647 h 27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66"/>
                <a:gd name="T103" fmla="*/ 0 h 273"/>
                <a:gd name="T104" fmla="*/ 366 w 366"/>
                <a:gd name="T105" fmla="*/ 273 h 27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66" h="273">
                  <a:moveTo>
                    <a:pt x="358" y="57"/>
                  </a:moveTo>
                  <a:cubicBezTo>
                    <a:pt x="362" y="57"/>
                    <a:pt x="366" y="53"/>
                    <a:pt x="366" y="49"/>
                  </a:cubicBezTo>
                  <a:cubicBezTo>
                    <a:pt x="366" y="26"/>
                    <a:pt x="366" y="26"/>
                    <a:pt x="366" y="26"/>
                  </a:cubicBezTo>
                  <a:cubicBezTo>
                    <a:pt x="366" y="15"/>
                    <a:pt x="359" y="0"/>
                    <a:pt x="340" y="0"/>
                  </a:cubicBezTo>
                  <a:cubicBezTo>
                    <a:pt x="26" y="0"/>
                    <a:pt x="26" y="0"/>
                    <a:pt x="26" y="0"/>
                  </a:cubicBezTo>
                  <a:cubicBezTo>
                    <a:pt x="16" y="0"/>
                    <a:pt x="0" y="7"/>
                    <a:pt x="0" y="26"/>
                  </a:cubicBezTo>
                  <a:cubicBezTo>
                    <a:pt x="0" y="247"/>
                    <a:pt x="0" y="247"/>
                    <a:pt x="0" y="247"/>
                  </a:cubicBezTo>
                  <a:cubicBezTo>
                    <a:pt x="0" y="258"/>
                    <a:pt x="7" y="273"/>
                    <a:pt x="26" y="273"/>
                  </a:cubicBezTo>
                  <a:cubicBezTo>
                    <a:pt x="340" y="273"/>
                    <a:pt x="340" y="273"/>
                    <a:pt x="340" y="273"/>
                  </a:cubicBezTo>
                  <a:cubicBezTo>
                    <a:pt x="350" y="273"/>
                    <a:pt x="366" y="266"/>
                    <a:pt x="366" y="247"/>
                  </a:cubicBezTo>
                  <a:cubicBezTo>
                    <a:pt x="366" y="81"/>
                    <a:pt x="366" y="81"/>
                    <a:pt x="366" y="81"/>
                  </a:cubicBezTo>
                  <a:cubicBezTo>
                    <a:pt x="366" y="76"/>
                    <a:pt x="362" y="73"/>
                    <a:pt x="358" y="73"/>
                  </a:cubicBezTo>
                  <a:cubicBezTo>
                    <a:pt x="354" y="73"/>
                    <a:pt x="350" y="76"/>
                    <a:pt x="350" y="81"/>
                  </a:cubicBezTo>
                  <a:cubicBezTo>
                    <a:pt x="350" y="247"/>
                    <a:pt x="350" y="247"/>
                    <a:pt x="350" y="247"/>
                  </a:cubicBezTo>
                  <a:cubicBezTo>
                    <a:pt x="221" y="137"/>
                    <a:pt x="221" y="137"/>
                    <a:pt x="221" y="137"/>
                  </a:cubicBezTo>
                  <a:cubicBezTo>
                    <a:pt x="350" y="28"/>
                    <a:pt x="350" y="28"/>
                    <a:pt x="350" y="28"/>
                  </a:cubicBezTo>
                  <a:cubicBezTo>
                    <a:pt x="350" y="49"/>
                    <a:pt x="350" y="49"/>
                    <a:pt x="350" y="49"/>
                  </a:cubicBezTo>
                  <a:cubicBezTo>
                    <a:pt x="350" y="53"/>
                    <a:pt x="354" y="57"/>
                    <a:pt x="358" y="57"/>
                  </a:cubicBezTo>
                  <a:close/>
                  <a:moveTo>
                    <a:pt x="16" y="246"/>
                  </a:moveTo>
                  <a:cubicBezTo>
                    <a:pt x="16" y="28"/>
                    <a:pt x="16" y="28"/>
                    <a:pt x="16" y="28"/>
                  </a:cubicBezTo>
                  <a:cubicBezTo>
                    <a:pt x="146" y="137"/>
                    <a:pt x="146" y="137"/>
                    <a:pt x="146" y="137"/>
                  </a:cubicBezTo>
                  <a:lnTo>
                    <a:pt x="16" y="246"/>
                  </a:lnTo>
                  <a:close/>
                  <a:moveTo>
                    <a:pt x="338" y="257"/>
                  </a:moveTo>
                  <a:cubicBezTo>
                    <a:pt x="28" y="257"/>
                    <a:pt x="28" y="257"/>
                    <a:pt x="28" y="257"/>
                  </a:cubicBezTo>
                  <a:cubicBezTo>
                    <a:pt x="158" y="148"/>
                    <a:pt x="158" y="148"/>
                    <a:pt x="158" y="148"/>
                  </a:cubicBezTo>
                  <a:cubicBezTo>
                    <a:pt x="178" y="165"/>
                    <a:pt x="178" y="165"/>
                    <a:pt x="178" y="165"/>
                  </a:cubicBezTo>
                  <a:cubicBezTo>
                    <a:pt x="179" y="166"/>
                    <a:pt x="181" y="166"/>
                    <a:pt x="183" y="166"/>
                  </a:cubicBezTo>
                  <a:cubicBezTo>
                    <a:pt x="185" y="166"/>
                    <a:pt x="187" y="166"/>
                    <a:pt x="188" y="165"/>
                  </a:cubicBezTo>
                  <a:cubicBezTo>
                    <a:pt x="208" y="148"/>
                    <a:pt x="208" y="148"/>
                    <a:pt x="208" y="148"/>
                  </a:cubicBezTo>
                  <a:lnTo>
                    <a:pt x="338" y="257"/>
                  </a:lnTo>
                  <a:close/>
                  <a:moveTo>
                    <a:pt x="183" y="148"/>
                  </a:moveTo>
                  <a:cubicBezTo>
                    <a:pt x="26" y="16"/>
                    <a:pt x="26" y="16"/>
                    <a:pt x="26" y="16"/>
                  </a:cubicBezTo>
                  <a:cubicBezTo>
                    <a:pt x="340" y="16"/>
                    <a:pt x="340" y="16"/>
                    <a:pt x="340" y="16"/>
                  </a:cubicBezTo>
                  <a:lnTo>
                    <a:pt x="183" y="148"/>
                  </a:lnTo>
                  <a:close/>
                </a:path>
              </a:pathLst>
            </a:custGeom>
            <a:blipFill dpi="0" rotWithShape="1">
              <a:blip r:embed="rId37"/>
              <a:srcRect/>
              <a:stretch>
                <a:fillRect/>
              </a:stretch>
            </a:blipFill>
            <a:ln w="9525">
              <a:noFill/>
              <a:round/>
              <a:headEnd/>
              <a:tailEnd/>
            </a:ln>
          </p:spPr>
          <p:txBody>
            <a:bodyPr/>
            <a:lstStyle/>
            <a:p>
              <a:endParaRPr lang="en-GB"/>
            </a:p>
          </p:txBody>
        </p:sp>
        <p:sp>
          <p:nvSpPr>
            <p:cNvPr id="31888" name="Freeform 3"/>
            <p:cNvSpPr>
              <a:spLocks noChangeAspect="1" noEditPoints="1"/>
            </p:cNvSpPr>
            <p:nvPr/>
          </p:nvSpPr>
          <p:spPr bwMode="auto">
            <a:xfrm>
              <a:off x="3328137" y="2706784"/>
              <a:ext cx="104938" cy="108001"/>
            </a:xfrm>
            <a:custGeom>
              <a:avLst/>
              <a:gdLst>
                <a:gd name="T0" fmla="*/ 2147483647 w 430"/>
                <a:gd name="T1" fmla="*/ 2147483647 h 426"/>
                <a:gd name="T2" fmla="*/ 2147483647 w 430"/>
                <a:gd name="T3" fmla="*/ 2147483647 h 426"/>
                <a:gd name="T4" fmla="*/ 2147483647 w 430"/>
                <a:gd name="T5" fmla="*/ 2147483647 h 426"/>
                <a:gd name="T6" fmla="*/ 2147483647 w 430"/>
                <a:gd name="T7" fmla="*/ 2147483647 h 426"/>
                <a:gd name="T8" fmla="*/ 2147483647 w 430"/>
                <a:gd name="T9" fmla="*/ 2147483647 h 426"/>
                <a:gd name="T10" fmla="*/ 2147483647 w 430"/>
                <a:gd name="T11" fmla="*/ 2147483647 h 426"/>
                <a:gd name="T12" fmla="*/ 2147483647 w 430"/>
                <a:gd name="T13" fmla="*/ 2147483647 h 426"/>
                <a:gd name="T14" fmla="*/ 2147483647 w 430"/>
                <a:gd name="T15" fmla="*/ 2147483647 h 426"/>
                <a:gd name="T16" fmla="*/ 2147483647 w 430"/>
                <a:gd name="T17" fmla="*/ 2147483647 h 426"/>
                <a:gd name="T18" fmla="*/ 2147483647 w 430"/>
                <a:gd name="T19" fmla="*/ 2147483647 h 426"/>
                <a:gd name="T20" fmla="*/ 2147483647 w 430"/>
                <a:gd name="T21" fmla="*/ 2147483647 h 426"/>
                <a:gd name="T22" fmla="*/ 2147483647 w 430"/>
                <a:gd name="T23" fmla="*/ 2147483647 h 426"/>
                <a:gd name="T24" fmla="*/ 2147483647 w 430"/>
                <a:gd name="T25" fmla="*/ 2147483647 h 426"/>
                <a:gd name="T26" fmla="*/ 2147483647 w 430"/>
                <a:gd name="T27" fmla="*/ 2147483647 h 426"/>
                <a:gd name="T28" fmla="*/ 2147483647 w 430"/>
                <a:gd name="T29" fmla="*/ 2147483647 h 426"/>
                <a:gd name="T30" fmla="*/ 2147483647 w 430"/>
                <a:gd name="T31" fmla="*/ 2147483647 h 426"/>
                <a:gd name="T32" fmla="*/ 2147483647 w 430"/>
                <a:gd name="T33" fmla="*/ 2147483647 h 426"/>
                <a:gd name="T34" fmla="*/ 2147483647 w 430"/>
                <a:gd name="T35" fmla="*/ 2147483647 h 426"/>
                <a:gd name="T36" fmla="*/ 2147483647 w 430"/>
                <a:gd name="T37" fmla="*/ 2147483647 h 426"/>
                <a:gd name="T38" fmla="*/ 2147483647 w 430"/>
                <a:gd name="T39" fmla="*/ 2147483647 h 426"/>
                <a:gd name="T40" fmla="*/ 2147483647 w 430"/>
                <a:gd name="T41" fmla="*/ 2147483647 h 426"/>
                <a:gd name="T42" fmla="*/ 2147483647 w 430"/>
                <a:gd name="T43" fmla="*/ 2147483647 h 426"/>
                <a:gd name="T44" fmla="*/ 2147483647 w 430"/>
                <a:gd name="T45" fmla="*/ 2147483647 h 426"/>
                <a:gd name="T46" fmla="*/ 2147483647 w 430"/>
                <a:gd name="T47" fmla="*/ 2147483647 h 426"/>
                <a:gd name="T48" fmla="*/ 2147483647 w 430"/>
                <a:gd name="T49" fmla="*/ 2147483647 h 426"/>
                <a:gd name="T50" fmla="*/ 2147483647 w 430"/>
                <a:gd name="T51" fmla="*/ 2147483647 h 426"/>
                <a:gd name="T52" fmla="*/ 2147483647 w 430"/>
                <a:gd name="T53" fmla="*/ 2147483647 h 426"/>
                <a:gd name="T54" fmla="*/ 2147483647 w 430"/>
                <a:gd name="T55" fmla="*/ 2147483647 h 426"/>
                <a:gd name="T56" fmla="*/ 2147483647 w 430"/>
                <a:gd name="T57" fmla="*/ 2147483647 h 426"/>
                <a:gd name="T58" fmla="*/ 2147483647 w 430"/>
                <a:gd name="T59" fmla="*/ 2147483647 h 426"/>
                <a:gd name="T60" fmla="*/ 2147483647 w 430"/>
                <a:gd name="T61" fmla="*/ 2147483647 h 426"/>
                <a:gd name="T62" fmla="*/ 2147483647 w 430"/>
                <a:gd name="T63" fmla="*/ 2147483647 h 426"/>
                <a:gd name="T64" fmla="*/ 2147483647 w 430"/>
                <a:gd name="T65" fmla="*/ 2147483647 h 426"/>
                <a:gd name="T66" fmla="*/ 2147483647 w 430"/>
                <a:gd name="T67" fmla="*/ 2147483647 h 426"/>
                <a:gd name="T68" fmla="*/ 2147483647 w 430"/>
                <a:gd name="T69" fmla="*/ 2147483647 h 426"/>
                <a:gd name="T70" fmla="*/ 2147483647 w 430"/>
                <a:gd name="T71" fmla="*/ 2147483647 h 426"/>
                <a:gd name="T72" fmla="*/ 2147483647 w 430"/>
                <a:gd name="T73" fmla="*/ 2147483647 h 426"/>
                <a:gd name="T74" fmla="*/ 2147483647 w 430"/>
                <a:gd name="T75" fmla="*/ 2147483647 h 426"/>
                <a:gd name="T76" fmla="*/ 2147483647 w 430"/>
                <a:gd name="T77" fmla="*/ 2147483647 h 426"/>
                <a:gd name="T78" fmla="*/ 2147483647 w 430"/>
                <a:gd name="T79" fmla="*/ 2147483647 h 426"/>
                <a:gd name="T80" fmla="*/ 2147483647 w 430"/>
                <a:gd name="T81" fmla="*/ 2147483647 h 426"/>
                <a:gd name="T82" fmla="*/ 2147483647 w 430"/>
                <a:gd name="T83" fmla="*/ 2147483647 h 426"/>
                <a:gd name="T84" fmla="*/ 2147483647 w 430"/>
                <a:gd name="T85" fmla="*/ 2147483647 h 426"/>
                <a:gd name="T86" fmla="*/ 2147483647 w 430"/>
                <a:gd name="T87" fmla="*/ 2147483647 h 426"/>
                <a:gd name="T88" fmla="*/ 2147483647 w 430"/>
                <a:gd name="T89" fmla="*/ 2147483647 h 426"/>
                <a:gd name="T90" fmla="*/ 2147483647 w 430"/>
                <a:gd name="T91" fmla="*/ 2147483647 h 426"/>
                <a:gd name="T92" fmla="*/ 2147483647 w 430"/>
                <a:gd name="T93" fmla="*/ 2147483647 h 426"/>
                <a:gd name="T94" fmla="*/ 2147483647 w 430"/>
                <a:gd name="T95" fmla="*/ 2147483647 h 426"/>
                <a:gd name="T96" fmla="*/ 2147483647 w 430"/>
                <a:gd name="T97" fmla="*/ 2147483647 h 426"/>
                <a:gd name="T98" fmla="*/ 2147483647 w 430"/>
                <a:gd name="T99" fmla="*/ 2147483647 h 426"/>
                <a:gd name="T100" fmla="*/ 2147483647 w 430"/>
                <a:gd name="T101" fmla="*/ 2147483647 h 426"/>
                <a:gd name="T102" fmla="*/ 2147483647 w 430"/>
                <a:gd name="T103" fmla="*/ 2147483647 h 426"/>
                <a:gd name="T104" fmla="*/ 2147483647 w 430"/>
                <a:gd name="T105" fmla="*/ 2147483647 h 426"/>
                <a:gd name="T106" fmla="*/ 2147483647 w 430"/>
                <a:gd name="T107" fmla="*/ 2147483647 h 426"/>
                <a:gd name="T108" fmla="*/ 2147483647 w 430"/>
                <a:gd name="T109" fmla="*/ 2147483647 h 426"/>
                <a:gd name="T110" fmla="*/ 2147483647 w 430"/>
                <a:gd name="T111" fmla="*/ 2147483647 h 426"/>
                <a:gd name="T112" fmla="*/ 2147483647 w 430"/>
                <a:gd name="T113" fmla="*/ 2147483647 h 426"/>
                <a:gd name="T114" fmla="*/ 2147483647 w 430"/>
                <a:gd name="T115" fmla="*/ 2147483647 h 426"/>
                <a:gd name="T116" fmla="*/ 2147483647 w 430"/>
                <a:gd name="T117" fmla="*/ 2147483647 h 426"/>
                <a:gd name="T118" fmla="*/ 2147483647 w 430"/>
                <a:gd name="T119" fmla="*/ 2147483647 h 426"/>
                <a:gd name="T120" fmla="*/ 2147483647 w 430"/>
                <a:gd name="T121" fmla="*/ 2147483647 h 42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430"/>
                <a:gd name="T184" fmla="*/ 0 h 426"/>
                <a:gd name="T185" fmla="*/ 430 w 430"/>
                <a:gd name="T186" fmla="*/ 426 h 42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430" h="426">
                  <a:moveTo>
                    <a:pt x="366" y="169"/>
                  </a:moveTo>
                  <a:cubicBezTo>
                    <a:pt x="366" y="165"/>
                    <a:pt x="366" y="160"/>
                    <a:pt x="366" y="155"/>
                  </a:cubicBezTo>
                  <a:cubicBezTo>
                    <a:pt x="363" y="133"/>
                    <a:pt x="353" y="113"/>
                    <a:pt x="339" y="97"/>
                  </a:cubicBezTo>
                  <a:cubicBezTo>
                    <a:pt x="336" y="94"/>
                    <a:pt x="331" y="94"/>
                    <a:pt x="328" y="97"/>
                  </a:cubicBezTo>
                  <a:cubicBezTo>
                    <a:pt x="325" y="100"/>
                    <a:pt x="324" y="105"/>
                    <a:pt x="327" y="108"/>
                  </a:cubicBezTo>
                  <a:cubicBezTo>
                    <a:pt x="339" y="121"/>
                    <a:pt x="347" y="138"/>
                    <a:pt x="350" y="157"/>
                  </a:cubicBezTo>
                  <a:cubicBezTo>
                    <a:pt x="350" y="161"/>
                    <a:pt x="350" y="165"/>
                    <a:pt x="350" y="169"/>
                  </a:cubicBezTo>
                  <a:cubicBezTo>
                    <a:pt x="350" y="195"/>
                    <a:pt x="340" y="218"/>
                    <a:pt x="323" y="235"/>
                  </a:cubicBezTo>
                  <a:cubicBezTo>
                    <a:pt x="321" y="234"/>
                    <a:pt x="320" y="233"/>
                    <a:pt x="318" y="232"/>
                  </a:cubicBezTo>
                  <a:cubicBezTo>
                    <a:pt x="321" y="226"/>
                    <a:pt x="322" y="219"/>
                    <a:pt x="322" y="211"/>
                  </a:cubicBezTo>
                  <a:cubicBezTo>
                    <a:pt x="322" y="183"/>
                    <a:pt x="300" y="161"/>
                    <a:pt x="272" y="161"/>
                  </a:cubicBezTo>
                  <a:cubicBezTo>
                    <a:pt x="263" y="161"/>
                    <a:pt x="254" y="163"/>
                    <a:pt x="247" y="168"/>
                  </a:cubicBezTo>
                  <a:cubicBezTo>
                    <a:pt x="233" y="143"/>
                    <a:pt x="210" y="124"/>
                    <a:pt x="183" y="116"/>
                  </a:cubicBezTo>
                  <a:cubicBezTo>
                    <a:pt x="197" y="96"/>
                    <a:pt x="220" y="81"/>
                    <a:pt x="246" y="78"/>
                  </a:cubicBezTo>
                  <a:cubicBezTo>
                    <a:pt x="252" y="77"/>
                    <a:pt x="257" y="77"/>
                    <a:pt x="261" y="77"/>
                  </a:cubicBezTo>
                  <a:cubicBezTo>
                    <a:pt x="277" y="77"/>
                    <a:pt x="290" y="80"/>
                    <a:pt x="303" y="88"/>
                  </a:cubicBezTo>
                  <a:cubicBezTo>
                    <a:pt x="307" y="90"/>
                    <a:pt x="312" y="89"/>
                    <a:pt x="314" y="85"/>
                  </a:cubicBezTo>
                  <a:cubicBezTo>
                    <a:pt x="317" y="81"/>
                    <a:pt x="315" y="76"/>
                    <a:pt x="312" y="74"/>
                  </a:cubicBezTo>
                  <a:cubicBezTo>
                    <a:pt x="312" y="74"/>
                    <a:pt x="312" y="74"/>
                    <a:pt x="312" y="74"/>
                  </a:cubicBezTo>
                  <a:cubicBezTo>
                    <a:pt x="296" y="65"/>
                    <a:pt x="279" y="61"/>
                    <a:pt x="261" y="61"/>
                  </a:cubicBezTo>
                  <a:cubicBezTo>
                    <a:pt x="256" y="61"/>
                    <a:pt x="250" y="61"/>
                    <a:pt x="244" y="62"/>
                  </a:cubicBezTo>
                  <a:cubicBezTo>
                    <a:pt x="210" y="66"/>
                    <a:pt x="182" y="86"/>
                    <a:pt x="166" y="113"/>
                  </a:cubicBezTo>
                  <a:cubicBezTo>
                    <a:pt x="162" y="113"/>
                    <a:pt x="158" y="112"/>
                    <a:pt x="154" y="112"/>
                  </a:cubicBezTo>
                  <a:cubicBezTo>
                    <a:pt x="102" y="112"/>
                    <a:pt x="59" y="151"/>
                    <a:pt x="51" y="201"/>
                  </a:cubicBezTo>
                  <a:cubicBezTo>
                    <a:pt x="22" y="209"/>
                    <a:pt x="0" y="236"/>
                    <a:pt x="0" y="268"/>
                  </a:cubicBezTo>
                  <a:cubicBezTo>
                    <a:pt x="0" y="298"/>
                    <a:pt x="18" y="323"/>
                    <a:pt x="44" y="333"/>
                  </a:cubicBezTo>
                  <a:cubicBezTo>
                    <a:pt x="45" y="334"/>
                    <a:pt x="46" y="334"/>
                    <a:pt x="47" y="334"/>
                  </a:cubicBezTo>
                  <a:cubicBezTo>
                    <a:pt x="50" y="334"/>
                    <a:pt x="53" y="332"/>
                    <a:pt x="54" y="329"/>
                  </a:cubicBezTo>
                  <a:cubicBezTo>
                    <a:pt x="56" y="325"/>
                    <a:pt x="54" y="320"/>
                    <a:pt x="50" y="318"/>
                  </a:cubicBezTo>
                  <a:cubicBezTo>
                    <a:pt x="30" y="310"/>
                    <a:pt x="16" y="291"/>
                    <a:pt x="16" y="268"/>
                  </a:cubicBezTo>
                  <a:cubicBezTo>
                    <a:pt x="16" y="242"/>
                    <a:pt x="35" y="220"/>
                    <a:pt x="60" y="215"/>
                  </a:cubicBezTo>
                  <a:cubicBezTo>
                    <a:pt x="63" y="215"/>
                    <a:pt x="66" y="212"/>
                    <a:pt x="66" y="208"/>
                  </a:cubicBezTo>
                  <a:cubicBezTo>
                    <a:pt x="71" y="163"/>
                    <a:pt x="108" y="128"/>
                    <a:pt x="154" y="128"/>
                  </a:cubicBezTo>
                  <a:cubicBezTo>
                    <a:pt x="191" y="128"/>
                    <a:pt x="223" y="151"/>
                    <a:pt x="236" y="183"/>
                  </a:cubicBezTo>
                  <a:cubicBezTo>
                    <a:pt x="237" y="185"/>
                    <a:pt x="239" y="187"/>
                    <a:pt x="242" y="187"/>
                  </a:cubicBezTo>
                  <a:cubicBezTo>
                    <a:pt x="244" y="188"/>
                    <a:pt x="247" y="187"/>
                    <a:pt x="249" y="186"/>
                  </a:cubicBezTo>
                  <a:cubicBezTo>
                    <a:pt x="255" y="180"/>
                    <a:pt x="263" y="177"/>
                    <a:pt x="272" y="177"/>
                  </a:cubicBezTo>
                  <a:cubicBezTo>
                    <a:pt x="291" y="177"/>
                    <a:pt x="306" y="192"/>
                    <a:pt x="306" y="211"/>
                  </a:cubicBezTo>
                  <a:cubicBezTo>
                    <a:pt x="306" y="219"/>
                    <a:pt x="304" y="227"/>
                    <a:pt x="299" y="232"/>
                  </a:cubicBezTo>
                  <a:cubicBezTo>
                    <a:pt x="297" y="235"/>
                    <a:pt x="297" y="238"/>
                    <a:pt x="298" y="240"/>
                  </a:cubicBezTo>
                  <a:cubicBezTo>
                    <a:pt x="299" y="243"/>
                    <a:pt x="301" y="245"/>
                    <a:pt x="304" y="245"/>
                  </a:cubicBezTo>
                  <a:cubicBezTo>
                    <a:pt x="323" y="248"/>
                    <a:pt x="337" y="264"/>
                    <a:pt x="337" y="284"/>
                  </a:cubicBezTo>
                  <a:cubicBezTo>
                    <a:pt x="337" y="299"/>
                    <a:pt x="329" y="312"/>
                    <a:pt x="317" y="318"/>
                  </a:cubicBezTo>
                  <a:cubicBezTo>
                    <a:pt x="313" y="320"/>
                    <a:pt x="311" y="325"/>
                    <a:pt x="313" y="329"/>
                  </a:cubicBezTo>
                  <a:cubicBezTo>
                    <a:pt x="315" y="333"/>
                    <a:pt x="320" y="334"/>
                    <a:pt x="324" y="332"/>
                  </a:cubicBezTo>
                  <a:cubicBezTo>
                    <a:pt x="324" y="332"/>
                    <a:pt x="324" y="332"/>
                    <a:pt x="324" y="332"/>
                  </a:cubicBezTo>
                  <a:cubicBezTo>
                    <a:pt x="342" y="323"/>
                    <a:pt x="353" y="305"/>
                    <a:pt x="353" y="284"/>
                  </a:cubicBezTo>
                  <a:cubicBezTo>
                    <a:pt x="353" y="268"/>
                    <a:pt x="347" y="254"/>
                    <a:pt x="336" y="244"/>
                  </a:cubicBezTo>
                  <a:cubicBezTo>
                    <a:pt x="355" y="224"/>
                    <a:pt x="366" y="198"/>
                    <a:pt x="366" y="169"/>
                  </a:cubicBezTo>
                  <a:moveTo>
                    <a:pt x="233" y="39"/>
                  </a:moveTo>
                  <a:cubicBezTo>
                    <a:pt x="234" y="43"/>
                    <a:pt x="237" y="46"/>
                    <a:pt x="241" y="46"/>
                  </a:cubicBezTo>
                  <a:cubicBezTo>
                    <a:pt x="242" y="46"/>
                    <a:pt x="242" y="46"/>
                    <a:pt x="242" y="46"/>
                  </a:cubicBezTo>
                  <a:cubicBezTo>
                    <a:pt x="247" y="45"/>
                    <a:pt x="250" y="41"/>
                    <a:pt x="249" y="37"/>
                  </a:cubicBezTo>
                  <a:cubicBezTo>
                    <a:pt x="245" y="8"/>
                    <a:pt x="245" y="8"/>
                    <a:pt x="245" y="8"/>
                  </a:cubicBezTo>
                  <a:cubicBezTo>
                    <a:pt x="245" y="3"/>
                    <a:pt x="241" y="0"/>
                    <a:pt x="236" y="1"/>
                  </a:cubicBezTo>
                  <a:cubicBezTo>
                    <a:pt x="232" y="1"/>
                    <a:pt x="229" y="5"/>
                    <a:pt x="229" y="10"/>
                  </a:cubicBezTo>
                  <a:lnTo>
                    <a:pt x="233" y="39"/>
                  </a:lnTo>
                  <a:close/>
                  <a:moveTo>
                    <a:pt x="185" y="60"/>
                  </a:moveTo>
                  <a:cubicBezTo>
                    <a:pt x="186" y="62"/>
                    <a:pt x="189" y="64"/>
                    <a:pt x="192" y="64"/>
                  </a:cubicBezTo>
                  <a:cubicBezTo>
                    <a:pt x="193" y="64"/>
                    <a:pt x="194" y="63"/>
                    <a:pt x="196" y="63"/>
                  </a:cubicBezTo>
                  <a:cubicBezTo>
                    <a:pt x="199" y="60"/>
                    <a:pt x="201" y="56"/>
                    <a:pt x="199" y="52"/>
                  </a:cubicBezTo>
                  <a:cubicBezTo>
                    <a:pt x="183" y="25"/>
                    <a:pt x="183" y="25"/>
                    <a:pt x="183" y="25"/>
                  </a:cubicBezTo>
                  <a:cubicBezTo>
                    <a:pt x="181" y="21"/>
                    <a:pt x="176" y="20"/>
                    <a:pt x="173" y="22"/>
                  </a:cubicBezTo>
                  <a:cubicBezTo>
                    <a:pt x="169" y="24"/>
                    <a:pt x="167" y="29"/>
                    <a:pt x="170" y="33"/>
                  </a:cubicBezTo>
                  <a:lnTo>
                    <a:pt x="185" y="60"/>
                  </a:lnTo>
                  <a:close/>
                  <a:moveTo>
                    <a:pt x="394" y="266"/>
                  </a:moveTo>
                  <a:cubicBezTo>
                    <a:pt x="366" y="245"/>
                    <a:pt x="366" y="245"/>
                    <a:pt x="366" y="245"/>
                  </a:cubicBezTo>
                  <a:cubicBezTo>
                    <a:pt x="363" y="242"/>
                    <a:pt x="358" y="243"/>
                    <a:pt x="355" y="247"/>
                  </a:cubicBezTo>
                  <a:cubicBezTo>
                    <a:pt x="352" y="250"/>
                    <a:pt x="353" y="255"/>
                    <a:pt x="357" y="258"/>
                  </a:cubicBezTo>
                  <a:cubicBezTo>
                    <a:pt x="384" y="279"/>
                    <a:pt x="384" y="279"/>
                    <a:pt x="384" y="279"/>
                  </a:cubicBezTo>
                  <a:cubicBezTo>
                    <a:pt x="385" y="280"/>
                    <a:pt x="387" y="280"/>
                    <a:pt x="389" y="280"/>
                  </a:cubicBezTo>
                  <a:cubicBezTo>
                    <a:pt x="391" y="280"/>
                    <a:pt x="393" y="279"/>
                    <a:pt x="395" y="277"/>
                  </a:cubicBezTo>
                  <a:cubicBezTo>
                    <a:pt x="398" y="274"/>
                    <a:pt x="397" y="269"/>
                    <a:pt x="394" y="266"/>
                  </a:cubicBezTo>
                  <a:moveTo>
                    <a:pt x="123" y="78"/>
                  </a:moveTo>
                  <a:cubicBezTo>
                    <a:pt x="148" y="97"/>
                    <a:pt x="148" y="97"/>
                    <a:pt x="148" y="97"/>
                  </a:cubicBezTo>
                  <a:cubicBezTo>
                    <a:pt x="150" y="98"/>
                    <a:pt x="151" y="99"/>
                    <a:pt x="153" y="99"/>
                  </a:cubicBezTo>
                  <a:cubicBezTo>
                    <a:pt x="156" y="99"/>
                    <a:pt x="158" y="98"/>
                    <a:pt x="159" y="96"/>
                  </a:cubicBezTo>
                  <a:cubicBezTo>
                    <a:pt x="162" y="92"/>
                    <a:pt x="162" y="87"/>
                    <a:pt x="158" y="84"/>
                  </a:cubicBezTo>
                  <a:cubicBezTo>
                    <a:pt x="133" y="65"/>
                    <a:pt x="133" y="65"/>
                    <a:pt x="133" y="65"/>
                  </a:cubicBezTo>
                  <a:cubicBezTo>
                    <a:pt x="130" y="62"/>
                    <a:pt x="125" y="63"/>
                    <a:pt x="122" y="67"/>
                  </a:cubicBezTo>
                  <a:cubicBezTo>
                    <a:pt x="119" y="70"/>
                    <a:pt x="120" y="75"/>
                    <a:pt x="123" y="78"/>
                  </a:cubicBezTo>
                  <a:moveTo>
                    <a:pt x="419" y="207"/>
                  </a:moveTo>
                  <a:cubicBezTo>
                    <a:pt x="387" y="199"/>
                    <a:pt x="387" y="199"/>
                    <a:pt x="387" y="199"/>
                  </a:cubicBezTo>
                  <a:cubicBezTo>
                    <a:pt x="383" y="198"/>
                    <a:pt x="379" y="200"/>
                    <a:pt x="378" y="204"/>
                  </a:cubicBezTo>
                  <a:cubicBezTo>
                    <a:pt x="377" y="209"/>
                    <a:pt x="379" y="213"/>
                    <a:pt x="383" y="214"/>
                  </a:cubicBezTo>
                  <a:cubicBezTo>
                    <a:pt x="415" y="223"/>
                    <a:pt x="415" y="223"/>
                    <a:pt x="415" y="223"/>
                  </a:cubicBezTo>
                  <a:cubicBezTo>
                    <a:pt x="416" y="223"/>
                    <a:pt x="417" y="223"/>
                    <a:pt x="417" y="223"/>
                  </a:cubicBezTo>
                  <a:cubicBezTo>
                    <a:pt x="421" y="223"/>
                    <a:pt x="424" y="221"/>
                    <a:pt x="425" y="217"/>
                  </a:cubicBezTo>
                  <a:cubicBezTo>
                    <a:pt x="426" y="213"/>
                    <a:pt x="424" y="208"/>
                    <a:pt x="419" y="207"/>
                  </a:cubicBezTo>
                  <a:moveTo>
                    <a:pt x="430" y="150"/>
                  </a:moveTo>
                  <a:cubicBezTo>
                    <a:pt x="429" y="145"/>
                    <a:pt x="425" y="142"/>
                    <a:pt x="421" y="143"/>
                  </a:cubicBezTo>
                  <a:cubicBezTo>
                    <a:pt x="389" y="147"/>
                    <a:pt x="389" y="147"/>
                    <a:pt x="389" y="147"/>
                  </a:cubicBezTo>
                  <a:cubicBezTo>
                    <a:pt x="385" y="148"/>
                    <a:pt x="382" y="152"/>
                    <a:pt x="382" y="156"/>
                  </a:cubicBezTo>
                  <a:cubicBezTo>
                    <a:pt x="383" y="160"/>
                    <a:pt x="386" y="163"/>
                    <a:pt x="390" y="163"/>
                  </a:cubicBezTo>
                  <a:cubicBezTo>
                    <a:pt x="390" y="163"/>
                    <a:pt x="391" y="163"/>
                    <a:pt x="391" y="163"/>
                  </a:cubicBezTo>
                  <a:cubicBezTo>
                    <a:pt x="423" y="159"/>
                    <a:pt x="423" y="159"/>
                    <a:pt x="423" y="159"/>
                  </a:cubicBezTo>
                  <a:cubicBezTo>
                    <a:pt x="427" y="158"/>
                    <a:pt x="430" y="154"/>
                    <a:pt x="430" y="150"/>
                  </a:cubicBezTo>
                  <a:moveTo>
                    <a:pt x="367" y="109"/>
                  </a:moveTo>
                  <a:cubicBezTo>
                    <a:pt x="369" y="112"/>
                    <a:pt x="372" y="113"/>
                    <a:pt x="374" y="113"/>
                  </a:cubicBezTo>
                  <a:cubicBezTo>
                    <a:pt x="376" y="113"/>
                    <a:pt x="377" y="113"/>
                    <a:pt x="378" y="112"/>
                  </a:cubicBezTo>
                  <a:cubicBezTo>
                    <a:pt x="405" y="97"/>
                    <a:pt x="405" y="97"/>
                    <a:pt x="405" y="97"/>
                  </a:cubicBezTo>
                  <a:cubicBezTo>
                    <a:pt x="409" y="95"/>
                    <a:pt x="410" y="90"/>
                    <a:pt x="408" y="86"/>
                  </a:cubicBezTo>
                  <a:cubicBezTo>
                    <a:pt x="406" y="82"/>
                    <a:pt x="401" y="81"/>
                    <a:pt x="397" y="83"/>
                  </a:cubicBezTo>
                  <a:cubicBezTo>
                    <a:pt x="370" y="98"/>
                    <a:pt x="370" y="98"/>
                    <a:pt x="370" y="98"/>
                  </a:cubicBezTo>
                  <a:cubicBezTo>
                    <a:pt x="367" y="100"/>
                    <a:pt x="365" y="105"/>
                    <a:pt x="367" y="109"/>
                  </a:cubicBezTo>
                  <a:moveTo>
                    <a:pt x="336" y="72"/>
                  </a:moveTo>
                  <a:cubicBezTo>
                    <a:pt x="337" y="73"/>
                    <a:pt x="339" y="73"/>
                    <a:pt x="341" y="73"/>
                  </a:cubicBezTo>
                  <a:cubicBezTo>
                    <a:pt x="343" y="73"/>
                    <a:pt x="345" y="72"/>
                    <a:pt x="347" y="70"/>
                  </a:cubicBezTo>
                  <a:cubicBezTo>
                    <a:pt x="365" y="47"/>
                    <a:pt x="365" y="47"/>
                    <a:pt x="365" y="47"/>
                  </a:cubicBezTo>
                  <a:cubicBezTo>
                    <a:pt x="368" y="43"/>
                    <a:pt x="367" y="38"/>
                    <a:pt x="364" y="35"/>
                  </a:cubicBezTo>
                  <a:cubicBezTo>
                    <a:pt x="360" y="33"/>
                    <a:pt x="355" y="33"/>
                    <a:pt x="353" y="37"/>
                  </a:cubicBezTo>
                  <a:cubicBezTo>
                    <a:pt x="334" y="61"/>
                    <a:pt x="334" y="61"/>
                    <a:pt x="334" y="61"/>
                  </a:cubicBezTo>
                  <a:cubicBezTo>
                    <a:pt x="332" y="64"/>
                    <a:pt x="332" y="69"/>
                    <a:pt x="336" y="72"/>
                  </a:cubicBezTo>
                  <a:moveTo>
                    <a:pt x="292" y="49"/>
                  </a:moveTo>
                  <a:cubicBezTo>
                    <a:pt x="292" y="50"/>
                    <a:pt x="293" y="50"/>
                    <a:pt x="294" y="50"/>
                  </a:cubicBezTo>
                  <a:cubicBezTo>
                    <a:pt x="297" y="50"/>
                    <a:pt x="300" y="47"/>
                    <a:pt x="301" y="44"/>
                  </a:cubicBezTo>
                  <a:cubicBezTo>
                    <a:pt x="309" y="15"/>
                    <a:pt x="309" y="15"/>
                    <a:pt x="309" y="15"/>
                  </a:cubicBezTo>
                  <a:cubicBezTo>
                    <a:pt x="310" y="11"/>
                    <a:pt x="308" y="7"/>
                    <a:pt x="304" y="5"/>
                  </a:cubicBezTo>
                  <a:cubicBezTo>
                    <a:pt x="299" y="4"/>
                    <a:pt x="295" y="7"/>
                    <a:pt x="294" y="11"/>
                  </a:cubicBezTo>
                  <a:cubicBezTo>
                    <a:pt x="286" y="40"/>
                    <a:pt x="286" y="40"/>
                    <a:pt x="286" y="40"/>
                  </a:cubicBezTo>
                  <a:cubicBezTo>
                    <a:pt x="285" y="44"/>
                    <a:pt x="287" y="48"/>
                    <a:pt x="292" y="49"/>
                  </a:cubicBezTo>
                  <a:moveTo>
                    <a:pt x="300" y="399"/>
                  </a:moveTo>
                  <a:cubicBezTo>
                    <a:pt x="300" y="399"/>
                    <a:pt x="300" y="399"/>
                    <a:pt x="299" y="399"/>
                  </a:cubicBezTo>
                  <a:cubicBezTo>
                    <a:pt x="299" y="399"/>
                    <a:pt x="299" y="399"/>
                    <a:pt x="299" y="399"/>
                  </a:cubicBezTo>
                  <a:cubicBezTo>
                    <a:pt x="299" y="398"/>
                    <a:pt x="299" y="398"/>
                    <a:pt x="299" y="398"/>
                  </a:cubicBezTo>
                  <a:cubicBezTo>
                    <a:pt x="299" y="398"/>
                    <a:pt x="298" y="397"/>
                    <a:pt x="298" y="397"/>
                  </a:cubicBezTo>
                  <a:cubicBezTo>
                    <a:pt x="287" y="388"/>
                    <a:pt x="265" y="381"/>
                    <a:pt x="262" y="383"/>
                  </a:cubicBezTo>
                  <a:cubicBezTo>
                    <a:pt x="260" y="386"/>
                    <a:pt x="268" y="408"/>
                    <a:pt x="276" y="419"/>
                  </a:cubicBezTo>
                  <a:cubicBezTo>
                    <a:pt x="277" y="419"/>
                    <a:pt x="277" y="420"/>
                    <a:pt x="277" y="420"/>
                  </a:cubicBezTo>
                  <a:cubicBezTo>
                    <a:pt x="277" y="420"/>
                    <a:pt x="278" y="420"/>
                    <a:pt x="278" y="420"/>
                  </a:cubicBezTo>
                  <a:cubicBezTo>
                    <a:pt x="278" y="420"/>
                    <a:pt x="278" y="420"/>
                    <a:pt x="278" y="420"/>
                  </a:cubicBezTo>
                  <a:cubicBezTo>
                    <a:pt x="278" y="420"/>
                    <a:pt x="278" y="421"/>
                    <a:pt x="278" y="421"/>
                  </a:cubicBezTo>
                  <a:cubicBezTo>
                    <a:pt x="284" y="426"/>
                    <a:pt x="293" y="426"/>
                    <a:pt x="299" y="420"/>
                  </a:cubicBezTo>
                  <a:cubicBezTo>
                    <a:pt x="305" y="414"/>
                    <a:pt x="305" y="406"/>
                    <a:pt x="300" y="400"/>
                  </a:cubicBezTo>
                  <a:cubicBezTo>
                    <a:pt x="300" y="399"/>
                    <a:pt x="300" y="399"/>
                    <a:pt x="300" y="399"/>
                  </a:cubicBezTo>
                  <a:moveTo>
                    <a:pt x="219" y="399"/>
                  </a:moveTo>
                  <a:cubicBezTo>
                    <a:pt x="219" y="399"/>
                    <a:pt x="219" y="399"/>
                    <a:pt x="219" y="399"/>
                  </a:cubicBezTo>
                  <a:cubicBezTo>
                    <a:pt x="218" y="399"/>
                    <a:pt x="218" y="399"/>
                    <a:pt x="218" y="399"/>
                  </a:cubicBezTo>
                  <a:cubicBezTo>
                    <a:pt x="218" y="398"/>
                    <a:pt x="218" y="398"/>
                    <a:pt x="218" y="398"/>
                  </a:cubicBezTo>
                  <a:cubicBezTo>
                    <a:pt x="218" y="398"/>
                    <a:pt x="217" y="397"/>
                    <a:pt x="217" y="397"/>
                  </a:cubicBezTo>
                  <a:cubicBezTo>
                    <a:pt x="206" y="388"/>
                    <a:pt x="184" y="381"/>
                    <a:pt x="182" y="383"/>
                  </a:cubicBezTo>
                  <a:cubicBezTo>
                    <a:pt x="179" y="386"/>
                    <a:pt x="187" y="408"/>
                    <a:pt x="195" y="419"/>
                  </a:cubicBezTo>
                  <a:cubicBezTo>
                    <a:pt x="196" y="419"/>
                    <a:pt x="196" y="420"/>
                    <a:pt x="197" y="420"/>
                  </a:cubicBezTo>
                  <a:cubicBezTo>
                    <a:pt x="197" y="420"/>
                    <a:pt x="197" y="420"/>
                    <a:pt x="197" y="420"/>
                  </a:cubicBezTo>
                  <a:cubicBezTo>
                    <a:pt x="197" y="420"/>
                    <a:pt x="197" y="420"/>
                    <a:pt x="197" y="420"/>
                  </a:cubicBezTo>
                  <a:cubicBezTo>
                    <a:pt x="197" y="420"/>
                    <a:pt x="197" y="421"/>
                    <a:pt x="197" y="421"/>
                  </a:cubicBezTo>
                  <a:cubicBezTo>
                    <a:pt x="203" y="426"/>
                    <a:pt x="212" y="426"/>
                    <a:pt x="218" y="420"/>
                  </a:cubicBezTo>
                  <a:cubicBezTo>
                    <a:pt x="224" y="414"/>
                    <a:pt x="224" y="406"/>
                    <a:pt x="219" y="400"/>
                  </a:cubicBezTo>
                  <a:cubicBezTo>
                    <a:pt x="219" y="399"/>
                    <a:pt x="219" y="399"/>
                    <a:pt x="219" y="399"/>
                  </a:cubicBezTo>
                  <a:moveTo>
                    <a:pt x="138" y="400"/>
                  </a:moveTo>
                  <a:cubicBezTo>
                    <a:pt x="138" y="399"/>
                    <a:pt x="138" y="399"/>
                    <a:pt x="138" y="399"/>
                  </a:cubicBezTo>
                  <a:cubicBezTo>
                    <a:pt x="138" y="399"/>
                    <a:pt x="138" y="399"/>
                    <a:pt x="138" y="399"/>
                  </a:cubicBezTo>
                  <a:cubicBezTo>
                    <a:pt x="138" y="399"/>
                    <a:pt x="138" y="399"/>
                    <a:pt x="138" y="399"/>
                  </a:cubicBezTo>
                  <a:cubicBezTo>
                    <a:pt x="137" y="398"/>
                    <a:pt x="137" y="398"/>
                    <a:pt x="137" y="398"/>
                  </a:cubicBezTo>
                  <a:cubicBezTo>
                    <a:pt x="137" y="398"/>
                    <a:pt x="136" y="397"/>
                    <a:pt x="136" y="397"/>
                  </a:cubicBezTo>
                  <a:cubicBezTo>
                    <a:pt x="125" y="388"/>
                    <a:pt x="103" y="381"/>
                    <a:pt x="101" y="383"/>
                  </a:cubicBezTo>
                  <a:cubicBezTo>
                    <a:pt x="98" y="386"/>
                    <a:pt x="106" y="408"/>
                    <a:pt x="114" y="419"/>
                  </a:cubicBezTo>
                  <a:cubicBezTo>
                    <a:pt x="115" y="419"/>
                    <a:pt x="115" y="420"/>
                    <a:pt x="116" y="420"/>
                  </a:cubicBezTo>
                  <a:cubicBezTo>
                    <a:pt x="116" y="420"/>
                    <a:pt x="116" y="420"/>
                    <a:pt x="116" y="420"/>
                  </a:cubicBezTo>
                  <a:cubicBezTo>
                    <a:pt x="116" y="420"/>
                    <a:pt x="116" y="420"/>
                    <a:pt x="116" y="420"/>
                  </a:cubicBezTo>
                  <a:cubicBezTo>
                    <a:pt x="116" y="420"/>
                    <a:pt x="116" y="421"/>
                    <a:pt x="116" y="421"/>
                  </a:cubicBezTo>
                  <a:cubicBezTo>
                    <a:pt x="122" y="426"/>
                    <a:pt x="132" y="426"/>
                    <a:pt x="137" y="420"/>
                  </a:cubicBezTo>
                  <a:cubicBezTo>
                    <a:pt x="143" y="414"/>
                    <a:pt x="143" y="406"/>
                    <a:pt x="138" y="400"/>
                  </a:cubicBezTo>
                  <a:close/>
                  <a:moveTo>
                    <a:pt x="109" y="356"/>
                  </a:moveTo>
                  <a:cubicBezTo>
                    <a:pt x="109" y="348"/>
                    <a:pt x="109" y="348"/>
                    <a:pt x="109" y="348"/>
                  </a:cubicBezTo>
                  <a:cubicBezTo>
                    <a:pt x="116" y="352"/>
                    <a:pt x="116" y="352"/>
                    <a:pt x="116" y="352"/>
                  </a:cubicBezTo>
                  <a:cubicBezTo>
                    <a:pt x="117" y="353"/>
                    <a:pt x="119" y="353"/>
                    <a:pt x="120" y="353"/>
                  </a:cubicBezTo>
                  <a:cubicBezTo>
                    <a:pt x="123" y="353"/>
                    <a:pt x="126" y="351"/>
                    <a:pt x="127" y="349"/>
                  </a:cubicBezTo>
                  <a:cubicBezTo>
                    <a:pt x="129" y="345"/>
                    <a:pt x="128" y="340"/>
                    <a:pt x="124" y="338"/>
                  </a:cubicBezTo>
                  <a:cubicBezTo>
                    <a:pt x="117" y="334"/>
                    <a:pt x="117" y="334"/>
                    <a:pt x="117" y="334"/>
                  </a:cubicBezTo>
                  <a:cubicBezTo>
                    <a:pt x="124" y="330"/>
                    <a:pt x="124" y="330"/>
                    <a:pt x="124" y="330"/>
                  </a:cubicBezTo>
                  <a:cubicBezTo>
                    <a:pt x="128" y="328"/>
                    <a:pt x="129" y="323"/>
                    <a:pt x="127" y="319"/>
                  </a:cubicBezTo>
                  <a:cubicBezTo>
                    <a:pt x="125" y="315"/>
                    <a:pt x="120" y="314"/>
                    <a:pt x="116" y="316"/>
                  </a:cubicBezTo>
                  <a:cubicBezTo>
                    <a:pt x="109" y="320"/>
                    <a:pt x="109" y="320"/>
                    <a:pt x="109" y="320"/>
                  </a:cubicBezTo>
                  <a:cubicBezTo>
                    <a:pt x="109" y="312"/>
                    <a:pt x="109" y="312"/>
                    <a:pt x="109" y="312"/>
                  </a:cubicBezTo>
                  <a:cubicBezTo>
                    <a:pt x="109" y="308"/>
                    <a:pt x="106" y="304"/>
                    <a:pt x="101" y="304"/>
                  </a:cubicBezTo>
                  <a:cubicBezTo>
                    <a:pt x="97" y="304"/>
                    <a:pt x="93" y="308"/>
                    <a:pt x="93" y="312"/>
                  </a:cubicBezTo>
                  <a:cubicBezTo>
                    <a:pt x="93" y="320"/>
                    <a:pt x="93" y="320"/>
                    <a:pt x="93" y="320"/>
                  </a:cubicBezTo>
                  <a:cubicBezTo>
                    <a:pt x="86" y="316"/>
                    <a:pt x="86" y="316"/>
                    <a:pt x="86" y="316"/>
                  </a:cubicBezTo>
                  <a:cubicBezTo>
                    <a:pt x="83" y="314"/>
                    <a:pt x="78" y="315"/>
                    <a:pt x="75" y="319"/>
                  </a:cubicBezTo>
                  <a:cubicBezTo>
                    <a:pt x="73" y="323"/>
                    <a:pt x="75" y="328"/>
                    <a:pt x="78" y="330"/>
                  </a:cubicBezTo>
                  <a:cubicBezTo>
                    <a:pt x="85" y="334"/>
                    <a:pt x="85" y="334"/>
                    <a:pt x="85" y="334"/>
                  </a:cubicBezTo>
                  <a:cubicBezTo>
                    <a:pt x="78" y="338"/>
                    <a:pt x="78" y="338"/>
                    <a:pt x="78" y="338"/>
                  </a:cubicBezTo>
                  <a:cubicBezTo>
                    <a:pt x="75" y="340"/>
                    <a:pt x="73" y="345"/>
                    <a:pt x="75" y="349"/>
                  </a:cubicBezTo>
                  <a:cubicBezTo>
                    <a:pt x="77" y="351"/>
                    <a:pt x="80" y="353"/>
                    <a:pt x="82" y="353"/>
                  </a:cubicBezTo>
                  <a:cubicBezTo>
                    <a:pt x="84" y="353"/>
                    <a:pt x="85" y="353"/>
                    <a:pt x="86" y="352"/>
                  </a:cubicBezTo>
                  <a:cubicBezTo>
                    <a:pt x="93" y="348"/>
                    <a:pt x="93" y="348"/>
                    <a:pt x="93" y="348"/>
                  </a:cubicBezTo>
                  <a:cubicBezTo>
                    <a:pt x="93" y="356"/>
                    <a:pt x="93" y="356"/>
                    <a:pt x="93" y="356"/>
                  </a:cubicBezTo>
                  <a:cubicBezTo>
                    <a:pt x="93" y="360"/>
                    <a:pt x="97" y="364"/>
                    <a:pt x="101" y="364"/>
                  </a:cubicBezTo>
                  <a:cubicBezTo>
                    <a:pt x="106" y="364"/>
                    <a:pt x="109" y="360"/>
                    <a:pt x="109" y="356"/>
                  </a:cubicBezTo>
                  <a:moveTo>
                    <a:pt x="190" y="356"/>
                  </a:moveTo>
                  <a:cubicBezTo>
                    <a:pt x="190" y="348"/>
                    <a:pt x="190" y="348"/>
                    <a:pt x="190" y="348"/>
                  </a:cubicBezTo>
                  <a:cubicBezTo>
                    <a:pt x="197" y="352"/>
                    <a:pt x="197" y="352"/>
                    <a:pt x="197" y="352"/>
                  </a:cubicBezTo>
                  <a:cubicBezTo>
                    <a:pt x="198" y="353"/>
                    <a:pt x="199" y="353"/>
                    <a:pt x="201" y="353"/>
                  </a:cubicBezTo>
                  <a:cubicBezTo>
                    <a:pt x="204" y="353"/>
                    <a:pt x="206" y="351"/>
                    <a:pt x="208" y="349"/>
                  </a:cubicBezTo>
                  <a:cubicBezTo>
                    <a:pt x="210" y="345"/>
                    <a:pt x="209" y="340"/>
                    <a:pt x="205" y="338"/>
                  </a:cubicBezTo>
                  <a:cubicBezTo>
                    <a:pt x="198" y="334"/>
                    <a:pt x="198" y="334"/>
                    <a:pt x="198" y="334"/>
                  </a:cubicBezTo>
                  <a:cubicBezTo>
                    <a:pt x="205" y="330"/>
                    <a:pt x="205" y="330"/>
                    <a:pt x="205" y="330"/>
                  </a:cubicBezTo>
                  <a:cubicBezTo>
                    <a:pt x="209" y="328"/>
                    <a:pt x="210" y="323"/>
                    <a:pt x="208" y="319"/>
                  </a:cubicBezTo>
                  <a:cubicBezTo>
                    <a:pt x="205" y="315"/>
                    <a:pt x="201" y="314"/>
                    <a:pt x="197" y="316"/>
                  </a:cubicBezTo>
                  <a:cubicBezTo>
                    <a:pt x="190" y="320"/>
                    <a:pt x="190" y="320"/>
                    <a:pt x="190" y="320"/>
                  </a:cubicBezTo>
                  <a:cubicBezTo>
                    <a:pt x="190" y="312"/>
                    <a:pt x="190" y="312"/>
                    <a:pt x="190" y="312"/>
                  </a:cubicBezTo>
                  <a:cubicBezTo>
                    <a:pt x="190" y="308"/>
                    <a:pt x="186" y="304"/>
                    <a:pt x="182" y="304"/>
                  </a:cubicBezTo>
                  <a:cubicBezTo>
                    <a:pt x="177" y="304"/>
                    <a:pt x="174" y="308"/>
                    <a:pt x="174" y="312"/>
                  </a:cubicBezTo>
                  <a:cubicBezTo>
                    <a:pt x="174" y="320"/>
                    <a:pt x="174" y="320"/>
                    <a:pt x="174" y="320"/>
                  </a:cubicBezTo>
                  <a:cubicBezTo>
                    <a:pt x="167" y="316"/>
                    <a:pt x="167" y="316"/>
                    <a:pt x="167" y="316"/>
                  </a:cubicBezTo>
                  <a:cubicBezTo>
                    <a:pt x="163" y="314"/>
                    <a:pt x="158" y="315"/>
                    <a:pt x="156" y="319"/>
                  </a:cubicBezTo>
                  <a:cubicBezTo>
                    <a:pt x="154" y="323"/>
                    <a:pt x="155" y="328"/>
                    <a:pt x="159" y="330"/>
                  </a:cubicBezTo>
                  <a:cubicBezTo>
                    <a:pt x="166" y="334"/>
                    <a:pt x="166" y="334"/>
                    <a:pt x="166" y="334"/>
                  </a:cubicBezTo>
                  <a:cubicBezTo>
                    <a:pt x="159" y="338"/>
                    <a:pt x="159" y="338"/>
                    <a:pt x="159" y="338"/>
                  </a:cubicBezTo>
                  <a:cubicBezTo>
                    <a:pt x="155" y="340"/>
                    <a:pt x="154" y="345"/>
                    <a:pt x="156" y="349"/>
                  </a:cubicBezTo>
                  <a:cubicBezTo>
                    <a:pt x="158" y="351"/>
                    <a:pt x="160" y="353"/>
                    <a:pt x="163" y="353"/>
                  </a:cubicBezTo>
                  <a:cubicBezTo>
                    <a:pt x="164" y="353"/>
                    <a:pt x="166" y="353"/>
                    <a:pt x="167" y="352"/>
                  </a:cubicBezTo>
                  <a:cubicBezTo>
                    <a:pt x="174" y="348"/>
                    <a:pt x="174" y="348"/>
                    <a:pt x="174" y="348"/>
                  </a:cubicBezTo>
                  <a:cubicBezTo>
                    <a:pt x="174" y="356"/>
                    <a:pt x="174" y="356"/>
                    <a:pt x="174" y="356"/>
                  </a:cubicBezTo>
                  <a:cubicBezTo>
                    <a:pt x="174" y="360"/>
                    <a:pt x="177" y="364"/>
                    <a:pt x="182" y="364"/>
                  </a:cubicBezTo>
                  <a:cubicBezTo>
                    <a:pt x="186" y="364"/>
                    <a:pt x="190" y="360"/>
                    <a:pt x="190" y="356"/>
                  </a:cubicBezTo>
                  <a:moveTo>
                    <a:pt x="271" y="356"/>
                  </a:moveTo>
                  <a:cubicBezTo>
                    <a:pt x="271" y="348"/>
                    <a:pt x="271" y="348"/>
                    <a:pt x="271" y="348"/>
                  </a:cubicBezTo>
                  <a:cubicBezTo>
                    <a:pt x="277" y="352"/>
                    <a:pt x="277" y="352"/>
                    <a:pt x="277" y="352"/>
                  </a:cubicBezTo>
                  <a:cubicBezTo>
                    <a:pt x="279" y="353"/>
                    <a:pt x="280" y="353"/>
                    <a:pt x="281" y="353"/>
                  </a:cubicBezTo>
                  <a:cubicBezTo>
                    <a:pt x="284" y="353"/>
                    <a:pt x="287" y="351"/>
                    <a:pt x="288" y="349"/>
                  </a:cubicBezTo>
                  <a:cubicBezTo>
                    <a:pt x="291" y="345"/>
                    <a:pt x="289" y="340"/>
                    <a:pt x="285" y="338"/>
                  </a:cubicBezTo>
                  <a:cubicBezTo>
                    <a:pt x="279" y="334"/>
                    <a:pt x="279" y="334"/>
                    <a:pt x="279" y="334"/>
                  </a:cubicBezTo>
                  <a:cubicBezTo>
                    <a:pt x="285" y="330"/>
                    <a:pt x="285" y="330"/>
                    <a:pt x="285" y="330"/>
                  </a:cubicBezTo>
                  <a:cubicBezTo>
                    <a:pt x="289" y="328"/>
                    <a:pt x="291" y="323"/>
                    <a:pt x="288" y="319"/>
                  </a:cubicBezTo>
                  <a:cubicBezTo>
                    <a:pt x="286" y="315"/>
                    <a:pt x="281" y="314"/>
                    <a:pt x="277" y="316"/>
                  </a:cubicBezTo>
                  <a:cubicBezTo>
                    <a:pt x="271" y="320"/>
                    <a:pt x="271" y="320"/>
                    <a:pt x="271" y="320"/>
                  </a:cubicBezTo>
                  <a:cubicBezTo>
                    <a:pt x="271" y="312"/>
                    <a:pt x="271" y="312"/>
                    <a:pt x="271" y="312"/>
                  </a:cubicBezTo>
                  <a:cubicBezTo>
                    <a:pt x="271" y="308"/>
                    <a:pt x="267" y="304"/>
                    <a:pt x="263" y="304"/>
                  </a:cubicBezTo>
                  <a:cubicBezTo>
                    <a:pt x="258" y="304"/>
                    <a:pt x="255" y="308"/>
                    <a:pt x="255" y="312"/>
                  </a:cubicBezTo>
                  <a:cubicBezTo>
                    <a:pt x="255" y="320"/>
                    <a:pt x="255" y="320"/>
                    <a:pt x="255" y="320"/>
                  </a:cubicBezTo>
                  <a:cubicBezTo>
                    <a:pt x="248" y="316"/>
                    <a:pt x="248" y="316"/>
                    <a:pt x="248" y="316"/>
                  </a:cubicBezTo>
                  <a:cubicBezTo>
                    <a:pt x="244" y="314"/>
                    <a:pt x="239" y="315"/>
                    <a:pt x="237" y="319"/>
                  </a:cubicBezTo>
                  <a:cubicBezTo>
                    <a:pt x="235" y="323"/>
                    <a:pt x="236" y="328"/>
                    <a:pt x="240" y="330"/>
                  </a:cubicBezTo>
                  <a:cubicBezTo>
                    <a:pt x="247" y="334"/>
                    <a:pt x="247" y="334"/>
                    <a:pt x="247" y="334"/>
                  </a:cubicBezTo>
                  <a:cubicBezTo>
                    <a:pt x="240" y="338"/>
                    <a:pt x="240" y="338"/>
                    <a:pt x="240" y="338"/>
                  </a:cubicBezTo>
                  <a:cubicBezTo>
                    <a:pt x="236" y="340"/>
                    <a:pt x="235" y="345"/>
                    <a:pt x="237" y="349"/>
                  </a:cubicBezTo>
                  <a:cubicBezTo>
                    <a:pt x="238" y="351"/>
                    <a:pt x="241" y="353"/>
                    <a:pt x="244" y="353"/>
                  </a:cubicBezTo>
                  <a:cubicBezTo>
                    <a:pt x="245" y="353"/>
                    <a:pt x="246" y="353"/>
                    <a:pt x="248" y="352"/>
                  </a:cubicBezTo>
                  <a:cubicBezTo>
                    <a:pt x="255" y="348"/>
                    <a:pt x="255" y="348"/>
                    <a:pt x="255" y="348"/>
                  </a:cubicBezTo>
                  <a:cubicBezTo>
                    <a:pt x="255" y="356"/>
                    <a:pt x="255" y="356"/>
                    <a:pt x="255" y="356"/>
                  </a:cubicBezTo>
                  <a:cubicBezTo>
                    <a:pt x="255" y="360"/>
                    <a:pt x="258" y="364"/>
                    <a:pt x="263" y="364"/>
                  </a:cubicBezTo>
                  <a:cubicBezTo>
                    <a:pt x="267" y="364"/>
                    <a:pt x="271" y="360"/>
                    <a:pt x="271" y="356"/>
                  </a:cubicBezTo>
                </a:path>
              </a:pathLst>
            </a:custGeom>
            <a:blipFill dpi="0" rotWithShape="1">
              <a:blip r:embed="rId38"/>
              <a:srcRect/>
              <a:stretch>
                <a:fillRect/>
              </a:stretch>
            </a:blipFill>
            <a:ln w="9525">
              <a:noFill/>
              <a:round/>
              <a:headEnd/>
              <a:tailEnd/>
            </a:ln>
          </p:spPr>
          <p:txBody>
            <a:bodyPr/>
            <a:lstStyle/>
            <a:p>
              <a:endParaRPr lang="en-GB"/>
            </a:p>
          </p:txBody>
        </p:sp>
      </p:grpSp>
      <p:sp>
        <p:nvSpPr>
          <p:cNvPr id="31754" name="TextBox 174"/>
          <p:cNvSpPr txBox="1">
            <a:spLocks noChangeArrowheads="1"/>
          </p:cNvSpPr>
          <p:nvPr/>
        </p:nvSpPr>
        <p:spPr bwMode="auto">
          <a:xfrm>
            <a:off x="574904" y="3809647"/>
            <a:ext cx="1417637" cy="954088"/>
          </a:xfrm>
          <a:prstGeom prst="rect">
            <a:avLst/>
          </a:prstGeom>
          <a:noFill/>
          <a:ln w="9525">
            <a:noFill/>
            <a:miter lim="800000"/>
            <a:headEnd/>
            <a:tailEnd/>
          </a:ln>
        </p:spPr>
        <p:txBody>
          <a:bodyPr wrap="none">
            <a:spAutoFit/>
          </a:bodyPr>
          <a:lstStyle/>
          <a:p>
            <a:pPr algn="ctr"/>
            <a:r>
              <a:rPr lang="en-US" sz="2400">
                <a:latin typeface="Times New Roman" panose="02020603050405020304" pitchFamily="18" charset="0"/>
                <a:cs typeface="Times New Roman" panose="02020603050405020304" pitchFamily="18" charset="0"/>
              </a:rPr>
              <a:t>1000x </a:t>
            </a:r>
            <a:r>
              <a:rPr lang="en-US">
                <a:latin typeface="Times New Roman" panose="02020603050405020304" pitchFamily="18" charset="0"/>
                <a:cs typeface="Times New Roman" panose="02020603050405020304" pitchFamily="18" charset="0"/>
              </a:rPr>
              <a:t/>
            </a:r>
            <a:br>
              <a:rPr lang="en-US">
                <a:latin typeface="Times New Roman" panose="02020603050405020304" pitchFamily="18" charset="0"/>
                <a:cs typeface="Times New Roman" panose="02020603050405020304" pitchFamily="18" charset="0"/>
              </a:rPr>
            </a:br>
            <a:r>
              <a:rPr lang="en-US" sz="1600">
                <a:latin typeface="Times New Roman" panose="02020603050405020304" pitchFamily="18" charset="0"/>
                <a:cs typeface="Times New Roman" panose="02020603050405020304" pitchFamily="18" charset="0"/>
              </a:rPr>
              <a:t>higher mobile </a:t>
            </a:r>
            <a:br>
              <a:rPr lang="en-US" sz="1600">
                <a:latin typeface="Times New Roman" panose="02020603050405020304" pitchFamily="18" charset="0"/>
                <a:cs typeface="Times New Roman" panose="02020603050405020304" pitchFamily="18" charset="0"/>
              </a:rPr>
            </a:br>
            <a:r>
              <a:rPr lang="en-US" sz="1600">
                <a:latin typeface="Times New Roman" panose="02020603050405020304" pitchFamily="18" charset="0"/>
                <a:cs typeface="Times New Roman" panose="02020603050405020304" pitchFamily="18" charset="0"/>
              </a:rPr>
              <a:t>data volumes</a:t>
            </a:r>
          </a:p>
        </p:txBody>
      </p:sp>
      <p:sp>
        <p:nvSpPr>
          <p:cNvPr id="31755" name="TextBox 175"/>
          <p:cNvSpPr txBox="1">
            <a:spLocks noChangeArrowheads="1"/>
          </p:cNvSpPr>
          <p:nvPr/>
        </p:nvSpPr>
        <p:spPr bwMode="auto">
          <a:xfrm>
            <a:off x="2092970" y="3809647"/>
            <a:ext cx="1686679" cy="954107"/>
          </a:xfrm>
          <a:prstGeom prst="rect">
            <a:avLst/>
          </a:prstGeom>
          <a:noFill/>
          <a:ln w="9525">
            <a:noFill/>
            <a:miter lim="800000"/>
            <a:headEnd/>
            <a:tailEnd/>
          </a:ln>
        </p:spPr>
        <p:txBody>
          <a:bodyPr wrap="none">
            <a:spAutoFit/>
          </a:bodyPr>
          <a:lstStyle/>
          <a:p>
            <a:pPr algn="ctr"/>
            <a:r>
              <a:rPr lang="en-US" sz="2400" dirty="0">
                <a:latin typeface="Times New Roman" panose="02020603050405020304" pitchFamily="18" charset="0"/>
                <a:cs typeface="Times New Roman" panose="02020603050405020304" pitchFamily="18" charset="0"/>
              </a:rPr>
              <a:t>10-100x </a:t>
            </a:r>
            <a:br>
              <a:rPr lang="en-US" sz="24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higher number of </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connected devices</a:t>
            </a:r>
          </a:p>
        </p:txBody>
      </p:sp>
      <p:sp>
        <p:nvSpPr>
          <p:cNvPr id="31756" name="TextBox 176"/>
          <p:cNvSpPr txBox="1">
            <a:spLocks noChangeArrowheads="1"/>
          </p:cNvSpPr>
          <p:nvPr/>
        </p:nvSpPr>
        <p:spPr bwMode="auto">
          <a:xfrm>
            <a:off x="3837467" y="3809647"/>
            <a:ext cx="1556836" cy="954107"/>
          </a:xfrm>
          <a:prstGeom prst="rect">
            <a:avLst/>
          </a:prstGeom>
          <a:noFill/>
          <a:ln w="9525">
            <a:noFill/>
            <a:miter lim="800000"/>
            <a:headEnd/>
            <a:tailEnd/>
          </a:ln>
        </p:spPr>
        <p:txBody>
          <a:bodyPr wrap="none">
            <a:spAutoFit/>
          </a:bodyPr>
          <a:lstStyle/>
          <a:p>
            <a:pPr algn="ctr"/>
            <a:r>
              <a:rPr lang="en-US" sz="2400">
                <a:latin typeface="Times New Roman" panose="02020603050405020304" pitchFamily="18" charset="0"/>
                <a:cs typeface="Times New Roman" panose="02020603050405020304" pitchFamily="18" charset="0"/>
              </a:rPr>
              <a:t>10-100x </a:t>
            </a:r>
            <a:br>
              <a:rPr lang="en-US" sz="2400">
                <a:latin typeface="Times New Roman" panose="02020603050405020304" pitchFamily="18" charset="0"/>
                <a:cs typeface="Times New Roman" panose="02020603050405020304" pitchFamily="18" charset="0"/>
              </a:rPr>
            </a:br>
            <a:r>
              <a:rPr lang="en-US" sz="1600">
                <a:latin typeface="Times New Roman" panose="02020603050405020304" pitchFamily="18" charset="0"/>
                <a:cs typeface="Times New Roman" panose="02020603050405020304" pitchFamily="18" charset="0"/>
              </a:rPr>
              <a:t>typical end-user </a:t>
            </a:r>
            <a:br>
              <a:rPr lang="en-US" sz="1600">
                <a:latin typeface="Times New Roman" panose="02020603050405020304" pitchFamily="18" charset="0"/>
                <a:cs typeface="Times New Roman" panose="02020603050405020304" pitchFamily="18" charset="0"/>
              </a:rPr>
            </a:br>
            <a:r>
              <a:rPr lang="en-US" sz="1600">
                <a:latin typeface="Times New Roman" panose="02020603050405020304" pitchFamily="18" charset="0"/>
                <a:cs typeface="Times New Roman" panose="02020603050405020304" pitchFamily="18" charset="0"/>
              </a:rPr>
              <a:t>data rates</a:t>
            </a:r>
          </a:p>
        </p:txBody>
      </p:sp>
      <p:sp>
        <p:nvSpPr>
          <p:cNvPr id="31757" name="TextBox 177"/>
          <p:cNvSpPr txBox="1">
            <a:spLocks noChangeArrowheads="1"/>
          </p:cNvSpPr>
          <p:nvPr/>
        </p:nvSpPr>
        <p:spPr bwMode="auto">
          <a:xfrm>
            <a:off x="5645290" y="3809647"/>
            <a:ext cx="1298752" cy="707886"/>
          </a:xfrm>
          <a:prstGeom prst="rect">
            <a:avLst/>
          </a:prstGeom>
          <a:noFill/>
          <a:ln w="9525">
            <a:noFill/>
            <a:miter lim="800000"/>
            <a:headEnd/>
            <a:tailEnd/>
          </a:ln>
        </p:spPr>
        <p:txBody>
          <a:bodyPr wrap="none">
            <a:spAutoFit/>
          </a:bodyPr>
          <a:lstStyle/>
          <a:p>
            <a:pPr algn="ctr"/>
            <a:r>
              <a:rPr lang="en-US" sz="2400">
                <a:latin typeface="Times New Roman" panose="02020603050405020304" pitchFamily="18" charset="0"/>
                <a:cs typeface="Times New Roman" panose="02020603050405020304" pitchFamily="18" charset="0"/>
              </a:rPr>
              <a:t>5x</a:t>
            </a:r>
            <a:r>
              <a:rPr lang="en-US">
                <a:latin typeface="Times New Roman" panose="02020603050405020304" pitchFamily="18" charset="0"/>
                <a:cs typeface="Times New Roman" panose="02020603050405020304" pitchFamily="18" charset="0"/>
              </a:rPr>
              <a:t> </a:t>
            </a:r>
            <a:br>
              <a:rPr lang="en-US">
                <a:latin typeface="Times New Roman" panose="02020603050405020304" pitchFamily="18" charset="0"/>
                <a:cs typeface="Times New Roman" panose="02020603050405020304" pitchFamily="18" charset="0"/>
              </a:rPr>
            </a:br>
            <a:r>
              <a:rPr lang="en-US" sz="1600">
                <a:latin typeface="Times New Roman" panose="02020603050405020304" pitchFamily="18" charset="0"/>
                <a:cs typeface="Times New Roman" panose="02020603050405020304" pitchFamily="18" charset="0"/>
              </a:rPr>
              <a:t>lower latency</a:t>
            </a:r>
          </a:p>
        </p:txBody>
      </p:sp>
      <p:sp>
        <p:nvSpPr>
          <p:cNvPr id="31758" name="TextBox 178"/>
          <p:cNvSpPr txBox="1">
            <a:spLocks noChangeArrowheads="1"/>
          </p:cNvSpPr>
          <p:nvPr/>
        </p:nvSpPr>
        <p:spPr bwMode="auto">
          <a:xfrm>
            <a:off x="6956182" y="3809647"/>
            <a:ext cx="2034531" cy="954107"/>
          </a:xfrm>
          <a:prstGeom prst="rect">
            <a:avLst/>
          </a:prstGeom>
          <a:noFill/>
          <a:ln w="9525">
            <a:noFill/>
            <a:miter lim="800000"/>
            <a:headEnd/>
            <a:tailEnd/>
          </a:ln>
        </p:spPr>
        <p:txBody>
          <a:bodyPr wrap="none">
            <a:spAutoFit/>
          </a:bodyPr>
          <a:lstStyle/>
          <a:p>
            <a:pPr algn="ctr"/>
            <a:r>
              <a:rPr lang="en-US" sz="2400">
                <a:latin typeface="Times New Roman" panose="02020603050405020304" pitchFamily="18" charset="0"/>
                <a:cs typeface="Times New Roman" panose="02020603050405020304" pitchFamily="18" charset="0"/>
              </a:rPr>
              <a:t>10x</a:t>
            </a:r>
            <a:r>
              <a:rPr lang="en-US">
                <a:latin typeface="Times New Roman" panose="02020603050405020304" pitchFamily="18" charset="0"/>
                <a:cs typeface="Times New Roman" panose="02020603050405020304" pitchFamily="18" charset="0"/>
              </a:rPr>
              <a:t> </a:t>
            </a:r>
            <a:br>
              <a:rPr lang="en-US">
                <a:latin typeface="Times New Roman" panose="02020603050405020304" pitchFamily="18" charset="0"/>
                <a:cs typeface="Times New Roman" panose="02020603050405020304" pitchFamily="18" charset="0"/>
              </a:rPr>
            </a:br>
            <a:r>
              <a:rPr lang="en-US" sz="1600">
                <a:latin typeface="Times New Roman" panose="02020603050405020304" pitchFamily="18" charset="0"/>
                <a:cs typeface="Times New Roman" panose="02020603050405020304" pitchFamily="18" charset="0"/>
              </a:rPr>
              <a:t>longer battery life</a:t>
            </a:r>
            <a:br>
              <a:rPr lang="en-US" sz="1600">
                <a:latin typeface="Times New Roman" panose="02020603050405020304" pitchFamily="18" charset="0"/>
                <a:cs typeface="Times New Roman" panose="02020603050405020304" pitchFamily="18" charset="0"/>
              </a:rPr>
            </a:br>
            <a:r>
              <a:rPr lang="en-US" sz="1600">
                <a:latin typeface="Times New Roman" panose="02020603050405020304" pitchFamily="18" charset="0"/>
                <a:cs typeface="Times New Roman" panose="02020603050405020304" pitchFamily="18" charset="0"/>
              </a:rPr>
              <a:t>for low-power devices</a:t>
            </a:r>
          </a:p>
        </p:txBody>
      </p:sp>
      <p:grpSp>
        <p:nvGrpSpPr>
          <p:cNvPr id="3" name="Group 199"/>
          <p:cNvGrpSpPr>
            <a:grpSpLocks/>
          </p:cNvGrpSpPr>
          <p:nvPr/>
        </p:nvGrpSpPr>
        <p:grpSpPr bwMode="auto">
          <a:xfrm>
            <a:off x="7251121" y="3313890"/>
            <a:ext cx="398149" cy="394157"/>
            <a:chOff x="9089472" y="3489744"/>
            <a:chExt cx="627514" cy="392648"/>
          </a:xfrm>
          <a:solidFill>
            <a:schemeClr val="tx1"/>
          </a:solidFill>
        </p:grpSpPr>
        <p:sp>
          <p:nvSpPr>
            <p:cNvPr id="25642" name="Rounded Rectangle 18"/>
            <p:cNvSpPr>
              <a:spLocks noChangeArrowheads="1"/>
            </p:cNvSpPr>
            <p:nvPr/>
          </p:nvSpPr>
          <p:spPr bwMode="auto">
            <a:xfrm>
              <a:off x="9511917" y="3535934"/>
              <a:ext cx="102378" cy="301110"/>
            </a:xfrm>
            <a:prstGeom prst="roundRect">
              <a:avLst>
                <a:gd name="adj" fmla="val 16667"/>
              </a:avLst>
            </a:prstGeom>
            <a:grpFill/>
            <a:ln>
              <a:noFill/>
            </a:ln>
          </p:spPr>
          <p:txBody>
            <a:bodyPr wrap="none" lIns="72000" rIns="72000"/>
            <a:lstStyle/>
            <a:p>
              <a:pPr>
                <a:spcBef>
                  <a:spcPct val="50000"/>
                </a:spcBef>
                <a:defRPr/>
              </a:pPr>
              <a:endParaRPr lang="en-US">
                <a:latin typeface="Times New Roman" panose="02020603050405020304" pitchFamily="18" charset="0"/>
                <a:cs typeface="Times New Roman" panose="02020603050405020304" pitchFamily="18" charset="0"/>
              </a:endParaRPr>
            </a:p>
          </p:txBody>
        </p:sp>
        <p:sp>
          <p:nvSpPr>
            <p:cNvPr id="25643" name="Freeform 3"/>
            <p:cNvSpPr>
              <a:spLocks noChangeAspect="1" noEditPoints="1"/>
            </p:cNvSpPr>
            <p:nvPr/>
          </p:nvSpPr>
          <p:spPr bwMode="auto">
            <a:xfrm>
              <a:off x="9089472" y="3489744"/>
              <a:ext cx="627514" cy="392648"/>
            </a:xfrm>
            <a:custGeom>
              <a:avLst/>
              <a:gdLst>
                <a:gd name="T0" fmla="*/ 2147483647 w 441"/>
                <a:gd name="T1" fmla="*/ 2147483647 h 276"/>
                <a:gd name="T2" fmla="*/ 2147483647 w 441"/>
                <a:gd name="T3" fmla="*/ 2147483647 h 276"/>
                <a:gd name="T4" fmla="*/ 2147483647 w 441"/>
                <a:gd name="T5" fmla="*/ 2147483647 h 276"/>
                <a:gd name="T6" fmla="*/ 2147483647 w 441"/>
                <a:gd name="T7" fmla="*/ 2147483647 h 276"/>
                <a:gd name="T8" fmla="*/ 2147483647 w 441"/>
                <a:gd name="T9" fmla="*/ 2147483647 h 276"/>
                <a:gd name="T10" fmla="*/ 2147483647 w 441"/>
                <a:gd name="T11" fmla="*/ 2147483647 h 276"/>
                <a:gd name="T12" fmla="*/ 2147483647 w 441"/>
                <a:gd name="T13" fmla="*/ 2147483647 h 276"/>
                <a:gd name="T14" fmla="*/ 2147483647 w 441"/>
                <a:gd name="T15" fmla="*/ 2147483647 h 276"/>
                <a:gd name="T16" fmla="*/ 2147483647 w 441"/>
                <a:gd name="T17" fmla="*/ 2147483647 h 276"/>
                <a:gd name="T18" fmla="*/ 2147483647 w 441"/>
                <a:gd name="T19" fmla="*/ 2147483647 h 276"/>
                <a:gd name="T20" fmla="*/ 2147483647 w 441"/>
                <a:gd name="T21" fmla="*/ 2147483647 h 276"/>
                <a:gd name="T22" fmla="*/ 2147483647 w 441"/>
                <a:gd name="T23" fmla="*/ 2147483647 h 276"/>
                <a:gd name="T24" fmla="*/ 2147483647 w 441"/>
                <a:gd name="T25" fmla="*/ 2147483647 h 276"/>
                <a:gd name="T26" fmla="*/ 2147483647 w 441"/>
                <a:gd name="T27" fmla="*/ 2147483647 h 276"/>
                <a:gd name="T28" fmla="*/ 2147483647 w 441"/>
                <a:gd name="T29" fmla="*/ 2147483647 h 276"/>
                <a:gd name="T30" fmla="*/ 2147483647 w 441"/>
                <a:gd name="T31" fmla="*/ 2147483647 h 276"/>
                <a:gd name="T32" fmla="*/ 2147483647 w 441"/>
                <a:gd name="T33" fmla="*/ 2147483647 h 276"/>
                <a:gd name="T34" fmla="*/ 2147483647 w 441"/>
                <a:gd name="T35" fmla="*/ 2147483647 h 276"/>
                <a:gd name="T36" fmla="*/ 2147483647 w 441"/>
                <a:gd name="T37" fmla="*/ 2147483647 h 276"/>
                <a:gd name="T38" fmla="*/ 2147483647 w 441"/>
                <a:gd name="T39" fmla="*/ 2147483647 h 276"/>
                <a:gd name="T40" fmla="*/ 2147483647 w 441"/>
                <a:gd name="T41" fmla="*/ 2147483647 h 276"/>
                <a:gd name="T42" fmla="*/ 2147483647 w 441"/>
                <a:gd name="T43" fmla="*/ 2147483647 h 276"/>
                <a:gd name="T44" fmla="*/ 2147483647 w 441"/>
                <a:gd name="T45" fmla="*/ 2147483647 h 276"/>
                <a:gd name="T46" fmla="*/ 2147483647 w 441"/>
                <a:gd name="T47" fmla="*/ 2147483647 h 276"/>
                <a:gd name="T48" fmla="*/ 2147483647 w 441"/>
                <a:gd name="T49" fmla="*/ 2147483647 h 276"/>
                <a:gd name="T50" fmla="*/ 2147483647 w 441"/>
                <a:gd name="T51" fmla="*/ 2147483647 h 276"/>
                <a:gd name="T52" fmla="*/ 2147483647 w 441"/>
                <a:gd name="T53" fmla="*/ 0 h 276"/>
                <a:gd name="T54" fmla="*/ 2147483647 w 441"/>
                <a:gd name="T55" fmla="*/ 0 h 276"/>
                <a:gd name="T56" fmla="*/ 0 w 441"/>
                <a:gd name="T57" fmla="*/ 2147483647 h 276"/>
                <a:gd name="T58" fmla="*/ 0 w 441"/>
                <a:gd name="T59" fmla="*/ 2147483647 h 276"/>
                <a:gd name="T60" fmla="*/ 2147483647 w 441"/>
                <a:gd name="T61" fmla="*/ 2147483647 h 276"/>
                <a:gd name="T62" fmla="*/ 2147483647 w 441"/>
                <a:gd name="T63" fmla="*/ 2147483647 h 276"/>
                <a:gd name="T64" fmla="*/ 2147483647 w 441"/>
                <a:gd name="T65" fmla="*/ 2147483647 h 276"/>
                <a:gd name="T66" fmla="*/ 2147483647 w 441"/>
                <a:gd name="T67" fmla="*/ 2147483647 h 276"/>
                <a:gd name="T68" fmla="*/ 2147483647 w 441"/>
                <a:gd name="T69" fmla="*/ 2147483647 h 276"/>
                <a:gd name="T70" fmla="*/ 2147483647 w 441"/>
                <a:gd name="T71" fmla="*/ 2147483647 h 276"/>
                <a:gd name="T72" fmla="*/ 2147483647 w 441"/>
                <a:gd name="T73" fmla="*/ 2147483647 h 276"/>
                <a:gd name="T74" fmla="*/ 2147483647 w 441"/>
                <a:gd name="T75" fmla="*/ 2147483647 h 276"/>
                <a:gd name="T76" fmla="*/ 2147483647 w 441"/>
                <a:gd name="T77" fmla="*/ 2147483647 h 276"/>
                <a:gd name="T78" fmla="*/ 2147483647 w 441"/>
                <a:gd name="T79" fmla="*/ 2147483647 h 276"/>
                <a:gd name="T80" fmla="*/ 2147483647 w 441"/>
                <a:gd name="T81" fmla="*/ 2147483647 h 276"/>
                <a:gd name="T82" fmla="*/ 2147483647 w 441"/>
                <a:gd name="T83" fmla="*/ 2147483647 h 276"/>
                <a:gd name="T84" fmla="*/ 2147483647 w 441"/>
                <a:gd name="T85" fmla="*/ 2147483647 h 276"/>
                <a:gd name="T86" fmla="*/ 2147483647 w 441"/>
                <a:gd name="T87" fmla="*/ 2147483647 h 276"/>
                <a:gd name="T88" fmla="*/ 2147483647 w 441"/>
                <a:gd name="T89" fmla="*/ 2147483647 h 276"/>
                <a:gd name="T90" fmla="*/ 2147483647 w 441"/>
                <a:gd name="T91" fmla="*/ 2147483647 h 276"/>
                <a:gd name="T92" fmla="*/ 2147483647 w 441"/>
                <a:gd name="T93" fmla="*/ 2147483647 h 276"/>
                <a:gd name="T94" fmla="*/ 2147483647 w 441"/>
                <a:gd name="T95" fmla="*/ 2147483647 h 276"/>
                <a:gd name="T96" fmla="*/ 2147483647 w 441"/>
                <a:gd name="T97" fmla="*/ 2147483647 h 276"/>
                <a:gd name="T98" fmla="*/ 2147483647 w 441"/>
                <a:gd name="T99" fmla="*/ 2147483647 h 276"/>
                <a:gd name="T100" fmla="*/ 2147483647 w 441"/>
                <a:gd name="T101" fmla="*/ 2147483647 h 276"/>
                <a:gd name="T102" fmla="*/ 2147483647 w 441"/>
                <a:gd name="T103" fmla="*/ 2147483647 h 276"/>
                <a:gd name="T104" fmla="*/ 2147483647 w 441"/>
                <a:gd name="T105" fmla="*/ 2147483647 h 276"/>
                <a:gd name="T106" fmla="*/ 2147483647 w 441"/>
                <a:gd name="T107" fmla="*/ 2147483647 h 276"/>
                <a:gd name="T108" fmla="*/ 2147483647 w 441"/>
                <a:gd name="T109" fmla="*/ 2147483647 h 276"/>
                <a:gd name="T110" fmla="*/ 2147483647 w 441"/>
                <a:gd name="T111" fmla="*/ 2147483647 h 276"/>
                <a:gd name="T112" fmla="*/ 2147483647 w 441"/>
                <a:gd name="T113" fmla="*/ 2147483647 h 276"/>
                <a:gd name="T114" fmla="*/ 2147483647 w 441"/>
                <a:gd name="T115" fmla="*/ 2147483647 h 276"/>
                <a:gd name="T116" fmla="*/ 2147483647 w 441"/>
                <a:gd name="T117" fmla="*/ 2147483647 h 276"/>
                <a:gd name="T118" fmla="*/ 2147483647 w 441"/>
                <a:gd name="T119" fmla="*/ 2147483647 h 276"/>
                <a:gd name="T120" fmla="*/ 2147483647 w 441"/>
                <a:gd name="T121" fmla="*/ 2147483647 h 276"/>
                <a:gd name="T122" fmla="*/ 2147483647 w 441"/>
                <a:gd name="T123" fmla="*/ 2147483647 h 276"/>
                <a:gd name="T124" fmla="*/ 2147483647 w 441"/>
                <a:gd name="T125" fmla="*/ 2147483647 h 27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41" h="276">
                  <a:moveTo>
                    <a:pt x="43" y="32"/>
                  </a:moveTo>
                  <a:cubicBezTo>
                    <a:pt x="37" y="32"/>
                    <a:pt x="32" y="37"/>
                    <a:pt x="32" y="43"/>
                  </a:cubicBezTo>
                  <a:cubicBezTo>
                    <a:pt x="32" y="232"/>
                    <a:pt x="32" y="232"/>
                    <a:pt x="32" y="232"/>
                  </a:cubicBezTo>
                  <a:cubicBezTo>
                    <a:pt x="32" y="239"/>
                    <a:pt x="37" y="244"/>
                    <a:pt x="43" y="244"/>
                  </a:cubicBezTo>
                  <a:cubicBezTo>
                    <a:pt x="93" y="244"/>
                    <a:pt x="93" y="244"/>
                    <a:pt x="93" y="244"/>
                  </a:cubicBezTo>
                  <a:cubicBezTo>
                    <a:pt x="100" y="244"/>
                    <a:pt x="105" y="239"/>
                    <a:pt x="105" y="232"/>
                  </a:cubicBezTo>
                  <a:cubicBezTo>
                    <a:pt x="105" y="43"/>
                    <a:pt x="105" y="43"/>
                    <a:pt x="105" y="43"/>
                  </a:cubicBezTo>
                  <a:cubicBezTo>
                    <a:pt x="105" y="37"/>
                    <a:pt x="100" y="32"/>
                    <a:pt x="93" y="32"/>
                  </a:cubicBezTo>
                  <a:lnTo>
                    <a:pt x="43" y="32"/>
                  </a:lnTo>
                  <a:close/>
                  <a:moveTo>
                    <a:pt x="421" y="79"/>
                  </a:moveTo>
                  <a:cubicBezTo>
                    <a:pt x="405" y="79"/>
                    <a:pt x="405" y="79"/>
                    <a:pt x="405" y="79"/>
                  </a:cubicBezTo>
                  <a:cubicBezTo>
                    <a:pt x="405" y="65"/>
                    <a:pt x="405" y="65"/>
                    <a:pt x="405" y="65"/>
                  </a:cubicBezTo>
                  <a:cubicBezTo>
                    <a:pt x="405" y="60"/>
                    <a:pt x="401" y="57"/>
                    <a:pt x="397" y="57"/>
                  </a:cubicBezTo>
                  <a:cubicBezTo>
                    <a:pt x="392" y="57"/>
                    <a:pt x="389" y="60"/>
                    <a:pt x="389" y="65"/>
                  </a:cubicBezTo>
                  <a:cubicBezTo>
                    <a:pt x="389" y="257"/>
                    <a:pt x="389" y="257"/>
                    <a:pt x="389" y="257"/>
                  </a:cubicBezTo>
                  <a:cubicBezTo>
                    <a:pt x="389" y="258"/>
                    <a:pt x="387" y="260"/>
                    <a:pt x="385" y="260"/>
                  </a:cubicBezTo>
                  <a:cubicBezTo>
                    <a:pt x="19" y="260"/>
                    <a:pt x="19" y="260"/>
                    <a:pt x="19" y="260"/>
                  </a:cubicBezTo>
                  <a:cubicBezTo>
                    <a:pt x="17" y="260"/>
                    <a:pt x="16" y="258"/>
                    <a:pt x="16" y="257"/>
                  </a:cubicBezTo>
                  <a:cubicBezTo>
                    <a:pt x="16" y="19"/>
                    <a:pt x="16" y="19"/>
                    <a:pt x="16" y="19"/>
                  </a:cubicBezTo>
                  <a:cubicBezTo>
                    <a:pt x="16" y="17"/>
                    <a:pt x="17" y="16"/>
                    <a:pt x="19" y="16"/>
                  </a:cubicBezTo>
                  <a:cubicBezTo>
                    <a:pt x="385" y="16"/>
                    <a:pt x="385" y="16"/>
                    <a:pt x="385" y="16"/>
                  </a:cubicBezTo>
                  <a:cubicBezTo>
                    <a:pt x="387" y="16"/>
                    <a:pt x="389" y="17"/>
                    <a:pt x="389" y="19"/>
                  </a:cubicBezTo>
                  <a:cubicBezTo>
                    <a:pt x="389" y="33"/>
                    <a:pt x="389" y="33"/>
                    <a:pt x="389" y="33"/>
                  </a:cubicBezTo>
                  <a:cubicBezTo>
                    <a:pt x="389" y="37"/>
                    <a:pt x="392" y="41"/>
                    <a:pt x="397" y="41"/>
                  </a:cubicBezTo>
                  <a:cubicBezTo>
                    <a:pt x="401" y="41"/>
                    <a:pt x="405" y="37"/>
                    <a:pt x="405" y="33"/>
                  </a:cubicBezTo>
                  <a:cubicBezTo>
                    <a:pt x="405" y="19"/>
                    <a:pt x="405" y="19"/>
                    <a:pt x="405" y="19"/>
                  </a:cubicBezTo>
                  <a:cubicBezTo>
                    <a:pt x="405" y="8"/>
                    <a:pt x="396" y="0"/>
                    <a:pt x="385" y="0"/>
                  </a:cubicBezTo>
                  <a:cubicBezTo>
                    <a:pt x="19" y="0"/>
                    <a:pt x="19" y="0"/>
                    <a:pt x="19" y="0"/>
                  </a:cubicBezTo>
                  <a:cubicBezTo>
                    <a:pt x="8" y="0"/>
                    <a:pt x="0" y="8"/>
                    <a:pt x="0" y="19"/>
                  </a:cubicBezTo>
                  <a:cubicBezTo>
                    <a:pt x="0" y="257"/>
                    <a:pt x="0" y="257"/>
                    <a:pt x="0" y="257"/>
                  </a:cubicBezTo>
                  <a:cubicBezTo>
                    <a:pt x="0" y="267"/>
                    <a:pt x="8" y="276"/>
                    <a:pt x="19" y="276"/>
                  </a:cubicBezTo>
                  <a:cubicBezTo>
                    <a:pt x="385" y="276"/>
                    <a:pt x="385" y="276"/>
                    <a:pt x="385" y="276"/>
                  </a:cubicBezTo>
                  <a:cubicBezTo>
                    <a:pt x="396" y="276"/>
                    <a:pt x="405" y="267"/>
                    <a:pt x="405" y="257"/>
                  </a:cubicBezTo>
                  <a:cubicBezTo>
                    <a:pt x="405" y="196"/>
                    <a:pt x="405" y="196"/>
                    <a:pt x="405" y="196"/>
                  </a:cubicBezTo>
                  <a:cubicBezTo>
                    <a:pt x="421" y="196"/>
                    <a:pt x="421" y="196"/>
                    <a:pt x="421" y="196"/>
                  </a:cubicBezTo>
                  <a:cubicBezTo>
                    <a:pt x="432" y="196"/>
                    <a:pt x="441" y="188"/>
                    <a:pt x="441" y="177"/>
                  </a:cubicBezTo>
                  <a:cubicBezTo>
                    <a:pt x="441" y="99"/>
                    <a:pt x="441" y="99"/>
                    <a:pt x="441" y="99"/>
                  </a:cubicBezTo>
                  <a:cubicBezTo>
                    <a:pt x="441" y="88"/>
                    <a:pt x="432" y="79"/>
                    <a:pt x="421" y="79"/>
                  </a:cubicBezTo>
                  <a:close/>
                  <a:moveTo>
                    <a:pt x="425" y="177"/>
                  </a:moveTo>
                  <a:cubicBezTo>
                    <a:pt x="425" y="179"/>
                    <a:pt x="423" y="180"/>
                    <a:pt x="421" y="180"/>
                  </a:cubicBezTo>
                  <a:cubicBezTo>
                    <a:pt x="405" y="180"/>
                    <a:pt x="405" y="180"/>
                    <a:pt x="405" y="180"/>
                  </a:cubicBezTo>
                  <a:cubicBezTo>
                    <a:pt x="405" y="95"/>
                    <a:pt x="405" y="95"/>
                    <a:pt x="405" y="95"/>
                  </a:cubicBezTo>
                  <a:cubicBezTo>
                    <a:pt x="421" y="95"/>
                    <a:pt x="421" y="95"/>
                    <a:pt x="421" y="95"/>
                  </a:cubicBezTo>
                  <a:cubicBezTo>
                    <a:pt x="423" y="95"/>
                    <a:pt x="425" y="97"/>
                    <a:pt x="425" y="99"/>
                  </a:cubicBezTo>
                  <a:lnTo>
                    <a:pt x="425" y="177"/>
                  </a:lnTo>
                  <a:close/>
                  <a:moveTo>
                    <a:pt x="221" y="32"/>
                  </a:moveTo>
                  <a:cubicBezTo>
                    <a:pt x="215" y="32"/>
                    <a:pt x="210" y="37"/>
                    <a:pt x="210" y="43"/>
                  </a:cubicBezTo>
                  <a:cubicBezTo>
                    <a:pt x="210" y="232"/>
                    <a:pt x="210" y="232"/>
                    <a:pt x="210" y="232"/>
                  </a:cubicBezTo>
                  <a:cubicBezTo>
                    <a:pt x="210" y="239"/>
                    <a:pt x="215" y="244"/>
                    <a:pt x="221" y="244"/>
                  </a:cubicBezTo>
                  <a:cubicBezTo>
                    <a:pt x="271" y="244"/>
                    <a:pt x="271" y="244"/>
                    <a:pt x="271" y="244"/>
                  </a:cubicBezTo>
                  <a:cubicBezTo>
                    <a:pt x="278" y="244"/>
                    <a:pt x="283" y="239"/>
                    <a:pt x="283" y="232"/>
                  </a:cubicBezTo>
                  <a:cubicBezTo>
                    <a:pt x="283" y="43"/>
                    <a:pt x="283" y="43"/>
                    <a:pt x="283" y="43"/>
                  </a:cubicBezTo>
                  <a:cubicBezTo>
                    <a:pt x="283" y="37"/>
                    <a:pt x="278" y="32"/>
                    <a:pt x="271" y="32"/>
                  </a:cubicBezTo>
                  <a:lnTo>
                    <a:pt x="221" y="32"/>
                  </a:lnTo>
                  <a:close/>
                  <a:moveTo>
                    <a:pt x="132" y="32"/>
                  </a:moveTo>
                  <a:cubicBezTo>
                    <a:pt x="126" y="32"/>
                    <a:pt x="121" y="37"/>
                    <a:pt x="121" y="43"/>
                  </a:cubicBezTo>
                  <a:cubicBezTo>
                    <a:pt x="121" y="232"/>
                    <a:pt x="121" y="232"/>
                    <a:pt x="121" y="232"/>
                  </a:cubicBezTo>
                  <a:cubicBezTo>
                    <a:pt x="121" y="239"/>
                    <a:pt x="126" y="244"/>
                    <a:pt x="132" y="244"/>
                  </a:cubicBezTo>
                  <a:cubicBezTo>
                    <a:pt x="182" y="244"/>
                    <a:pt x="182" y="244"/>
                    <a:pt x="182" y="244"/>
                  </a:cubicBezTo>
                  <a:cubicBezTo>
                    <a:pt x="189" y="244"/>
                    <a:pt x="194" y="239"/>
                    <a:pt x="194" y="232"/>
                  </a:cubicBezTo>
                  <a:cubicBezTo>
                    <a:pt x="194" y="43"/>
                    <a:pt x="194" y="43"/>
                    <a:pt x="194" y="43"/>
                  </a:cubicBezTo>
                  <a:cubicBezTo>
                    <a:pt x="194" y="37"/>
                    <a:pt x="189" y="32"/>
                    <a:pt x="182" y="32"/>
                  </a:cubicBezTo>
                  <a:lnTo>
                    <a:pt x="132" y="32"/>
                  </a:lnTo>
                  <a:close/>
                </a:path>
              </a:pathLst>
            </a:custGeom>
            <a:grpFill/>
            <a:ln>
              <a:noFill/>
            </a:ln>
          </p:spPr>
          <p:txBody>
            <a:bodyPr/>
            <a:lstStyle/>
            <a:p>
              <a:pPr>
                <a:defRPr/>
              </a:pPr>
              <a:endParaRPr lang="en-US">
                <a:latin typeface="Times New Roman" panose="02020603050405020304" pitchFamily="18" charset="0"/>
                <a:cs typeface="Times New Roman" panose="02020603050405020304" pitchFamily="18" charset="0"/>
              </a:endParaRPr>
            </a:p>
          </p:txBody>
        </p:sp>
      </p:grpSp>
      <p:sp>
        <p:nvSpPr>
          <p:cNvPr id="31760" name="Freeform 3"/>
          <p:cNvSpPr>
            <a:spLocks noChangeAspect="1" noEditPoints="1"/>
          </p:cNvSpPr>
          <p:nvPr/>
        </p:nvSpPr>
        <p:spPr bwMode="auto">
          <a:xfrm>
            <a:off x="7248754" y="1626835"/>
            <a:ext cx="398462" cy="393700"/>
          </a:xfrm>
          <a:custGeom>
            <a:avLst/>
            <a:gdLst>
              <a:gd name="T0" fmla="*/ 2147483647 w 441"/>
              <a:gd name="T1" fmla="*/ 2147483647 h 276"/>
              <a:gd name="T2" fmla="*/ 2147483647 w 441"/>
              <a:gd name="T3" fmla="*/ 2147483647 h 276"/>
              <a:gd name="T4" fmla="*/ 2147483647 w 441"/>
              <a:gd name="T5" fmla="*/ 2147483647 h 276"/>
              <a:gd name="T6" fmla="*/ 2147483647 w 441"/>
              <a:gd name="T7" fmla="*/ 2147483647 h 276"/>
              <a:gd name="T8" fmla="*/ 2147483647 w 441"/>
              <a:gd name="T9" fmla="*/ 2147483647 h 276"/>
              <a:gd name="T10" fmla="*/ 2147483647 w 441"/>
              <a:gd name="T11" fmla="*/ 2147483647 h 276"/>
              <a:gd name="T12" fmla="*/ 2147483647 w 441"/>
              <a:gd name="T13" fmla="*/ 2147483647 h 276"/>
              <a:gd name="T14" fmla="*/ 2147483647 w 441"/>
              <a:gd name="T15" fmla="*/ 2147483647 h 276"/>
              <a:gd name="T16" fmla="*/ 2147483647 w 441"/>
              <a:gd name="T17" fmla="*/ 2147483647 h 276"/>
              <a:gd name="T18" fmla="*/ 2147483647 w 441"/>
              <a:gd name="T19" fmla="*/ 2147483647 h 276"/>
              <a:gd name="T20" fmla="*/ 2147483647 w 441"/>
              <a:gd name="T21" fmla="*/ 2147483647 h 276"/>
              <a:gd name="T22" fmla="*/ 2147483647 w 441"/>
              <a:gd name="T23" fmla="*/ 2147483647 h 276"/>
              <a:gd name="T24" fmla="*/ 2147483647 w 441"/>
              <a:gd name="T25" fmla="*/ 2147483647 h 276"/>
              <a:gd name="T26" fmla="*/ 2147483647 w 441"/>
              <a:gd name="T27" fmla="*/ 2147483647 h 276"/>
              <a:gd name="T28" fmla="*/ 2147483647 w 441"/>
              <a:gd name="T29" fmla="*/ 2147483647 h 276"/>
              <a:gd name="T30" fmla="*/ 2147483647 w 441"/>
              <a:gd name="T31" fmla="*/ 2147483647 h 276"/>
              <a:gd name="T32" fmla="*/ 2147483647 w 441"/>
              <a:gd name="T33" fmla="*/ 2147483647 h 276"/>
              <a:gd name="T34" fmla="*/ 2147483647 w 441"/>
              <a:gd name="T35" fmla="*/ 2147483647 h 276"/>
              <a:gd name="T36" fmla="*/ 2147483647 w 441"/>
              <a:gd name="T37" fmla="*/ 2147483647 h 276"/>
              <a:gd name="T38" fmla="*/ 2147483647 w 441"/>
              <a:gd name="T39" fmla="*/ 2147483647 h 276"/>
              <a:gd name="T40" fmla="*/ 2147483647 w 441"/>
              <a:gd name="T41" fmla="*/ 2147483647 h 276"/>
              <a:gd name="T42" fmla="*/ 2147483647 w 441"/>
              <a:gd name="T43" fmla="*/ 2147483647 h 276"/>
              <a:gd name="T44" fmla="*/ 2147483647 w 441"/>
              <a:gd name="T45" fmla="*/ 2147483647 h 276"/>
              <a:gd name="T46" fmla="*/ 2147483647 w 441"/>
              <a:gd name="T47" fmla="*/ 2147483647 h 276"/>
              <a:gd name="T48" fmla="*/ 2147483647 w 441"/>
              <a:gd name="T49" fmla="*/ 2147483647 h 276"/>
              <a:gd name="T50" fmla="*/ 2147483647 w 441"/>
              <a:gd name="T51" fmla="*/ 2147483647 h 276"/>
              <a:gd name="T52" fmla="*/ 2147483647 w 441"/>
              <a:gd name="T53" fmla="*/ 0 h 276"/>
              <a:gd name="T54" fmla="*/ 2147483647 w 441"/>
              <a:gd name="T55" fmla="*/ 0 h 276"/>
              <a:gd name="T56" fmla="*/ 0 w 441"/>
              <a:gd name="T57" fmla="*/ 2147483647 h 276"/>
              <a:gd name="T58" fmla="*/ 0 w 441"/>
              <a:gd name="T59" fmla="*/ 2147483647 h 276"/>
              <a:gd name="T60" fmla="*/ 2147483647 w 441"/>
              <a:gd name="T61" fmla="*/ 2147483647 h 276"/>
              <a:gd name="T62" fmla="*/ 2147483647 w 441"/>
              <a:gd name="T63" fmla="*/ 2147483647 h 276"/>
              <a:gd name="T64" fmla="*/ 2147483647 w 441"/>
              <a:gd name="T65" fmla="*/ 2147483647 h 276"/>
              <a:gd name="T66" fmla="*/ 2147483647 w 441"/>
              <a:gd name="T67" fmla="*/ 2147483647 h 276"/>
              <a:gd name="T68" fmla="*/ 2147483647 w 441"/>
              <a:gd name="T69" fmla="*/ 2147483647 h 276"/>
              <a:gd name="T70" fmla="*/ 2147483647 w 441"/>
              <a:gd name="T71" fmla="*/ 2147483647 h 276"/>
              <a:gd name="T72" fmla="*/ 2147483647 w 441"/>
              <a:gd name="T73" fmla="*/ 2147483647 h 276"/>
              <a:gd name="T74" fmla="*/ 2147483647 w 441"/>
              <a:gd name="T75" fmla="*/ 2147483647 h 276"/>
              <a:gd name="T76" fmla="*/ 2147483647 w 441"/>
              <a:gd name="T77" fmla="*/ 2147483647 h 276"/>
              <a:gd name="T78" fmla="*/ 2147483647 w 441"/>
              <a:gd name="T79" fmla="*/ 2147483647 h 276"/>
              <a:gd name="T80" fmla="*/ 2147483647 w 441"/>
              <a:gd name="T81" fmla="*/ 2147483647 h 276"/>
              <a:gd name="T82" fmla="*/ 2147483647 w 441"/>
              <a:gd name="T83" fmla="*/ 2147483647 h 276"/>
              <a:gd name="T84" fmla="*/ 2147483647 w 441"/>
              <a:gd name="T85" fmla="*/ 2147483647 h 276"/>
              <a:gd name="T86" fmla="*/ 2147483647 w 441"/>
              <a:gd name="T87" fmla="*/ 2147483647 h 276"/>
              <a:gd name="T88" fmla="*/ 2147483647 w 441"/>
              <a:gd name="T89" fmla="*/ 2147483647 h 276"/>
              <a:gd name="T90" fmla="*/ 2147483647 w 441"/>
              <a:gd name="T91" fmla="*/ 2147483647 h 276"/>
              <a:gd name="T92" fmla="*/ 2147483647 w 441"/>
              <a:gd name="T93" fmla="*/ 2147483647 h 276"/>
              <a:gd name="T94" fmla="*/ 2147483647 w 441"/>
              <a:gd name="T95" fmla="*/ 2147483647 h 276"/>
              <a:gd name="T96" fmla="*/ 2147483647 w 441"/>
              <a:gd name="T97" fmla="*/ 2147483647 h 276"/>
              <a:gd name="T98" fmla="*/ 2147483647 w 441"/>
              <a:gd name="T99" fmla="*/ 2147483647 h 276"/>
              <a:gd name="T100" fmla="*/ 2147483647 w 441"/>
              <a:gd name="T101" fmla="*/ 2147483647 h 276"/>
              <a:gd name="T102" fmla="*/ 2147483647 w 441"/>
              <a:gd name="T103" fmla="*/ 2147483647 h 276"/>
              <a:gd name="T104" fmla="*/ 2147483647 w 441"/>
              <a:gd name="T105" fmla="*/ 2147483647 h 276"/>
              <a:gd name="T106" fmla="*/ 2147483647 w 441"/>
              <a:gd name="T107" fmla="*/ 2147483647 h 276"/>
              <a:gd name="T108" fmla="*/ 2147483647 w 441"/>
              <a:gd name="T109" fmla="*/ 2147483647 h 276"/>
              <a:gd name="T110" fmla="*/ 2147483647 w 441"/>
              <a:gd name="T111" fmla="*/ 2147483647 h 276"/>
              <a:gd name="T112" fmla="*/ 2147483647 w 441"/>
              <a:gd name="T113" fmla="*/ 2147483647 h 276"/>
              <a:gd name="T114" fmla="*/ 2147483647 w 441"/>
              <a:gd name="T115" fmla="*/ 2147483647 h 276"/>
              <a:gd name="T116" fmla="*/ 2147483647 w 441"/>
              <a:gd name="T117" fmla="*/ 2147483647 h 276"/>
              <a:gd name="T118" fmla="*/ 2147483647 w 441"/>
              <a:gd name="T119" fmla="*/ 2147483647 h 276"/>
              <a:gd name="T120" fmla="*/ 2147483647 w 441"/>
              <a:gd name="T121" fmla="*/ 2147483647 h 276"/>
              <a:gd name="T122" fmla="*/ 2147483647 w 441"/>
              <a:gd name="T123" fmla="*/ 2147483647 h 276"/>
              <a:gd name="T124" fmla="*/ 2147483647 w 441"/>
              <a:gd name="T125" fmla="*/ 2147483647 h 27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441"/>
              <a:gd name="T190" fmla="*/ 0 h 276"/>
              <a:gd name="T191" fmla="*/ 441 w 441"/>
              <a:gd name="T192" fmla="*/ 276 h 27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441" h="276">
                <a:moveTo>
                  <a:pt x="43" y="32"/>
                </a:moveTo>
                <a:cubicBezTo>
                  <a:pt x="37" y="32"/>
                  <a:pt x="32" y="37"/>
                  <a:pt x="32" y="43"/>
                </a:cubicBezTo>
                <a:cubicBezTo>
                  <a:pt x="32" y="232"/>
                  <a:pt x="32" y="232"/>
                  <a:pt x="32" y="232"/>
                </a:cubicBezTo>
                <a:cubicBezTo>
                  <a:pt x="32" y="239"/>
                  <a:pt x="37" y="244"/>
                  <a:pt x="43" y="244"/>
                </a:cubicBezTo>
                <a:cubicBezTo>
                  <a:pt x="93" y="244"/>
                  <a:pt x="93" y="244"/>
                  <a:pt x="93" y="244"/>
                </a:cubicBezTo>
                <a:cubicBezTo>
                  <a:pt x="100" y="244"/>
                  <a:pt x="105" y="239"/>
                  <a:pt x="105" y="232"/>
                </a:cubicBezTo>
                <a:cubicBezTo>
                  <a:pt x="105" y="43"/>
                  <a:pt x="105" y="43"/>
                  <a:pt x="105" y="43"/>
                </a:cubicBezTo>
                <a:cubicBezTo>
                  <a:pt x="105" y="37"/>
                  <a:pt x="100" y="32"/>
                  <a:pt x="93" y="32"/>
                </a:cubicBezTo>
                <a:lnTo>
                  <a:pt x="43" y="32"/>
                </a:lnTo>
                <a:close/>
                <a:moveTo>
                  <a:pt x="421" y="79"/>
                </a:moveTo>
                <a:cubicBezTo>
                  <a:pt x="405" y="79"/>
                  <a:pt x="405" y="79"/>
                  <a:pt x="405" y="79"/>
                </a:cubicBezTo>
                <a:cubicBezTo>
                  <a:pt x="405" y="65"/>
                  <a:pt x="405" y="65"/>
                  <a:pt x="405" y="65"/>
                </a:cubicBezTo>
                <a:cubicBezTo>
                  <a:pt x="405" y="60"/>
                  <a:pt x="401" y="57"/>
                  <a:pt x="397" y="57"/>
                </a:cubicBezTo>
                <a:cubicBezTo>
                  <a:pt x="392" y="57"/>
                  <a:pt x="389" y="60"/>
                  <a:pt x="389" y="65"/>
                </a:cubicBezTo>
                <a:cubicBezTo>
                  <a:pt x="389" y="257"/>
                  <a:pt x="389" y="257"/>
                  <a:pt x="389" y="257"/>
                </a:cubicBezTo>
                <a:cubicBezTo>
                  <a:pt x="389" y="258"/>
                  <a:pt x="387" y="260"/>
                  <a:pt x="385" y="260"/>
                </a:cubicBezTo>
                <a:cubicBezTo>
                  <a:pt x="19" y="260"/>
                  <a:pt x="19" y="260"/>
                  <a:pt x="19" y="260"/>
                </a:cubicBezTo>
                <a:cubicBezTo>
                  <a:pt x="17" y="260"/>
                  <a:pt x="16" y="258"/>
                  <a:pt x="16" y="257"/>
                </a:cubicBezTo>
                <a:cubicBezTo>
                  <a:pt x="16" y="19"/>
                  <a:pt x="16" y="19"/>
                  <a:pt x="16" y="19"/>
                </a:cubicBezTo>
                <a:cubicBezTo>
                  <a:pt x="16" y="17"/>
                  <a:pt x="17" y="16"/>
                  <a:pt x="19" y="16"/>
                </a:cubicBezTo>
                <a:cubicBezTo>
                  <a:pt x="385" y="16"/>
                  <a:pt x="385" y="16"/>
                  <a:pt x="385" y="16"/>
                </a:cubicBezTo>
                <a:cubicBezTo>
                  <a:pt x="387" y="16"/>
                  <a:pt x="389" y="17"/>
                  <a:pt x="389" y="19"/>
                </a:cubicBezTo>
                <a:cubicBezTo>
                  <a:pt x="389" y="33"/>
                  <a:pt x="389" y="33"/>
                  <a:pt x="389" y="33"/>
                </a:cubicBezTo>
                <a:cubicBezTo>
                  <a:pt x="389" y="37"/>
                  <a:pt x="392" y="41"/>
                  <a:pt x="397" y="41"/>
                </a:cubicBezTo>
                <a:cubicBezTo>
                  <a:pt x="401" y="41"/>
                  <a:pt x="405" y="37"/>
                  <a:pt x="405" y="33"/>
                </a:cubicBezTo>
                <a:cubicBezTo>
                  <a:pt x="405" y="19"/>
                  <a:pt x="405" y="19"/>
                  <a:pt x="405" y="19"/>
                </a:cubicBezTo>
                <a:cubicBezTo>
                  <a:pt x="405" y="8"/>
                  <a:pt x="396" y="0"/>
                  <a:pt x="385" y="0"/>
                </a:cubicBezTo>
                <a:cubicBezTo>
                  <a:pt x="19" y="0"/>
                  <a:pt x="19" y="0"/>
                  <a:pt x="19" y="0"/>
                </a:cubicBezTo>
                <a:cubicBezTo>
                  <a:pt x="8" y="0"/>
                  <a:pt x="0" y="8"/>
                  <a:pt x="0" y="19"/>
                </a:cubicBezTo>
                <a:cubicBezTo>
                  <a:pt x="0" y="257"/>
                  <a:pt x="0" y="257"/>
                  <a:pt x="0" y="257"/>
                </a:cubicBezTo>
                <a:cubicBezTo>
                  <a:pt x="0" y="267"/>
                  <a:pt x="8" y="276"/>
                  <a:pt x="19" y="276"/>
                </a:cubicBezTo>
                <a:cubicBezTo>
                  <a:pt x="385" y="276"/>
                  <a:pt x="385" y="276"/>
                  <a:pt x="385" y="276"/>
                </a:cubicBezTo>
                <a:cubicBezTo>
                  <a:pt x="396" y="276"/>
                  <a:pt x="405" y="267"/>
                  <a:pt x="405" y="257"/>
                </a:cubicBezTo>
                <a:cubicBezTo>
                  <a:pt x="405" y="196"/>
                  <a:pt x="405" y="196"/>
                  <a:pt x="405" y="196"/>
                </a:cubicBezTo>
                <a:cubicBezTo>
                  <a:pt x="421" y="196"/>
                  <a:pt x="421" y="196"/>
                  <a:pt x="421" y="196"/>
                </a:cubicBezTo>
                <a:cubicBezTo>
                  <a:pt x="432" y="196"/>
                  <a:pt x="441" y="188"/>
                  <a:pt x="441" y="177"/>
                </a:cubicBezTo>
                <a:cubicBezTo>
                  <a:pt x="441" y="99"/>
                  <a:pt x="441" y="99"/>
                  <a:pt x="441" y="99"/>
                </a:cubicBezTo>
                <a:cubicBezTo>
                  <a:pt x="441" y="88"/>
                  <a:pt x="432" y="79"/>
                  <a:pt x="421" y="79"/>
                </a:cubicBezTo>
                <a:close/>
                <a:moveTo>
                  <a:pt x="425" y="177"/>
                </a:moveTo>
                <a:cubicBezTo>
                  <a:pt x="425" y="179"/>
                  <a:pt x="423" y="180"/>
                  <a:pt x="421" y="180"/>
                </a:cubicBezTo>
                <a:cubicBezTo>
                  <a:pt x="405" y="180"/>
                  <a:pt x="405" y="180"/>
                  <a:pt x="405" y="180"/>
                </a:cubicBezTo>
                <a:cubicBezTo>
                  <a:pt x="405" y="95"/>
                  <a:pt x="405" y="95"/>
                  <a:pt x="405" y="95"/>
                </a:cubicBezTo>
                <a:cubicBezTo>
                  <a:pt x="421" y="95"/>
                  <a:pt x="421" y="95"/>
                  <a:pt x="421" y="95"/>
                </a:cubicBezTo>
                <a:cubicBezTo>
                  <a:pt x="423" y="95"/>
                  <a:pt x="425" y="97"/>
                  <a:pt x="425" y="99"/>
                </a:cubicBezTo>
                <a:lnTo>
                  <a:pt x="425" y="177"/>
                </a:lnTo>
                <a:close/>
                <a:moveTo>
                  <a:pt x="221" y="32"/>
                </a:moveTo>
                <a:cubicBezTo>
                  <a:pt x="215" y="32"/>
                  <a:pt x="210" y="37"/>
                  <a:pt x="210" y="43"/>
                </a:cubicBezTo>
                <a:cubicBezTo>
                  <a:pt x="210" y="232"/>
                  <a:pt x="210" y="232"/>
                  <a:pt x="210" y="232"/>
                </a:cubicBezTo>
                <a:cubicBezTo>
                  <a:pt x="210" y="239"/>
                  <a:pt x="215" y="244"/>
                  <a:pt x="221" y="244"/>
                </a:cubicBezTo>
                <a:cubicBezTo>
                  <a:pt x="271" y="244"/>
                  <a:pt x="271" y="244"/>
                  <a:pt x="271" y="244"/>
                </a:cubicBezTo>
                <a:cubicBezTo>
                  <a:pt x="278" y="244"/>
                  <a:pt x="283" y="239"/>
                  <a:pt x="283" y="232"/>
                </a:cubicBezTo>
                <a:cubicBezTo>
                  <a:pt x="283" y="43"/>
                  <a:pt x="283" y="43"/>
                  <a:pt x="283" y="43"/>
                </a:cubicBezTo>
                <a:cubicBezTo>
                  <a:pt x="283" y="37"/>
                  <a:pt x="278" y="32"/>
                  <a:pt x="271" y="32"/>
                </a:cubicBezTo>
                <a:lnTo>
                  <a:pt x="221" y="32"/>
                </a:lnTo>
                <a:close/>
                <a:moveTo>
                  <a:pt x="132" y="32"/>
                </a:moveTo>
                <a:cubicBezTo>
                  <a:pt x="126" y="32"/>
                  <a:pt x="121" y="37"/>
                  <a:pt x="121" y="43"/>
                </a:cubicBezTo>
                <a:cubicBezTo>
                  <a:pt x="121" y="232"/>
                  <a:pt x="121" y="232"/>
                  <a:pt x="121" y="232"/>
                </a:cubicBezTo>
                <a:cubicBezTo>
                  <a:pt x="121" y="239"/>
                  <a:pt x="126" y="244"/>
                  <a:pt x="132" y="244"/>
                </a:cubicBezTo>
                <a:cubicBezTo>
                  <a:pt x="182" y="244"/>
                  <a:pt x="182" y="244"/>
                  <a:pt x="182" y="244"/>
                </a:cubicBezTo>
                <a:cubicBezTo>
                  <a:pt x="189" y="244"/>
                  <a:pt x="194" y="239"/>
                  <a:pt x="194" y="232"/>
                </a:cubicBezTo>
                <a:cubicBezTo>
                  <a:pt x="194" y="43"/>
                  <a:pt x="194" y="43"/>
                  <a:pt x="194" y="43"/>
                </a:cubicBezTo>
                <a:cubicBezTo>
                  <a:pt x="194" y="37"/>
                  <a:pt x="189" y="32"/>
                  <a:pt x="182" y="32"/>
                </a:cubicBezTo>
                <a:lnTo>
                  <a:pt x="132" y="32"/>
                </a:lnTo>
                <a:close/>
              </a:path>
            </a:pathLst>
          </a:custGeom>
          <a:solidFill>
            <a:schemeClr val="tx1"/>
          </a:solidFill>
          <a:ln w="9525">
            <a:noFill/>
            <a:round/>
            <a:headEnd/>
            <a:tailEnd/>
          </a:ln>
        </p:spPr>
        <p:txBody>
          <a:bodyPr/>
          <a:lstStyle/>
          <a:p>
            <a:endParaRPr lang="en-GB"/>
          </a:p>
        </p:txBody>
      </p:sp>
      <p:sp>
        <p:nvSpPr>
          <p:cNvPr id="31761" name="Rounded Rectangle 21"/>
          <p:cNvSpPr>
            <a:spLocks noChangeArrowheads="1"/>
          </p:cNvSpPr>
          <p:nvPr/>
        </p:nvSpPr>
        <p:spPr bwMode="auto">
          <a:xfrm>
            <a:off x="7517041" y="1672872"/>
            <a:ext cx="65088" cy="303213"/>
          </a:xfrm>
          <a:prstGeom prst="roundRect">
            <a:avLst>
              <a:gd name="adj" fmla="val 16667"/>
            </a:avLst>
          </a:prstGeom>
          <a:solidFill>
            <a:schemeClr val="tx1"/>
          </a:solidFill>
          <a:ln w="9525">
            <a:noFill/>
            <a:round/>
            <a:headEnd/>
            <a:tailEnd/>
          </a:ln>
        </p:spPr>
        <p:txBody>
          <a:bodyPr wrap="none" lIns="72000" rIns="72000"/>
          <a:lstStyle/>
          <a:p>
            <a:pPr>
              <a:spcBef>
                <a:spcPct val="50000"/>
              </a:spcBef>
            </a:pPr>
            <a:endParaRPr lang="en-US"/>
          </a:p>
        </p:txBody>
      </p:sp>
      <p:sp>
        <p:nvSpPr>
          <p:cNvPr id="31762" name="Freeform 3"/>
          <p:cNvSpPr>
            <a:spLocks noChangeAspect="1" noEditPoints="1"/>
          </p:cNvSpPr>
          <p:nvPr/>
        </p:nvSpPr>
        <p:spPr bwMode="auto">
          <a:xfrm>
            <a:off x="7248754" y="2469797"/>
            <a:ext cx="398462" cy="395288"/>
          </a:xfrm>
          <a:custGeom>
            <a:avLst/>
            <a:gdLst>
              <a:gd name="T0" fmla="*/ 2147483647 w 441"/>
              <a:gd name="T1" fmla="*/ 2147483647 h 276"/>
              <a:gd name="T2" fmla="*/ 2147483647 w 441"/>
              <a:gd name="T3" fmla="*/ 2147483647 h 276"/>
              <a:gd name="T4" fmla="*/ 2147483647 w 441"/>
              <a:gd name="T5" fmla="*/ 2147483647 h 276"/>
              <a:gd name="T6" fmla="*/ 2147483647 w 441"/>
              <a:gd name="T7" fmla="*/ 2147483647 h 276"/>
              <a:gd name="T8" fmla="*/ 2147483647 w 441"/>
              <a:gd name="T9" fmla="*/ 2147483647 h 276"/>
              <a:gd name="T10" fmla="*/ 2147483647 w 441"/>
              <a:gd name="T11" fmla="*/ 2147483647 h 276"/>
              <a:gd name="T12" fmla="*/ 2147483647 w 441"/>
              <a:gd name="T13" fmla="*/ 2147483647 h 276"/>
              <a:gd name="T14" fmla="*/ 2147483647 w 441"/>
              <a:gd name="T15" fmla="*/ 2147483647 h 276"/>
              <a:gd name="T16" fmla="*/ 2147483647 w 441"/>
              <a:gd name="T17" fmla="*/ 2147483647 h 276"/>
              <a:gd name="T18" fmla="*/ 2147483647 w 441"/>
              <a:gd name="T19" fmla="*/ 2147483647 h 276"/>
              <a:gd name="T20" fmla="*/ 2147483647 w 441"/>
              <a:gd name="T21" fmla="*/ 2147483647 h 276"/>
              <a:gd name="T22" fmla="*/ 2147483647 w 441"/>
              <a:gd name="T23" fmla="*/ 2147483647 h 276"/>
              <a:gd name="T24" fmla="*/ 2147483647 w 441"/>
              <a:gd name="T25" fmla="*/ 2147483647 h 276"/>
              <a:gd name="T26" fmla="*/ 2147483647 w 441"/>
              <a:gd name="T27" fmla="*/ 2147483647 h 276"/>
              <a:gd name="T28" fmla="*/ 2147483647 w 441"/>
              <a:gd name="T29" fmla="*/ 2147483647 h 276"/>
              <a:gd name="T30" fmla="*/ 2147483647 w 441"/>
              <a:gd name="T31" fmla="*/ 2147483647 h 276"/>
              <a:gd name="T32" fmla="*/ 2147483647 w 441"/>
              <a:gd name="T33" fmla="*/ 2147483647 h 276"/>
              <a:gd name="T34" fmla="*/ 2147483647 w 441"/>
              <a:gd name="T35" fmla="*/ 2147483647 h 276"/>
              <a:gd name="T36" fmla="*/ 2147483647 w 441"/>
              <a:gd name="T37" fmla="*/ 2147483647 h 276"/>
              <a:gd name="T38" fmla="*/ 2147483647 w 441"/>
              <a:gd name="T39" fmla="*/ 2147483647 h 276"/>
              <a:gd name="T40" fmla="*/ 2147483647 w 441"/>
              <a:gd name="T41" fmla="*/ 2147483647 h 276"/>
              <a:gd name="T42" fmla="*/ 2147483647 w 441"/>
              <a:gd name="T43" fmla="*/ 2147483647 h 276"/>
              <a:gd name="T44" fmla="*/ 2147483647 w 441"/>
              <a:gd name="T45" fmla="*/ 2147483647 h 276"/>
              <a:gd name="T46" fmla="*/ 2147483647 w 441"/>
              <a:gd name="T47" fmla="*/ 2147483647 h 276"/>
              <a:gd name="T48" fmla="*/ 2147483647 w 441"/>
              <a:gd name="T49" fmla="*/ 2147483647 h 276"/>
              <a:gd name="T50" fmla="*/ 2147483647 w 441"/>
              <a:gd name="T51" fmla="*/ 2147483647 h 276"/>
              <a:gd name="T52" fmla="*/ 2147483647 w 441"/>
              <a:gd name="T53" fmla="*/ 0 h 276"/>
              <a:gd name="T54" fmla="*/ 2147483647 w 441"/>
              <a:gd name="T55" fmla="*/ 0 h 276"/>
              <a:gd name="T56" fmla="*/ 0 w 441"/>
              <a:gd name="T57" fmla="*/ 2147483647 h 276"/>
              <a:gd name="T58" fmla="*/ 0 w 441"/>
              <a:gd name="T59" fmla="*/ 2147483647 h 276"/>
              <a:gd name="T60" fmla="*/ 2147483647 w 441"/>
              <a:gd name="T61" fmla="*/ 2147483647 h 276"/>
              <a:gd name="T62" fmla="*/ 2147483647 w 441"/>
              <a:gd name="T63" fmla="*/ 2147483647 h 276"/>
              <a:gd name="T64" fmla="*/ 2147483647 w 441"/>
              <a:gd name="T65" fmla="*/ 2147483647 h 276"/>
              <a:gd name="T66" fmla="*/ 2147483647 w 441"/>
              <a:gd name="T67" fmla="*/ 2147483647 h 276"/>
              <a:gd name="T68" fmla="*/ 2147483647 w 441"/>
              <a:gd name="T69" fmla="*/ 2147483647 h 276"/>
              <a:gd name="T70" fmla="*/ 2147483647 w 441"/>
              <a:gd name="T71" fmla="*/ 2147483647 h 276"/>
              <a:gd name="T72" fmla="*/ 2147483647 w 441"/>
              <a:gd name="T73" fmla="*/ 2147483647 h 276"/>
              <a:gd name="T74" fmla="*/ 2147483647 w 441"/>
              <a:gd name="T75" fmla="*/ 2147483647 h 276"/>
              <a:gd name="T76" fmla="*/ 2147483647 w 441"/>
              <a:gd name="T77" fmla="*/ 2147483647 h 276"/>
              <a:gd name="T78" fmla="*/ 2147483647 w 441"/>
              <a:gd name="T79" fmla="*/ 2147483647 h 276"/>
              <a:gd name="T80" fmla="*/ 2147483647 w 441"/>
              <a:gd name="T81" fmla="*/ 2147483647 h 276"/>
              <a:gd name="T82" fmla="*/ 2147483647 w 441"/>
              <a:gd name="T83" fmla="*/ 2147483647 h 276"/>
              <a:gd name="T84" fmla="*/ 2147483647 w 441"/>
              <a:gd name="T85" fmla="*/ 2147483647 h 276"/>
              <a:gd name="T86" fmla="*/ 2147483647 w 441"/>
              <a:gd name="T87" fmla="*/ 2147483647 h 276"/>
              <a:gd name="T88" fmla="*/ 2147483647 w 441"/>
              <a:gd name="T89" fmla="*/ 2147483647 h 276"/>
              <a:gd name="T90" fmla="*/ 2147483647 w 441"/>
              <a:gd name="T91" fmla="*/ 2147483647 h 276"/>
              <a:gd name="T92" fmla="*/ 2147483647 w 441"/>
              <a:gd name="T93" fmla="*/ 2147483647 h 276"/>
              <a:gd name="T94" fmla="*/ 2147483647 w 441"/>
              <a:gd name="T95" fmla="*/ 2147483647 h 276"/>
              <a:gd name="T96" fmla="*/ 2147483647 w 441"/>
              <a:gd name="T97" fmla="*/ 2147483647 h 276"/>
              <a:gd name="T98" fmla="*/ 2147483647 w 441"/>
              <a:gd name="T99" fmla="*/ 2147483647 h 276"/>
              <a:gd name="T100" fmla="*/ 2147483647 w 441"/>
              <a:gd name="T101" fmla="*/ 2147483647 h 276"/>
              <a:gd name="T102" fmla="*/ 2147483647 w 441"/>
              <a:gd name="T103" fmla="*/ 2147483647 h 276"/>
              <a:gd name="T104" fmla="*/ 2147483647 w 441"/>
              <a:gd name="T105" fmla="*/ 2147483647 h 276"/>
              <a:gd name="T106" fmla="*/ 2147483647 w 441"/>
              <a:gd name="T107" fmla="*/ 2147483647 h 276"/>
              <a:gd name="T108" fmla="*/ 2147483647 w 441"/>
              <a:gd name="T109" fmla="*/ 2147483647 h 276"/>
              <a:gd name="T110" fmla="*/ 2147483647 w 441"/>
              <a:gd name="T111" fmla="*/ 2147483647 h 276"/>
              <a:gd name="T112" fmla="*/ 2147483647 w 441"/>
              <a:gd name="T113" fmla="*/ 2147483647 h 276"/>
              <a:gd name="T114" fmla="*/ 2147483647 w 441"/>
              <a:gd name="T115" fmla="*/ 2147483647 h 276"/>
              <a:gd name="T116" fmla="*/ 2147483647 w 441"/>
              <a:gd name="T117" fmla="*/ 2147483647 h 276"/>
              <a:gd name="T118" fmla="*/ 2147483647 w 441"/>
              <a:gd name="T119" fmla="*/ 2147483647 h 276"/>
              <a:gd name="T120" fmla="*/ 2147483647 w 441"/>
              <a:gd name="T121" fmla="*/ 2147483647 h 276"/>
              <a:gd name="T122" fmla="*/ 2147483647 w 441"/>
              <a:gd name="T123" fmla="*/ 2147483647 h 276"/>
              <a:gd name="T124" fmla="*/ 2147483647 w 441"/>
              <a:gd name="T125" fmla="*/ 2147483647 h 27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441"/>
              <a:gd name="T190" fmla="*/ 0 h 276"/>
              <a:gd name="T191" fmla="*/ 441 w 441"/>
              <a:gd name="T192" fmla="*/ 276 h 27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441" h="276">
                <a:moveTo>
                  <a:pt x="43" y="32"/>
                </a:moveTo>
                <a:cubicBezTo>
                  <a:pt x="37" y="32"/>
                  <a:pt x="32" y="37"/>
                  <a:pt x="32" y="43"/>
                </a:cubicBezTo>
                <a:cubicBezTo>
                  <a:pt x="32" y="232"/>
                  <a:pt x="32" y="232"/>
                  <a:pt x="32" y="232"/>
                </a:cubicBezTo>
                <a:cubicBezTo>
                  <a:pt x="32" y="239"/>
                  <a:pt x="37" y="244"/>
                  <a:pt x="43" y="244"/>
                </a:cubicBezTo>
                <a:cubicBezTo>
                  <a:pt x="93" y="244"/>
                  <a:pt x="93" y="244"/>
                  <a:pt x="93" y="244"/>
                </a:cubicBezTo>
                <a:cubicBezTo>
                  <a:pt x="100" y="244"/>
                  <a:pt x="105" y="239"/>
                  <a:pt x="105" y="232"/>
                </a:cubicBezTo>
                <a:cubicBezTo>
                  <a:pt x="105" y="43"/>
                  <a:pt x="105" y="43"/>
                  <a:pt x="105" y="43"/>
                </a:cubicBezTo>
                <a:cubicBezTo>
                  <a:pt x="105" y="37"/>
                  <a:pt x="100" y="32"/>
                  <a:pt x="93" y="32"/>
                </a:cubicBezTo>
                <a:lnTo>
                  <a:pt x="43" y="32"/>
                </a:lnTo>
                <a:close/>
                <a:moveTo>
                  <a:pt x="421" y="79"/>
                </a:moveTo>
                <a:cubicBezTo>
                  <a:pt x="405" y="79"/>
                  <a:pt x="405" y="79"/>
                  <a:pt x="405" y="79"/>
                </a:cubicBezTo>
                <a:cubicBezTo>
                  <a:pt x="405" y="65"/>
                  <a:pt x="405" y="65"/>
                  <a:pt x="405" y="65"/>
                </a:cubicBezTo>
                <a:cubicBezTo>
                  <a:pt x="405" y="60"/>
                  <a:pt x="401" y="57"/>
                  <a:pt x="397" y="57"/>
                </a:cubicBezTo>
                <a:cubicBezTo>
                  <a:pt x="392" y="57"/>
                  <a:pt x="389" y="60"/>
                  <a:pt x="389" y="65"/>
                </a:cubicBezTo>
                <a:cubicBezTo>
                  <a:pt x="389" y="257"/>
                  <a:pt x="389" y="257"/>
                  <a:pt x="389" y="257"/>
                </a:cubicBezTo>
                <a:cubicBezTo>
                  <a:pt x="389" y="258"/>
                  <a:pt x="387" y="260"/>
                  <a:pt x="385" y="260"/>
                </a:cubicBezTo>
                <a:cubicBezTo>
                  <a:pt x="19" y="260"/>
                  <a:pt x="19" y="260"/>
                  <a:pt x="19" y="260"/>
                </a:cubicBezTo>
                <a:cubicBezTo>
                  <a:pt x="17" y="260"/>
                  <a:pt x="16" y="258"/>
                  <a:pt x="16" y="257"/>
                </a:cubicBezTo>
                <a:cubicBezTo>
                  <a:pt x="16" y="19"/>
                  <a:pt x="16" y="19"/>
                  <a:pt x="16" y="19"/>
                </a:cubicBezTo>
                <a:cubicBezTo>
                  <a:pt x="16" y="17"/>
                  <a:pt x="17" y="16"/>
                  <a:pt x="19" y="16"/>
                </a:cubicBezTo>
                <a:cubicBezTo>
                  <a:pt x="385" y="16"/>
                  <a:pt x="385" y="16"/>
                  <a:pt x="385" y="16"/>
                </a:cubicBezTo>
                <a:cubicBezTo>
                  <a:pt x="387" y="16"/>
                  <a:pt x="389" y="17"/>
                  <a:pt x="389" y="19"/>
                </a:cubicBezTo>
                <a:cubicBezTo>
                  <a:pt x="389" y="33"/>
                  <a:pt x="389" y="33"/>
                  <a:pt x="389" y="33"/>
                </a:cubicBezTo>
                <a:cubicBezTo>
                  <a:pt x="389" y="37"/>
                  <a:pt x="392" y="41"/>
                  <a:pt x="397" y="41"/>
                </a:cubicBezTo>
                <a:cubicBezTo>
                  <a:pt x="401" y="41"/>
                  <a:pt x="405" y="37"/>
                  <a:pt x="405" y="33"/>
                </a:cubicBezTo>
                <a:cubicBezTo>
                  <a:pt x="405" y="19"/>
                  <a:pt x="405" y="19"/>
                  <a:pt x="405" y="19"/>
                </a:cubicBezTo>
                <a:cubicBezTo>
                  <a:pt x="405" y="8"/>
                  <a:pt x="396" y="0"/>
                  <a:pt x="385" y="0"/>
                </a:cubicBezTo>
                <a:cubicBezTo>
                  <a:pt x="19" y="0"/>
                  <a:pt x="19" y="0"/>
                  <a:pt x="19" y="0"/>
                </a:cubicBezTo>
                <a:cubicBezTo>
                  <a:pt x="8" y="0"/>
                  <a:pt x="0" y="8"/>
                  <a:pt x="0" y="19"/>
                </a:cubicBezTo>
                <a:cubicBezTo>
                  <a:pt x="0" y="257"/>
                  <a:pt x="0" y="257"/>
                  <a:pt x="0" y="257"/>
                </a:cubicBezTo>
                <a:cubicBezTo>
                  <a:pt x="0" y="267"/>
                  <a:pt x="8" y="276"/>
                  <a:pt x="19" y="276"/>
                </a:cubicBezTo>
                <a:cubicBezTo>
                  <a:pt x="385" y="276"/>
                  <a:pt x="385" y="276"/>
                  <a:pt x="385" y="276"/>
                </a:cubicBezTo>
                <a:cubicBezTo>
                  <a:pt x="396" y="276"/>
                  <a:pt x="405" y="267"/>
                  <a:pt x="405" y="257"/>
                </a:cubicBezTo>
                <a:cubicBezTo>
                  <a:pt x="405" y="196"/>
                  <a:pt x="405" y="196"/>
                  <a:pt x="405" y="196"/>
                </a:cubicBezTo>
                <a:cubicBezTo>
                  <a:pt x="421" y="196"/>
                  <a:pt x="421" y="196"/>
                  <a:pt x="421" y="196"/>
                </a:cubicBezTo>
                <a:cubicBezTo>
                  <a:pt x="432" y="196"/>
                  <a:pt x="441" y="188"/>
                  <a:pt x="441" y="177"/>
                </a:cubicBezTo>
                <a:cubicBezTo>
                  <a:pt x="441" y="99"/>
                  <a:pt x="441" y="99"/>
                  <a:pt x="441" y="99"/>
                </a:cubicBezTo>
                <a:cubicBezTo>
                  <a:pt x="441" y="88"/>
                  <a:pt x="432" y="79"/>
                  <a:pt x="421" y="79"/>
                </a:cubicBezTo>
                <a:close/>
                <a:moveTo>
                  <a:pt x="425" y="177"/>
                </a:moveTo>
                <a:cubicBezTo>
                  <a:pt x="425" y="179"/>
                  <a:pt x="423" y="180"/>
                  <a:pt x="421" y="180"/>
                </a:cubicBezTo>
                <a:cubicBezTo>
                  <a:pt x="405" y="180"/>
                  <a:pt x="405" y="180"/>
                  <a:pt x="405" y="180"/>
                </a:cubicBezTo>
                <a:cubicBezTo>
                  <a:pt x="405" y="95"/>
                  <a:pt x="405" y="95"/>
                  <a:pt x="405" y="95"/>
                </a:cubicBezTo>
                <a:cubicBezTo>
                  <a:pt x="421" y="95"/>
                  <a:pt x="421" y="95"/>
                  <a:pt x="421" y="95"/>
                </a:cubicBezTo>
                <a:cubicBezTo>
                  <a:pt x="423" y="95"/>
                  <a:pt x="425" y="97"/>
                  <a:pt x="425" y="99"/>
                </a:cubicBezTo>
                <a:lnTo>
                  <a:pt x="425" y="177"/>
                </a:lnTo>
                <a:close/>
                <a:moveTo>
                  <a:pt x="221" y="32"/>
                </a:moveTo>
                <a:cubicBezTo>
                  <a:pt x="215" y="32"/>
                  <a:pt x="210" y="37"/>
                  <a:pt x="210" y="43"/>
                </a:cubicBezTo>
                <a:cubicBezTo>
                  <a:pt x="210" y="232"/>
                  <a:pt x="210" y="232"/>
                  <a:pt x="210" y="232"/>
                </a:cubicBezTo>
                <a:cubicBezTo>
                  <a:pt x="210" y="239"/>
                  <a:pt x="215" y="244"/>
                  <a:pt x="221" y="244"/>
                </a:cubicBezTo>
                <a:cubicBezTo>
                  <a:pt x="271" y="244"/>
                  <a:pt x="271" y="244"/>
                  <a:pt x="271" y="244"/>
                </a:cubicBezTo>
                <a:cubicBezTo>
                  <a:pt x="278" y="244"/>
                  <a:pt x="283" y="239"/>
                  <a:pt x="283" y="232"/>
                </a:cubicBezTo>
                <a:cubicBezTo>
                  <a:pt x="283" y="43"/>
                  <a:pt x="283" y="43"/>
                  <a:pt x="283" y="43"/>
                </a:cubicBezTo>
                <a:cubicBezTo>
                  <a:pt x="283" y="37"/>
                  <a:pt x="278" y="32"/>
                  <a:pt x="271" y="32"/>
                </a:cubicBezTo>
                <a:lnTo>
                  <a:pt x="221" y="32"/>
                </a:lnTo>
                <a:close/>
                <a:moveTo>
                  <a:pt x="132" y="32"/>
                </a:moveTo>
                <a:cubicBezTo>
                  <a:pt x="126" y="32"/>
                  <a:pt x="121" y="37"/>
                  <a:pt x="121" y="43"/>
                </a:cubicBezTo>
                <a:cubicBezTo>
                  <a:pt x="121" y="232"/>
                  <a:pt x="121" y="232"/>
                  <a:pt x="121" y="232"/>
                </a:cubicBezTo>
                <a:cubicBezTo>
                  <a:pt x="121" y="239"/>
                  <a:pt x="126" y="244"/>
                  <a:pt x="132" y="244"/>
                </a:cubicBezTo>
                <a:cubicBezTo>
                  <a:pt x="182" y="244"/>
                  <a:pt x="182" y="244"/>
                  <a:pt x="182" y="244"/>
                </a:cubicBezTo>
                <a:cubicBezTo>
                  <a:pt x="189" y="244"/>
                  <a:pt x="194" y="239"/>
                  <a:pt x="194" y="232"/>
                </a:cubicBezTo>
                <a:cubicBezTo>
                  <a:pt x="194" y="43"/>
                  <a:pt x="194" y="43"/>
                  <a:pt x="194" y="43"/>
                </a:cubicBezTo>
                <a:cubicBezTo>
                  <a:pt x="194" y="37"/>
                  <a:pt x="189" y="32"/>
                  <a:pt x="182" y="32"/>
                </a:cubicBezTo>
                <a:lnTo>
                  <a:pt x="132" y="32"/>
                </a:lnTo>
                <a:close/>
              </a:path>
            </a:pathLst>
          </a:custGeom>
          <a:solidFill>
            <a:schemeClr val="tx1"/>
          </a:solidFill>
          <a:ln w="9525">
            <a:noFill/>
            <a:round/>
            <a:headEnd/>
            <a:tailEnd/>
          </a:ln>
        </p:spPr>
        <p:txBody>
          <a:bodyPr/>
          <a:lstStyle/>
          <a:p>
            <a:endParaRPr lang="en-GB"/>
          </a:p>
        </p:txBody>
      </p:sp>
      <p:sp>
        <p:nvSpPr>
          <p:cNvPr id="31763" name="Rounded Rectangle 24"/>
          <p:cNvSpPr>
            <a:spLocks noChangeArrowheads="1"/>
          </p:cNvSpPr>
          <p:nvPr/>
        </p:nvSpPr>
        <p:spPr bwMode="auto">
          <a:xfrm>
            <a:off x="7517041" y="2517422"/>
            <a:ext cx="65088" cy="301625"/>
          </a:xfrm>
          <a:prstGeom prst="roundRect">
            <a:avLst>
              <a:gd name="adj" fmla="val 16667"/>
            </a:avLst>
          </a:prstGeom>
          <a:solidFill>
            <a:schemeClr val="tx1"/>
          </a:solidFill>
          <a:ln w="9525">
            <a:noFill/>
            <a:round/>
            <a:headEnd/>
            <a:tailEnd/>
          </a:ln>
        </p:spPr>
        <p:txBody>
          <a:bodyPr wrap="none" lIns="72000" rIns="72000"/>
          <a:lstStyle/>
          <a:p>
            <a:pPr>
              <a:spcBef>
                <a:spcPct val="50000"/>
              </a:spcBef>
            </a:pPr>
            <a:endParaRPr lang="en-US"/>
          </a:p>
        </p:txBody>
      </p:sp>
      <p:sp>
        <p:nvSpPr>
          <p:cNvPr id="31764" name="Freeform 3"/>
          <p:cNvSpPr>
            <a:spLocks noChangeAspect="1" noEditPoints="1"/>
          </p:cNvSpPr>
          <p:nvPr/>
        </p:nvSpPr>
        <p:spPr bwMode="auto">
          <a:xfrm>
            <a:off x="7248754" y="2892072"/>
            <a:ext cx="398462" cy="393700"/>
          </a:xfrm>
          <a:custGeom>
            <a:avLst/>
            <a:gdLst>
              <a:gd name="T0" fmla="*/ 2147483647 w 441"/>
              <a:gd name="T1" fmla="*/ 2147483647 h 276"/>
              <a:gd name="T2" fmla="*/ 2147483647 w 441"/>
              <a:gd name="T3" fmla="*/ 2147483647 h 276"/>
              <a:gd name="T4" fmla="*/ 2147483647 w 441"/>
              <a:gd name="T5" fmla="*/ 2147483647 h 276"/>
              <a:gd name="T6" fmla="*/ 2147483647 w 441"/>
              <a:gd name="T7" fmla="*/ 2147483647 h 276"/>
              <a:gd name="T8" fmla="*/ 2147483647 w 441"/>
              <a:gd name="T9" fmla="*/ 2147483647 h 276"/>
              <a:gd name="T10" fmla="*/ 2147483647 w 441"/>
              <a:gd name="T11" fmla="*/ 2147483647 h 276"/>
              <a:gd name="T12" fmla="*/ 2147483647 w 441"/>
              <a:gd name="T13" fmla="*/ 2147483647 h 276"/>
              <a:gd name="T14" fmla="*/ 2147483647 w 441"/>
              <a:gd name="T15" fmla="*/ 2147483647 h 276"/>
              <a:gd name="T16" fmla="*/ 2147483647 w 441"/>
              <a:gd name="T17" fmla="*/ 2147483647 h 276"/>
              <a:gd name="T18" fmla="*/ 2147483647 w 441"/>
              <a:gd name="T19" fmla="*/ 2147483647 h 276"/>
              <a:gd name="T20" fmla="*/ 2147483647 w 441"/>
              <a:gd name="T21" fmla="*/ 2147483647 h 276"/>
              <a:gd name="T22" fmla="*/ 2147483647 w 441"/>
              <a:gd name="T23" fmla="*/ 2147483647 h 276"/>
              <a:gd name="T24" fmla="*/ 2147483647 w 441"/>
              <a:gd name="T25" fmla="*/ 2147483647 h 276"/>
              <a:gd name="T26" fmla="*/ 2147483647 w 441"/>
              <a:gd name="T27" fmla="*/ 2147483647 h 276"/>
              <a:gd name="T28" fmla="*/ 2147483647 w 441"/>
              <a:gd name="T29" fmla="*/ 2147483647 h 276"/>
              <a:gd name="T30" fmla="*/ 2147483647 w 441"/>
              <a:gd name="T31" fmla="*/ 2147483647 h 276"/>
              <a:gd name="T32" fmla="*/ 2147483647 w 441"/>
              <a:gd name="T33" fmla="*/ 2147483647 h 276"/>
              <a:gd name="T34" fmla="*/ 2147483647 w 441"/>
              <a:gd name="T35" fmla="*/ 2147483647 h 276"/>
              <a:gd name="T36" fmla="*/ 2147483647 w 441"/>
              <a:gd name="T37" fmla="*/ 2147483647 h 276"/>
              <a:gd name="T38" fmla="*/ 2147483647 w 441"/>
              <a:gd name="T39" fmla="*/ 2147483647 h 276"/>
              <a:gd name="T40" fmla="*/ 2147483647 w 441"/>
              <a:gd name="T41" fmla="*/ 2147483647 h 276"/>
              <a:gd name="T42" fmla="*/ 2147483647 w 441"/>
              <a:gd name="T43" fmla="*/ 2147483647 h 276"/>
              <a:gd name="T44" fmla="*/ 2147483647 w 441"/>
              <a:gd name="T45" fmla="*/ 2147483647 h 276"/>
              <a:gd name="T46" fmla="*/ 2147483647 w 441"/>
              <a:gd name="T47" fmla="*/ 2147483647 h 276"/>
              <a:gd name="T48" fmla="*/ 2147483647 w 441"/>
              <a:gd name="T49" fmla="*/ 2147483647 h 276"/>
              <a:gd name="T50" fmla="*/ 2147483647 w 441"/>
              <a:gd name="T51" fmla="*/ 2147483647 h 276"/>
              <a:gd name="T52" fmla="*/ 2147483647 w 441"/>
              <a:gd name="T53" fmla="*/ 0 h 276"/>
              <a:gd name="T54" fmla="*/ 2147483647 w 441"/>
              <a:gd name="T55" fmla="*/ 0 h 276"/>
              <a:gd name="T56" fmla="*/ 0 w 441"/>
              <a:gd name="T57" fmla="*/ 2147483647 h 276"/>
              <a:gd name="T58" fmla="*/ 0 w 441"/>
              <a:gd name="T59" fmla="*/ 2147483647 h 276"/>
              <a:gd name="T60" fmla="*/ 2147483647 w 441"/>
              <a:gd name="T61" fmla="*/ 2147483647 h 276"/>
              <a:gd name="T62" fmla="*/ 2147483647 w 441"/>
              <a:gd name="T63" fmla="*/ 2147483647 h 276"/>
              <a:gd name="T64" fmla="*/ 2147483647 w 441"/>
              <a:gd name="T65" fmla="*/ 2147483647 h 276"/>
              <a:gd name="T66" fmla="*/ 2147483647 w 441"/>
              <a:gd name="T67" fmla="*/ 2147483647 h 276"/>
              <a:gd name="T68" fmla="*/ 2147483647 w 441"/>
              <a:gd name="T69" fmla="*/ 2147483647 h 276"/>
              <a:gd name="T70" fmla="*/ 2147483647 w 441"/>
              <a:gd name="T71" fmla="*/ 2147483647 h 276"/>
              <a:gd name="T72" fmla="*/ 2147483647 w 441"/>
              <a:gd name="T73" fmla="*/ 2147483647 h 276"/>
              <a:gd name="T74" fmla="*/ 2147483647 w 441"/>
              <a:gd name="T75" fmla="*/ 2147483647 h 276"/>
              <a:gd name="T76" fmla="*/ 2147483647 w 441"/>
              <a:gd name="T77" fmla="*/ 2147483647 h 276"/>
              <a:gd name="T78" fmla="*/ 2147483647 w 441"/>
              <a:gd name="T79" fmla="*/ 2147483647 h 276"/>
              <a:gd name="T80" fmla="*/ 2147483647 w 441"/>
              <a:gd name="T81" fmla="*/ 2147483647 h 276"/>
              <a:gd name="T82" fmla="*/ 2147483647 w 441"/>
              <a:gd name="T83" fmla="*/ 2147483647 h 276"/>
              <a:gd name="T84" fmla="*/ 2147483647 w 441"/>
              <a:gd name="T85" fmla="*/ 2147483647 h 276"/>
              <a:gd name="T86" fmla="*/ 2147483647 w 441"/>
              <a:gd name="T87" fmla="*/ 2147483647 h 276"/>
              <a:gd name="T88" fmla="*/ 2147483647 w 441"/>
              <a:gd name="T89" fmla="*/ 2147483647 h 276"/>
              <a:gd name="T90" fmla="*/ 2147483647 w 441"/>
              <a:gd name="T91" fmla="*/ 2147483647 h 276"/>
              <a:gd name="T92" fmla="*/ 2147483647 w 441"/>
              <a:gd name="T93" fmla="*/ 2147483647 h 276"/>
              <a:gd name="T94" fmla="*/ 2147483647 w 441"/>
              <a:gd name="T95" fmla="*/ 2147483647 h 276"/>
              <a:gd name="T96" fmla="*/ 2147483647 w 441"/>
              <a:gd name="T97" fmla="*/ 2147483647 h 276"/>
              <a:gd name="T98" fmla="*/ 2147483647 w 441"/>
              <a:gd name="T99" fmla="*/ 2147483647 h 276"/>
              <a:gd name="T100" fmla="*/ 2147483647 w 441"/>
              <a:gd name="T101" fmla="*/ 2147483647 h 276"/>
              <a:gd name="T102" fmla="*/ 2147483647 w 441"/>
              <a:gd name="T103" fmla="*/ 2147483647 h 276"/>
              <a:gd name="T104" fmla="*/ 2147483647 w 441"/>
              <a:gd name="T105" fmla="*/ 2147483647 h 276"/>
              <a:gd name="T106" fmla="*/ 2147483647 w 441"/>
              <a:gd name="T107" fmla="*/ 2147483647 h 276"/>
              <a:gd name="T108" fmla="*/ 2147483647 w 441"/>
              <a:gd name="T109" fmla="*/ 2147483647 h 276"/>
              <a:gd name="T110" fmla="*/ 2147483647 w 441"/>
              <a:gd name="T111" fmla="*/ 2147483647 h 276"/>
              <a:gd name="T112" fmla="*/ 2147483647 w 441"/>
              <a:gd name="T113" fmla="*/ 2147483647 h 276"/>
              <a:gd name="T114" fmla="*/ 2147483647 w 441"/>
              <a:gd name="T115" fmla="*/ 2147483647 h 276"/>
              <a:gd name="T116" fmla="*/ 2147483647 w 441"/>
              <a:gd name="T117" fmla="*/ 2147483647 h 276"/>
              <a:gd name="T118" fmla="*/ 2147483647 w 441"/>
              <a:gd name="T119" fmla="*/ 2147483647 h 276"/>
              <a:gd name="T120" fmla="*/ 2147483647 w 441"/>
              <a:gd name="T121" fmla="*/ 2147483647 h 276"/>
              <a:gd name="T122" fmla="*/ 2147483647 w 441"/>
              <a:gd name="T123" fmla="*/ 2147483647 h 276"/>
              <a:gd name="T124" fmla="*/ 2147483647 w 441"/>
              <a:gd name="T125" fmla="*/ 2147483647 h 27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441"/>
              <a:gd name="T190" fmla="*/ 0 h 276"/>
              <a:gd name="T191" fmla="*/ 441 w 441"/>
              <a:gd name="T192" fmla="*/ 276 h 27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441" h="276">
                <a:moveTo>
                  <a:pt x="43" y="32"/>
                </a:moveTo>
                <a:cubicBezTo>
                  <a:pt x="37" y="32"/>
                  <a:pt x="32" y="37"/>
                  <a:pt x="32" y="43"/>
                </a:cubicBezTo>
                <a:cubicBezTo>
                  <a:pt x="32" y="232"/>
                  <a:pt x="32" y="232"/>
                  <a:pt x="32" y="232"/>
                </a:cubicBezTo>
                <a:cubicBezTo>
                  <a:pt x="32" y="239"/>
                  <a:pt x="37" y="244"/>
                  <a:pt x="43" y="244"/>
                </a:cubicBezTo>
                <a:cubicBezTo>
                  <a:pt x="93" y="244"/>
                  <a:pt x="93" y="244"/>
                  <a:pt x="93" y="244"/>
                </a:cubicBezTo>
                <a:cubicBezTo>
                  <a:pt x="100" y="244"/>
                  <a:pt x="105" y="239"/>
                  <a:pt x="105" y="232"/>
                </a:cubicBezTo>
                <a:cubicBezTo>
                  <a:pt x="105" y="43"/>
                  <a:pt x="105" y="43"/>
                  <a:pt x="105" y="43"/>
                </a:cubicBezTo>
                <a:cubicBezTo>
                  <a:pt x="105" y="37"/>
                  <a:pt x="100" y="32"/>
                  <a:pt x="93" y="32"/>
                </a:cubicBezTo>
                <a:lnTo>
                  <a:pt x="43" y="32"/>
                </a:lnTo>
                <a:close/>
                <a:moveTo>
                  <a:pt x="421" y="79"/>
                </a:moveTo>
                <a:cubicBezTo>
                  <a:pt x="405" y="79"/>
                  <a:pt x="405" y="79"/>
                  <a:pt x="405" y="79"/>
                </a:cubicBezTo>
                <a:cubicBezTo>
                  <a:pt x="405" y="65"/>
                  <a:pt x="405" y="65"/>
                  <a:pt x="405" y="65"/>
                </a:cubicBezTo>
                <a:cubicBezTo>
                  <a:pt x="405" y="60"/>
                  <a:pt x="401" y="57"/>
                  <a:pt x="397" y="57"/>
                </a:cubicBezTo>
                <a:cubicBezTo>
                  <a:pt x="392" y="57"/>
                  <a:pt x="389" y="60"/>
                  <a:pt x="389" y="65"/>
                </a:cubicBezTo>
                <a:cubicBezTo>
                  <a:pt x="389" y="257"/>
                  <a:pt x="389" y="257"/>
                  <a:pt x="389" y="257"/>
                </a:cubicBezTo>
                <a:cubicBezTo>
                  <a:pt x="389" y="258"/>
                  <a:pt x="387" y="260"/>
                  <a:pt x="385" y="260"/>
                </a:cubicBezTo>
                <a:cubicBezTo>
                  <a:pt x="19" y="260"/>
                  <a:pt x="19" y="260"/>
                  <a:pt x="19" y="260"/>
                </a:cubicBezTo>
                <a:cubicBezTo>
                  <a:pt x="17" y="260"/>
                  <a:pt x="16" y="258"/>
                  <a:pt x="16" y="257"/>
                </a:cubicBezTo>
                <a:cubicBezTo>
                  <a:pt x="16" y="19"/>
                  <a:pt x="16" y="19"/>
                  <a:pt x="16" y="19"/>
                </a:cubicBezTo>
                <a:cubicBezTo>
                  <a:pt x="16" y="17"/>
                  <a:pt x="17" y="16"/>
                  <a:pt x="19" y="16"/>
                </a:cubicBezTo>
                <a:cubicBezTo>
                  <a:pt x="385" y="16"/>
                  <a:pt x="385" y="16"/>
                  <a:pt x="385" y="16"/>
                </a:cubicBezTo>
                <a:cubicBezTo>
                  <a:pt x="387" y="16"/>
                  <a:pt x="389" y="17"/>
                  <a:pt x="389" y="19"/>
                </a:cubicBezTo>
                <a:cubicBezTo>
                  <a:pt x="389" y="33"/>
                  <a:pt x="389" y="33"/>
                  <a:pt x="389" y="33"/>
                </a:cubicBezTo>
                <a:cubicBezTo>
                  <a:pt x="389" y="37"/>
                  <a:pt x="392" y="41"/>
                  <a:pt x="397" y="41"/>
                </a:cubicBezTo>
                <a:cubicBezTo>
                  <a:pt x="401" y="41"/>
                  <a:pt x="405" y="37"/>
                  <a:pt x="405" y="33"/>
                </a:cubicBezTo>
                <a:cubicBezTo>
                  <a:pt x="405" y="19"/>
                  <a:pt x="405" y="19"/>
                  <a:pt x="405" y="19"/>
                </a:cubicBezTo>
                <a:cubicBezTo>
                  <a:pt x="405" y="8"/>
                  <a:pt x="396" y="0"/>
                  <a:pt x="385" y="0"/>
                </a:cubicBezTo>
                <a:cubicBezTo>
                  <a:pt x="19" y="0"/>
                  <a:pt x="19" y="0"/>
                  <a:pt x="19" y="0"/>
                </a:cubicBezTo>
                <a:cubicBezTo>
                  <a:pt x="8" y="0"/>
                  <a:pt x="0" y="8"/>
                  <a:pt x="0" y="19"/>
                </a:cubicBezTo>
                <a:cubicBezTo>
                  <a:pt x="0" y="257"/>
                  <a:pt x="0" y="257"/>
                  <a:pt x="0" y="257"/>
                </a:cubicBezTo>
                <a:cubicBezTo>
                  <a:pt x="0" y="267"/>
                  <a:pt x="8" y="276"/>
                  <a:pt x="19" y="276"/>
                </a:cubicBezTo>
                <a:cubicBezTo>
                  <a:pt x="385" y="276"/>
                  <a:pt x="385" y="276"/>
                  <a:pt x="385" y="276"/>
                </a:cubicBezTo>
                <a:cubicBezTo>
                  <a:pt x="396" y="276"/>
                  <a:pt x="405" y="267"/>
                  <a:pt x="405" y="257"/>
                </a:cubicBezTo>
                <a:cubicBezTo>
                  <a:pt x="405" y="196"/>
                  <a:pt x="405" y="196"/>
                  <a:pt x="405" y="196"/>
                </a:cubicBezTo>
                <a:cubicBezTo>
                  <a:pt x="421" y="196"/>
                  <a:pt x="421" y="196"/>
                  <a:pt x="421" y="196"/>
                </a:cubicBezTo>
                <a:cubicBezTo>
                  <a:pt x="432" y="196"/>
                  <a:pt x="441" y="188"/>
                  <a:pt x="441" y="177"/>
                </a:cubicBezTo>
                <a:cubicBezTo>
                  <a:pt x="441" y="99"/>
                  <a:pt x="441" y="99"/>
                  <a:pt x="441" y="99"/>
                </a:cubicBezTo>
                <a:cubicBezTo>
                  <a:pt x="441" y="88"/>
                  <a:pt x="432" y="79"/>
                  <a:pt x="421" y="79"/>
                </a:cubicBezTo>
                <a:close/>
                <a:moveTo>
                  <a:pt x="425" y="177"/>
                </a:moveTo>
                <a:cubicBezTo>
                  <a:pt x="425" y="179"/>
                  <a:pt x="423" y="180"/>
                  <a:pt x="421" y="180"/>
                </a:cubicBezTo>
                <a:cubicBezTo>
                  <a:pt x="405" y="180"/>
                  <a:pt x="405" y="180"/>
                  <a:pt x="405" y="180"/>
                </a:cubicBezTo>
                <a:cubicBezTo>
                  <a:pt x="405" y="95"/>
                  <a:pt x="405" y="95"/>
                  <a:pt x="405" y="95"/>
                </a:cubicBezTo>
                <a:cubicBezTo>
                  <a:pt x="421" y="95"/>
                  <a:pt x="421" y="95"/>
                  <a:pt x="421" y="95"/>
                </a:cubicBezTo>
                <a:cubicBezTo>
                  <a:pt x="423" y="95"/>
                  <a:pt x="425" y="97"/>
                  <a:pt x="425" y="99"/>
                </a:cubicBezTo>
                <a:lnTo>
                  <a:pt x="425" y="177"/>
                </a:lnTo>
                <a:close/>
                <a:moveTo>
                  <a:pt x="221" y="32"/>
                </a:moveTo>
                <a:cubicBezTo>
                  <a:pt x="215" y="32"/>
                  <a:pt x="210" y="37"/>
                  <a:pt x="210" y="43"/>
                </a:cubicBezTo>
                <a:cubicBezTo>
                  <a:pt x="210" y="232"/>
                  <a:pt x="210" y="232"/>
                  <a:pt x="210" y="232"/>
                </a:cubicBezTo>
                <a:cubicBezTo>
                  <a:pt x="210" y="239"/>
                  <a:pt x="215" y="244"/>
                  <a:pt x="221" y="244"/>
                </a:cubicBezTo>
                <a:cubicBezTo>
                  <a:pt x="271" y="244"/>
                  <a:pt x="271" y="244"/>
                  <a:pt x="271" y="244"/>
                </a:cubicBezTo>
                <a:cubicBezTo>
                  <a:pt x="278" y="244"/>
                  <a:pt x="283" y="239"/>
                  <a:pt x="283" y="232"/>
                </a:cubicBezTo>
                <a:cubicBezTo>
                  <a:pt x="283" y="43"/>
                  <a:pt x="283" y="43"/>
                  <a:pt x="283" y="43"/>
                </a:cubicBezTo>
                <a:cubicBezTo>
                  <a:pt x="283" y="37"/>
                  <a:pt x="278" y="32"/>
                  <a:pt x="271" y="32"/>
                </a:cubicBezTo>
                <a:lnTo>
                  <a:pt x="221" y="32"/>
                </a:lnTo>
                <a:close/>
                <a:moveTo>
                  <a:pt x="132" y="32"/>
                </a:moveTo>
                <a:cubicBezTo>
                  <a:pt x="126" y="32"/>
                  <a:pt x="121" y="37"/>
                  <a:pt x="121" y="43"/>
                </a:cubicBezTo>
                <a:cubicBezTo>
                  <a:pt x="121" y="232"/>
                  <a:pt x="121" y="232"/>
                  <a:pt x="121" y="232"/>
                </a:cubicBezTo>
                <a:cubicBezTo>
                  <a:pt x="121" y="239"/>
                  <a:pt x="126" y="244"/>
                  <a:pt x="132" y="244"/>
                </a:cubicBezTo>
                <a:cubicBezTo>
                  <a:pt x="182" y="244"/>
                  <a:pt x="182" y="244"/>
                  <a:pt x="182" y="244"/>
                </a:cubicBezTo>
                <a:cubicBezTo>
                  <a:pt x="189" y="244"/>
                  <a:pt x="194" y="239"/>
                  <a:pt x="194" y="232"/>
                </a:cubicBezTo>
                <a:cubicBezTo>
                  <a:pt x="194" y="43"/>
                  <a:pt x="194" y="43"/>
                  <a:pt x="194" y="43"/>
                </a:cubicBezTo>
                <a:cubicBezTo>
                  <a:pt x="194" y="37"/>
                  <a:pt x="189" y="32"/>
                  <a:pt x="182" y="32"/>
                </a:cubicBezTo>
                <a:lnTo>
                  <a:pt x="132" y="32"/>
                </a:lnTo>
                <a:close/>
              </a:path>
            </a:pathLst>
          </a:custGeom>
          <a:solidFill>
            <a:schemeClr val="tx1"/>
          </a:solidFill>
          <a:ln w="9525">
            <a:noFill/>
            <a:round/>
            <a:headEnd/>
            <a:tailEnd/>
          </a:ln>
        </p:spPr>
        <p:txBody>
          <a:bodyPr/>
          <a:lstStyle/>
          <a:p>
            <a:endParaRPr lang="en-GB"/>
          </a:p>
        </p:txBody>
      </p:sp>
      <p:sp>
        <p:nvSpPr>
          <p:cNvPr id="31765" name="Rounded Rectangle 27"/>
          <p:cNvSpPr>
            <a:spLocks noChangeArrowheads="1"/>
          </p:cNvSpPr>
          <p:nvPr/>
        </p:nvSpPr>
        <p:spPr bwMode="auto">
          <a:xfrm>
            <a:off x="7517041" y="2938110"/>
            <a:ext cx="65088" cy="303212"/>
          </a:xfrm>
          <a:prstGeom prst="roundRect">
            <a:avLst>
              <a:gd name="adj" fmla="val 16667"/>
            </a:avLst>
          </a:prstGeom>
          <a:solidFill>
            <a:schemeClr val="tx1"/>
          </a:solidFill>
          <a:ln w="9525">
            <a:noFill/>
            <a:round/>
            <a:headEnd/>
            <a:tailEnd/>
          </a:ln>
        </p:spPr>
        <p:txBody>
          <a:bodyPr wrap="none" lIns="72000" rIns="72000"/>
          <a:lstStyle/>
          <a:p>
            <a:pPr>
              <a:spcBef>
                <a:spcPct val="50000"/>
              </a:spcBef>
            </a:pPr>
            <a:endParaRPr lang="en-US"/>
          </a:p>
        </p:txBody>
      </p:sp>
      <p:sp>
        <p:nvSpPr>
          <p:cNvPr id="31766" name="Freeform 3"/>
          <p:cNvSpPr>
            <a:spLocks noChangeAspect="1" noEditPoints="1"/>
          </p:cNvSpPr>
          <p:nvPr/>
        </p:nvSpPr>
        <p:spPr bwMode="auto">
          <a:xfrm>
            <a:off x="7705954" y="3314347"/>
            <a:ext cx="398462" cy="393700"/>
          </a:xfrm>
          <a:custGeom>
            <a:avLst/>
            <a:gdLst>
              <a:gd name="T0" fmla="*/ 2147483647 w 441"/>
              <a:gd name="T1" fmla="*/ 2147483647 h 276"/>
              <a:gd name="T2" fmla="*/ 2147483647 w 441"/>
              <a:gd name="T3" fmla="*/ 2147483647 h 276"/>
              <a:gd name="T4" fmla="*/ 2147483647 w 441"/>
              <a:gd name="T5" fmla="*/ 2147483647 h 276"/>
              <a:gd name="T6" fmla="*/ 2147483647 w 441"/>
              <a:gd name="T7" fmla="*/ 2147483647 h 276"/>
              <a:gd name="T8" fmla="*/ 2147483647 w 441"/>
              <a:gd name="T9" fmla="*/ 2147483647 h 276"/>
              <a:gd name="T10" fmla="*/ 2147483647 w 441"/>
              <a:gd name="T11" fmla="*/ 2147483647 h 276"/>
              <a:gd name="T12" fmla="*/ 2147483647 w 441"/>
              <a:gd name="T13" fmla="*/ 2147483647 h 276"/>
              <a:gd name="T14" fmla="*/ 2147483647 w 441"/>
              <a:gd name="T15" fmla="*/ 2147483647 h 276"/>
              <a:gd name="T16" fmla="*/ 2147483647 w 441"/>
              <a:gd name="T17" fmla="*/ 2147483647 h 276"/>
              <a:gd name="T18" fmla="*/ 2147483647 w 441"/>
              <a:gd name="T19" fmla="*/ 2147483647 h 276"/>
              <a:gd name="T20" fmla="*/ 2147483647 w 441"/>
              <a:gd name="T21" fmla="*/ 2147483647 h 276"/>
              <a:gd name="T22" fmla="*/ 2147483647 w 441"/>
              <a:gd name="T23" fmla="*/ 2147483647 h 276"/>
              <a:gd name="T24" fmla="*/ 2147483647 w 441"/>
              <a:gd name="T25" fmla="*/ 2147483647 h 276"/>
              <a:gd name="T26" fmla="*/ 2147483647 w 441"/>
              <a:gd name="T27" fmla="*/ 2147483647 h 276"/>
              <a:gd name="T28" fmla="*/ 2147483647 w 441"/>
              <a:gd name="T29" fmla="*/ 2147483647 h 276"/>
              <a:gd name="T30" fmla="*/ 2147483647 w 441"/>
              <a:gd name="T31" fmla="*/ 2147483647 h 276"/>
              <a:gd name="T32" fmla="*/ 2147483647 w 441"/>
              <a:gd name="T33" fmla="*/ 2147483647 h 276"/>
              <a:gd name="T34" fmla="*/ 2147483647 w 441"/>
              <a:gd name="T35" fmla="*/ 2147483647 h 276"/>
              <a:gd name="T36" fmla="*/ 2147483647 w 441"/>
              <a:gd name="T37" fmla="*/ 2147483647 h 276"/>
              <a:gd name="T38" fmla="*/ 2147483647 w 441"/>
              <a:gd name="T39" fmla="*/ 2147483647 h 276"/>
              <a:gd name="T40" fmla="*/ 2147483647 w 441"/>
              <a:gd name="T41" fmla="*/ 2147483647 h 276"/>
              <a:gd name="T42" fmla="*/ 2147483647 w 441"/>
              <a:gd name="T43" fmla="*/ 2147483647 h 276"/>
              <a:gd name="T44" fmla="*/ 2147483647 w 441"/>
              <a:gd name="T45" fmla="*/ 2147483647 h 276"/>
              <a:gd name="T46" fmla="*/ 2147483647 w 441"/>
              <a:gd name="T47" fmla="*/ 2147483647 h 276"/>
              <a:gd name="T48" fmla="*/ 2147483647 w 441"/>
              <a:gd name="T49" fmla="*/ 2147483647 h 276"/>
              <a:gd name="T50" fmla="*/ 2147483647 w 441"/>
              <a:gd name="T51" fmla="*/ 2147483647 h 276"/>
              <a:gd name="T52" fmla="*/ 2147483647 w 441"/>
              <a:gd name="T53" fmla="*/ 0 h 276"/>
              <a:gd name="T54" fmla="*/ 2147483647 w 441"/>
              <a:gd name="T55" fmla="*/ 0 h 276"/>
              <a:gd name="T56" fmla="*/ 0 w 441"/>
              <a:gd name="T57" fmla="*/ 2147483647 h 276"/>
              <a:gd name="T58" fmla="*/ 0 w 441"/>
              <a:gd name="T59" fmla="*/ 2147483647 h 276"/>
              <a:gd name="T60" fmla="*/ 2147483647 w 441"/>
              <a:gd name="T61" fmla="*/ 2147483647 h 276"/>
              <a:gd name="T62" fmla="*/ 2147483647 w 441"/>
              <a:gd name="T63" fmla="*/ 2147483647 h 276"/>
              <a:gd name="T64" fmla="*/ 2147483647 w 441"/>
              <a:gd name="T65" fmla="*/ 2147483647 h 276"/>
              <a:gd name="T66" fmla="*/ 2147483647 w 441"/>
              <a:gd name="T67" fmla="*/ 2147483647 h 276"/>
              <a:gd name="T68" fmla="*/ 2147483647 w 441"/>
              <a:gd name="T69" fmla="*/ 2147483647 h 276"/>
              <a:gd name="T70" fmla="*/ 2147483647 w 441"/>
              <a:gd name="T71" fmla="*/ 2147483647 h 276"/>
              <a:gd name="T72" fmla="*/ 2147483647 w 441"/>
              <a:gd name="T73" fmla="*/ 2147483647 h 276"/>
              <a:gd name="T74" fmla="*/ 2147483647 w 441"/>
              <a:gd name="T75" fmla="*/ 2147483647 h 276"/>
              <a:gd name="T76" fmla="*/ 2147483647 w 441"/>
              <a:gd name="T77" fmla="*/ 2147483647 h 276"/>
              <a:gd name="T78" fmla="*/ 2147483647 w 441"/>
              <a:gd name="T79" fmla="*/ 2147483647 h 276"/>
              <a:gd name="T80" fmla="*/ 2147483647 w 441"/>
              <a:gd name="T81" fmla="*/ 2147483647 h 276"/>
              <a:gd name="T82" fmla="*/ 2147483647 w 441"/>
              <a:gd name="T83" fmla="*/ 2147483647 h 276"/>
              <a:gd name="T84" fmla="*/ 2147483647 w 441"/>
              <a:gd name="T85" fmla="*/ 2147483647 h 276"/>
              <a:gd name="T86" fmla="*/ 2147483647 w 441"/>
              <a:gd name="T87" fmla="*/ 2147483647 h 276"/>
              <a:gd name="T88" fmla="*/ 2147483647 w 441"/>
              <a:gd name="T89" fmla="*/ 2147483647 h 276"/>
              <a:gd name="T90" fmla="*/ 2147483647 w 441"/>
              <a:gd name="T91" fmla="*/ 2147483647 h 276"/>
              <a:gd name="T92" fmla="*/ 2147483647 w 441"/>
              <a:gd name="T93" fmla="*/ 2147483647 h 276"/>
              <a:gd name="T94" fmla="*/ 2147483647 w 441"/>
              <a:gd name="T95" fmla="*/ 2147483647 h 276"/>
              <a:gd name="T96" fmla="*/ 2147483647 w 441"/>
              <a:gd name="T97" fmla="*/ 2147483647 h 276"/>
              <a:gd name="T98" fmla="*/ 2147483647 w 441"/>
              <a:gd name="T99" fmla="*/ 2147483647 h 276"/>
              <a:gd name="T100" fmla="*/ 2147483647 w 441"/>
              <a:gd name="T101" fmla="*/ 2147483647 h 276"/>
              <a:gd name="T102" fmla="*/ 2147483647 w 441"/>
              <a:gd name="T103" fmla="*/ 2147483647 h 276"/>
              <a:gd name="T104" fmla="*/ 2147483647 w 441"/>
              <a:gd name="T105" fmla="*/ 2147483647 h 276"/>
              <a:gd name="T106" fmla="*/ 2147483647 w 441"/>
              <a:gd name="T107" fmla="*/ 2147483647 h 276"/>
              <a:gd name="T108" fmla="*/ 2147483647 w 441"/>
              <a:gd name="T109" fmla="*/ 2147483647 h 276"/>
              <a:gd name="T110" fmla="*/ 2147483647 w 441"/>
              <a:gd name="T111" fmla="*/ 2147483647 h 276"/>
              <a:gd name="T112" fmla="*/ 2147483647 w 441"/>
              <a:gd name="T113" fmla="*/ 2147483647 h 276"/>
              <a:gd name="T114" fmla="*/ 2147483647 w 441"/>
              <a:gd name="T115" fmla="*/ 2147483647 h 276"/>
              <a:gd name="T116" fmla="*/ 2147483647 w 441"/>
              <a:gd name="T117" fmla="*/ 2147483647 h 276"/>
              <a:gd name="T118" fmla="*/ 2147483647 w 441"/>
              <a:gd name="T119" fmla="*/ 2147483647 h 276"/>
              <a:gd name="T120" fmla="*/ 2147483647 w 441"/>
              <a:gd name="T121" fmla="*/ 2147483647 h 276"/>
              <a:gd name="T122" fmla="*/ 2147483647 w 441"/>
              <a:gd name="T123" fmla="*/ 2147483647 h 276"/>
              <a:gd name="T124" fmla="*/ 2147483647 w 441"/>
              <a:gd name="T125" fmla="*/ 2147483647 h 27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441"/>
              <a:gd name="T190" fmla="*/ 0 h 276"/>
              <a:gd name="T191" fmla="*/ 441 w 441"/>
              <a:gd name="T192" fmla="*/ 276 h 27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441" h="276">
                <a:moveTo>
                  <a:pt x="43" y="32"/>
                </a:moveTo>
                <a:cubicBezTo>
                  <a:pt x="37" y="32"/>
                  <a:pt x="32" y="37"/>
                  <a:pt x="32" y="43"/>
                </a:cubicBezTo>
                <a:cubicBezTo>
                  <a:pt x="32" y="232"/>
                  <a:pt x="32" y="232"/>
                  <a:pt x="32" y="232"/>
                </a:cubicBezTo>
                <a:cubicBezTo>
                  <a:pt x="32" y="239"/>
                  <a:pt x="37" y="244"/>
                  <a:pt x="43" y="244"/>
                </a:cubicBezTo>
                <a:cubicBezTo>
                  <a:pt x="93" y="244"/>
                  <a:pt x="93" y="244"/>
                  <a:pt x="93" y="244"/>
                </a:cubicBezTo>
                <a:cubicBezTo>
                  <a:pt x="100" y="244"/>
                  <a:pt x="105" y="239"/>
                  <a:pt x="105" y="232"/>
                </a:cubicBezTo>
                <a:cubicBezTo>
                  <a:pt x="105" y="43"/>
                  <a:pt x="105" y="43"/>
                  <a:pt x="105" y="43"/>
                </a:cubicBezTo>
                <a:cubicBezTo>
                  <a:pt x="105" y="37"/>
                  <a:pt x="100" y="32"/>
                  <a:pt x="93" y="32"/>
                </a:cubicBezTo>
                <a:lnTo>
                  <a:pt x="43" y="32"/>
                </a:lnTo>
                <a:close/>
                <a:moveTo>
                  <a:pt x="421" y="79"/>
                </a:moveTo>
                <a:cubicBezTo>
                  <a:pt x="405" y="79"/>
                  <a:pt x="405" y="79"/>
                  <a:pt x="405" y="79"/>
                </a:cubicBezTo>
                <a:cubicBezTo>
                  <a:pt x="405" y="65"/>
                  <a:pt x="405" y="65"/>
                  <a:pt x="405" y="65"/>
                </a:cubicBezTo>
                <a:cubicBezTo>
                  <a:pt x="405" y="60"/>
                  <a:pt x="401" y="57"/>
                  <a:pt x="397" y="57"/>
                </a:cubicBezTo>
                <a:cubicBezTo>
                  <a:pt x="392" y="57"/>
                  <a:pt x="389" y="60"/>
                  <a:pt x="389" y="65"/>
                </a:cubicBezTo>
                <a:cubicBezTo>
                  <a:pt x="389" y="257"/>
                  <a:pt x="389" y="257"/>
                  <a:pt x="389" y="257"/>
                </a:cubicBezTo>
                <a:cubicBezTo>
                  <a:pt x="389" y="258"/>
                  <a:pt x="387" y="260"/>
                  <a:pt x="385" y="260"/>
                </a:cubicBezTo>
                <a:cubicBezTo>
                  <a:pt x="19" y="260"/>
                  <a:pt x="19" y="260"/>
                  <a:pt x="19" y="260"/>
                </a:cubicBezTo>
                <a:cubicBezTo>
                  <a:pt x="17" y="260"/>
                  <a:pt x="16" y="258"/>
                  <a:pt x="16" y="257"/>
                </a:cubicBezTo>
                <a:cubicBezTo>
                  <a:pt x="16" y="19"/>
                  <a:pt x="16" y="19"/>
                  <a:pt x="16" y="19"/>
                </a:cubicBezTo>
                <a:cubicBezTo>
                  <a:pt x="16" y="17"/>
                  <a:pt x="17" y="16"/>
                  <a:pt x="19" y="16"/>
                </a:cubicBezTo>
                <a:cubicBezTo>
                  <a:pt x="385" y="16"/>
                  <a:pt x="385" y="16"/>
                  <a:pt x="385" y="16"/>
                </a:cubicBezTo>
                <a:cubicBezTo>
                  <a:pt x="387" y="16"/>
                  <a:pt x="389" y="17"/>
                  <a:pt x="389" y="19"/>
                </a:cubicBezTo>
                <a:cubicBezTo>
                  <a:pt x="389" y="33"/>
                  <a:pt x="389" y="33"/>
                  <a:pt x="389" y="33"/>
                </a:cubicBezTo>
                <a:cubicBezTo>
                  <a:pt x="389" y="37"/>
                  <a:pt x="392" y="41"/>
                  <a:pt x="397" y="41"/>
                </a:cubicBezTo>
                <a:cubicBezTo>
                  <a:pt x="401" y="41"/>
                  <a:pt x="405" y="37"/>
                  <a:pt x="405" y="33"/>
                </a:cubicBezTo>
                <a:cubicBezTo>
                  <a:pt x="405" y="19"/>
                  <a:pt x="405" y="19"/>
                  <a:pt x="405" y="19"/>
                </a:cubicBezTo>
                <a:cubicBezTo>
                  <a:pt x="405" y="8"/>
                  <a:pt x="396" y="0"/>
                  <a:pt x="385" y="0"/>
                </a:cubicBezTo>
                <a:cubicBezTo>
                  <a:pt x="19" y="0"/>
                  <a:pt x="19" y="0"/>
                  <a:pt x="19" y="0"/>
                </a:cubicBezTo>
                <a:cubicBezTo>
                  <a:pt x="8" y="0"/>
                  <a:pt x="0" y="8"/>
                  <a:pt x="0" y="19"/>
                </a:cubicBezTo>
                <a:cubicBezTo>
                  <a:pt x="0" y="257"/>
                  <a:pt x="0" y="257"/>
                  <a:pt x="0" y="257"/>
                </a:cubicBezTo>
                <a:cubicBezTo>
                  <a:pt x="0" y="267"/>
                  <a:pt x="8" y="276"/>
                  <a:pt x="19" y="276"/>
                </a:cubicBezTo>
                <a:cubicBezTo>
                  <a:pt x="385" y="276"/>
                  <a:pt x="385" y="276"/>
                  <a:pt x="385" y="276"/>
                </a:cubicBezTo>
                <a:cubicBezTo>
                  <a:pt x="396" y="276"/>
                  <a:pt x="405" y="267"/>
                  <a:pt x="405" y="257"/>
                </a:cubicBezTo>
                <a:cubicBezTo>
                  <a:pt x="405" y="196"/>
                  <a:pt x="405" y="196"/>
                  <a:pt x="405" y="196"/>
                </a:cubicBezTo>
                <a:cubicBezTo>
                  <a:pt x="421" y="196"/>
                  <a:pt x="421" y="196"/>
                  <a:pt x="421" y="196"/>
                </a:cubicBezTo>
                <a:cubicBezTo>
                  <a:pt x="432" y="196"/>
                  <a:pt x="441" y="188"/>
                  <a:pt x="441" y="177"/>
                </a:cubicBezTo>
                <a:cubicBezTo>
                  <a:pt x="441" y="99"/>
                  <a:pt x="441" y="99"/>
                  <a:pt x="441" y="99"/>
                </a:cubicBezTo>
                <a:cubicBezTo>
                  <a:pt x="441" y="88"/>
                  <a:pt x="432" y="79"/>
                  <a:pt x="421" y="79"/>
                </a:cubicBezTo>
                <a:close/>
                <a:moveTo>
                  <a:pt x="425" y="177"/>
                </a:moveTo>
                <a:cubicBezTo>
                  <a:pt x="425" y="179"/>
                  <a:pt x="423" y="180"/>
                  <a:pt x="421" y="180"/>
                </a:cubicBezTo>
                <a:cubicBezTo>
                  <a:pt x="405" y="180"/>
                  <a:pt x="405" y="180"/>
                  <a:pt x="405" y="180"/>
                </a:cubicBezTo>
                <a:cubicBezTo>
                  <a:pt x="405" y="95"/>
                  <a:pt x="405" y="95"/>
                  <a:pt x="405" y="95"/>
                </a:cubicBezTo>
                <a:cubicBezTo>
                  <a:pt x="421" y="95"/>
                  <a:pt x="421" y="95"/>
                  <a:pt x="421" y="95"/>
                </a:cubicBezTo>
                <a:cubicBezTo>
                  <a:pt x="423" y="95"/>
                  <a:pt x="425" y="97"/>
                  <a:pt x="425" y="99"/>
                </a:cubicBezTo>
                <a:lnTo>
                  <a:pt x="425" y="177"/>
                </a:lnTo>
                <a:close/>
                <a:moveTo>
                  <a:pt x="221" y="32"/>
                </a:moveTo>
                <a:cubicBezTo>
                  <a:pt x="215" y="32"/>
                  <a:pt x="210" y="37"/>
                  <a:pt x="210" y="43"/>
                </a:cubicBezTo>
                <a:cubicBezTo>
                  <a:pt x="210" y="232"/>
                  <a:pt x="210" y="232"/>
                  <a:pt x="210" y="232"/>
                </a:cubicBezTo>
                <a:cubicBezTo>
                  <a:pt x="210" y="239"/>
                  <a:pt x="215" y="244"/>
                  <a:pt x="221" y="244"/>
                </a:cubicBezTo>
                <a:cubicBezTo>
                  <a:pt x="271" y="244"/>
                  <a:pt x="271" y="244"/>
                  <a:pt x="271" y="244"/>
                </a:cubicBezTo>
                <a:cubicBezTo>
                  <a:pt x="278" y="244"/>
                  <a:pt x="283" y="239"/>
                  <a:pt x="283" y="232"/>
                </a:cubicBezTo>
                <a:cubicBezTo>
                  <a:pt x="283" y="43"/>
                  <a:pt x="283" y="43"/>
                  <a:pt x="283" y="43"/>
                </a:cubicBezTo>
                <a:cubicBezTo>
                  <a:pt x="283" y="37"/>
                  <a:pt x="278" y="32"/>
                  <a:pt x="271" y="32"/>
                </a:cubicBezTo>
                <a:lnTo>
                  <a:pt x="221" y="32"/>
                </a:lnTo>
                <a:close/>
                <a:moveTo>
                  <a:pt x="132" y="32"/>
                </a:moveTo>
                <a:cubicBezTo>
                  <a:pt x="126" y="32"/>
                  <a:pt x="121" y="37"/>
                  <a:pt x="121" y="43"/>
                </a:cubicBezTo>
                <a:cubicBezTo>
                  <a:pt x="121" y="232"/>
                  <a:pt x="121" y="232"/>
                  <a:pt x="121" y="232"/>
                </a:cubicBezTo>
                <a:cubicBezTo>
                  <a:pt x="121" y="239"/>
                  <a:pt x="126" y="244"/>
                  <a:pt x="132" y="244"/>
                </a:cubicBezTo>
                <a:cubicBezTo>
                  <a:pt x="182" y="244"/>
                  <a:pt x="182" y="244"/>
                  <a:pt x="182" y="244"/>
                </a:cubicBezTo>
                <a:cubicBezTo>
                  <a:pt x="189" y="244"/>
                  <a:pt x="194" y="239"/>
                  <a:pt x="194" y="232"/>
                </a:cubicBezTo>
                <a:cubicBezTo>
                  <a:pt x="194" y="43"/>
                  <a:pt x="194" y="43"/>
                  <a:pt x="194" y="43"/>
                </a:cubicBezTo>
                <a:cubicBezTo>
                  <a:pt x="194" y="37"/>
                  <a:pt x="189" y="32"/>
                  <a:pt x="182" y="32"/>
                </a:cubicBezTo>
                <a:lnTo>
                  <a:pt x="132" y="32"/>
                </a:lnTo>
                <a:close/>
              </a:path>
            </a:pathLst>
          </a:custGeom>
          <a:solidFill>
            <a:schemeClr val="tx1"/>
          </a:solidFill>
          <a:ln w="9525">
            <a:noFill/>
            <a:round/>
            <a:headEnd/>
            <a:tailEnd/>
          </a:ln>
        </p:spPr>
        <p:txBody>
          <a:bodyPr/>
          <a:lstStyle/>
          <a:p>
            <a:endParaRPr lang="en-GB">
              <a:latin typeface="Times New Roman" panose="02020603050405020304" pitchFamily="18" charset="0"/>
              <a:cs typeface="Times New Roman" panose="02020603050405020304" pitchFamily="18" charset="0"/>
            </a:endParaRPr>
          </a:p>
        </p:txBody>
      </p:sp>
      <p:sp>
        <p:nvSpPr>
          <p:cNvPr id="31767" name="Rounded Rectangle 30"/>
          <p:cNvSpPr>
            <a:spLocks noChangeArrowheads="1"/>
          </p:cNvSpPr>
          <p:nvPr/>
        </p:nvSpPr>
        <p:spPr bwMode="auto">
          <a:xfrm>
            <a:off x="7974241" y="3360385"/>
            <a:ext cx="65088" cy="301625"/>
          </a:xfrm>
          <a:prstGeom prst="roundRect">
            <a:avLst>
              <a:gd name="adj" fmla="val 16667"/>
            </a:avLst>
          </a:prstGeom>
          <a:solidFill>
            <a:schemeClr val="tx1"/>
          </a:solidFill>
          <a:ln w="9525">
            <a:noFill/>
            <a:round/>
            <a:headEnd/>
            <a:tailEnd/>
          </a:ln>
        </p:spPr>
        <p:txBody>
          <a:bodyPr wrap="none" lIns="72000" rIns="72000"/>
          <a:lstStyle/>
          <a:p>
            <a:pPr>
              <a:spcBef>
                <a:spcPct val="50000"/>
              </a:spcBef>
            </a:pPr>
            <a:endParaRPr lang="en-US">
              <a:latin typeface="Times New Roman" panose="02020603050405020304" pitchFamily="18" charset="0"/>
              <a:cs typeface="Times New Roman" panose="02020603050405020304" pitchFamily="18" charset="0"/>
            </a:endParaRPr>
          </a:p>
        </p:txBody>
      </p:sp>
      <p:sp>
        <p:nvSpPr>
          <p:cNvPr id="31768" name="Freeform 3"/>
          <p:cNvSpPr>
            <a:spLocks noChangeAspect="1" noEditPoints="1"/>
          </p:cNvSpPr>
          <p:nvPr/>
        </p:nvSpPr>
        <p:spPr bwMode="auto">
          <a:xfrm>
            <a:off x="7248754" y="2049110"/>
            <a:ext cx="398462" cy="393700"/>
          </a:xfrm>
          <a:custGeom>
            <a:avLst/>
            <a:gdLst>
              <a:gd name="T0" fmla="*/ 2147483647 w 441"/>
              <a:gd name="T1" fmla="*/ 2147483647 h 276"/>
              <a:gd name="T2" fmla="*/ 2147483647 w 441"/>
              <a:gd name="T3" fmla="*/ 2147483647 h 276"/>
              <a:gd name="T4" fmla="*/ 2147483647 w 441"/>
              <a:gd name="T5" fmla="*/ 2147483647 h 276"/>
              <a:gd name="T6" fmla="*/ 2147483647 w 441"/>
              <a:gd name="T7" fmla="*/ 2147483647 h 276"/>
              <a:gd name="T8" fmla="*/ 2147483647 w 441"/>
              <a:gd name="T9" fmla="*/ 2147483647 h 276"/>
              <a:gd name="T10" fmla="*/ 2147483647 w 441"/>
              <a:gd name="T11" fmla="*/ 2147483647 h 276"/>
              <a:gd name="T12" fmla="*/ 2147483647 w 441"/>
              <a:gd name="T13" fmla="*/ 2147483647 h 276"/>
              <a:gd name="T14" fmla="*/ 2147483647 w 441"/>
              <a:gd name="T15" fmla="*/ 2147483647 h 276"/>
              <a:gd name="T16" fmla="*/ 2147483647 w 441"/>
              <a:gd name="T17" fmla="*/ 2147483647 h 276"/>
              <a:gd name="T18" fmla="*/ 2147483647 w 441"/>
              <a:gd name="T19" fmla="*/ 2147483647 h 276"/>
              <a:gd name="T20" fmla="*/ 2147483647 w 441"/>
              <a:gd name="T21" fmla="*/ 2147483647 h 276"/>
              <a:gd name="T22" fmla="*/ 2147483647 w 441"/>
              <a:gd name="T23" fmla="*/ 2147483647 h 276"/>
              <a:gd name="T24" fmla="*/ 2147483647 w 441"/>
              <a:gd name="T25" fmla="*/ 2147483647 h 276"/>
              <a:gd name="T26" fmla="*/ 2147483647 w 441"/>
              <a:gd name="T27" fmla="*/ 2147483647 h 276"/>
              <a:gd name="T28" fmla="*/ 2147483647 w 441"/>
              <a:gd name="T29" fmla="*/ 2147483647 h 276"/>
              <a:gd name="T30" fmla="*/ 2147483647 w 441"/>
              <a:gd name="T31" fmla="*/ 2147483647 h 276"/>
              <a:gd name="T32" fmla="*/ 2147483647 w 441"/>
              <a:gd name="T33" fmla="*/ 2147483647 h 276"/>
              <a:gd name="T34" fmla="*/ 2147483647 w 441"/>
              <a:gd name="T35" fmla="*/ 2147483647 h 276"/>
              <a:gd name="T36" fmla="*/ 2147483647 w 441"/>
              <a:gd name="T37" fmla="*/ 2147483647 h 276"/>
              <a:gd name="T38" fmla="*/ 2147483647 w 441"/>
              <a:gd name="T39" fmla="*/ 2147483647 h 276"/>
              <a:gd name="T40" fmla="*/ 2147483647 w 441"/>
              <a:gd name="T41" fmla="*/ 2147483647 h 276"/>
              <a:gd name="T42" fmla="*/ 2147483647 w 441"/>
              <a:gd name="T43" fmla="*/ 2147483647 h 276"/>
              <a:gd name="T44" fmla="*/ 2147483647 w 441"/>
              <a:gd name="T45" fmla="*/ 2147483647 h 276"/>
              <a:gd name="T46" fmla="*/ 2147483647 w 441"/>
              <a:gd name="T47" fmla="*/ 2147483647 h 276"/>
              <a:gd name="T48" fmla="*/ 2147483647 w 441"/>
              <a:gd name="T49" fmla="*/ 2147483647 h 276"/>
              <a:gd name="T50" fmla="*/ 2147483647 w 441"/>
              <a:gd name="T51" fmla="*/ 2147483647 h 276"/>
              <a:gd name="T52" fmla="*/ 2147483647 w 441"/>
              <a:gd name="T53" fmla="*/ 0 h 276"/>
              <a:gd name="T54" fmla="*/ 2147483647 w 441"/>
              <a:gd name="T55" fmla="*/ 0 h 276"/>
              <a:gd name="T56" fmla="*/ 0 w 441"/>
              <a:gd name="T57" fmla="*/ 2147483647 h 276"/>
              <a:gd name="T58" fmla="*/ 0 w 441"/>
              <a:gd name="T59" fmla="*/ 2147483647 h 276"/>
              <a:gd name="T60" fmla="*/ 2147483647 w 441"/>
              <a:gd name="T61" fmla="*/ 2147483647 h 276"/>
              <a:gd name="T62" fmla="*/ 2147483647 w 441"/>
              <a:gd name="T63" fmla="*/ 2147483647 h 276"/>
              <a:gd name="T64" fmla="*/ 2147483647 w 441"/>
              <a:gd name="T65" fmla="*/ 2147483647 h 276"/>
              <a:gd name="T66" fmla="*/ 2147483647 w 441"/>
              <a:gd name="T67" fmla="*/ 2147483647 h 276"/>
              <a:gd name="T68" fmla="*/ 2147483647 w 441"/>
              <a:gd name="T69" fmla="*/ 2147483647 h 276"/>
              <a:gd name="T70" fmla="*/ 2147483647 w 441"/>
              <a:gd name="T71" fmla="*/ 2147483647 h 276"/>
              <a:gd name="T72" fmla="*/ 2147483647 w 441"/>
              <a:gd name="T73" fmla="*/ 2147483647 h 276"/>
              <a:gd name="T74" fmla="*/ 2147483647 w 441"/>
              <a:gd name="T75" fmla="*/ 2147483647 h 276"/>
              <a:gd name="T76" fmla="*/ 2147483647 w 441"/>
              <a:gd name="T77" fmla="*/ 2147483647 h 276"/>
              <a:gd name="T78" fmla="*/ 2147483647 w 441"/>
              <a:gd name="T79" fmla="*/ 2147483647 h 276"/>
              <a:gd name="T80" fmla="*/ 2147483647 w 441"/>
              <a:gd name="T81" fmla="*/ 2147483647 h 276"/>
              <a:gd name="T82" fmla="*/ 2147483647 w 441"/>
              <a:gd name="T83" fmla="*/ 2147483647 h 276"/>
              <a:gd name="T84" fmla="*/ 2147483647 w 441"/>
              <a:gd name="T85" fmla="*/ 2147483647 h 276"/>
              <a:gd name="T86" fmla="*/ 2147483647 w 441"/>
              <a:gd name="T87" fmla="*/ 2147483647 h 276"/>
              <a:gd name="T88" fmla="*/ 2147483647 w 441"/>
              <a:gd name="T89" fmla="*/ 2147483647 h 276"/>
              <a:gd name="T90" fmla="*/ 2147483647 w 441"/>
              <a:gd name="T91" fmla="*/ 2147483647 h 276"/>
              <a:gd name="T92" fmla="*/ 2147483647 w 441"/>
              <a:gd name="T93" fmla="*/ 2147483647 h 276"/>
              <a:gd name="T94" fmla="*/ 2147483647 w 441"/>
              <a:gd name="T95" fmla="*/ 2147483647 h 276"/>
              <a:gd name="T96" fmla="*/ 2147483647 w 441"/>
              <a:gd name="T97" fmla="*/ 2147483647 h 276"/>
              <a:gd name="T98" fmla="*/ 2147483647 w 441"/>
              <a:gd name="T99" fmla="*/ 2147483647 h 276"/>
              <a:gd name="T100" fmla="*/ 2147483647 w 441"/>
              <a:gd name="T101" fmla="*/ 2147483647 h 276"/>
              <a:gd name="T102" fmla="*/ 2147483647 w 441"/>
              <a:gd name="T103" fmla="*/ 2147483647 h 276"/>
              <a:gd name="T104" fmla="*/ 2147483647 w 441"/>
              <a:gd name="T105" fmla="*/ 2147483647 h 276"/>
              <a:gd name="T106" fmla="*/ 2147483647 w 441"/>
              <a:gd name="T107" fmla="*/ 2147483647 h 276"/>
              <a:gd name="T108" fmla="*/ 2147483647 w 441"/>
              <a:gd name="T109" fmla="*/ 2147483647 h 276"/>
              <a:gd name="T110" fmla="*/ 2147483647 w 441"/>
              <a:gd name="T111" fmla="*/ 2147483647 h 276"/>
              <a:gd name="T112" fmla="*/ 2147483647 w 441"/>
              <a:gd name="T113" fmla="*/ 2147483647 h 276"/>
              <a:gd name="T114" fmla="*/ 2147483647 w 441"/>
              <a:gd name="T115" fmla="*/ 2147483647 h 276"/>
              <a:gd name="T116" fmla="*/ 2147483647 w 441"/>
              <a:gd name="T117" fmla="*/ 2147483647 h 276"/>
              <a:gd name="T118" fmla="*/ 2147483647 w 441"/>
              <a:gd name="T119" fmla="*/ 2147483647 h 276"/>
              <a:gd name="T120" fmla="*/ 2147483647 w 441"/>
              <a:gd name="T121" fmla="*/ 2147483647 h 276"/>
              <a:gd name="T122" fmla="*/ 2147483647 w 441"/>
              <a:gd name="T123" fmla="*/ 2147483647 h 276"/>
              <a:gd name="T124" fmla="*/ 2147483647 w 441"/>
              <a:gd name="T125" fmla="*/ 2147483647 h 27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441"/>
              <a:gd name="T190" fmla="*/ 0 h 276"/>
              <a:gd name="T191" fmla="*/ 441 w 441"/>
              <a:gd name="T192" fmla="*/ 276 h 27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441" h="276">
                <a:moveTo>
                  <a:pt x="43" y="32"/>
                </a:moveTo>
                <a:cubicBezTo>
                  <a:pt x="37" y="32"/>
                  <a:pt x="32" y="37"/>
                  <a:pt x="32" y="43"/>
                </a:cubicBezTo>
                <a:cubicBezTo>
                  <a:pt x="32" y="232"/>
                  <a:pt x="32" y="232"/>
                  <a:pt x="32" y="232"/>
                </a:cubicBezTo>
                <a:cubicBezTo>
                  <a:pt x="32" y="239"/>
                  <a:pt x="37" y="244"/>
                  <a:pt x="43" y="244"/>
                </a:cubicBezTo>
                <a:cubicBezTo>
                  <a:pt x="93" y="244"/>
                  <a:pt x="93" y="244"/>
                  <a:pt x="93" y="244"/>
                </a:cubicBezTo>
                <a:cubicBezTo>
                  <a:pt x="100" y="244"/>
                  <a:pt x="105" y="239"/>
                  <a:pt x="105" y="232"/>
                </a:cubicBezTo>
                <a:cubicBezTo>
                  <a:pt x="105" y="43"/>
                  <a:pt x="105" y="43"/>
                  <a:pt x="105" y="43"/>
                </a:cubicBezTo>
                <a:cubicBezTo>
                  <a:pt x="105" y="37"/>
                  <a:pt x="100" y="32"/>
                  <a:pt x="93" y="32"/>
                </a:cubicBezTo>
                <a:lnTo>
                  <a:pt x="43" y="32"/>
                </a:lnTo>
                <a:close/>
                <a:moveTo>
                  <a:pt x="421" y="79"/>
                </a:moveTo>
                <a:cubicBezTo>
                  <a:pt x="405" y="79"/>
                  <a:pt x="405" y="79"/>
                  <a:pt x="405" y="79"/>
                </a:cubicBezTo>
                <a:cubicBezTo>
                  <a:pt x="405" y="65"/>
                  <a:pt x="405" y="65"/>
                  <a:pt x="405" y="65"/>
                </a:cubicBezTo>
                <a:cubicBezTo>
                  <a:pt x="405" y="60"/>
                  <a:pt x="401" y="57"/>
                  <a:pt x="397" y="57"/>
                </a:cubicBezTo>
                <a:cubicBezTo>
                  <a:pt x="392" y="57"/>
                  <a:pt x="389" y="60"/>
                  <a:pt x="389" y="65"/>
                </a:cubicBezTo>
                <a:cubicBezTo>
                  <a:pt x="389" y="257"/>
                  <a:pt x="389" y="257"/>
                  <a:pt x="389" y="257"/>
                </a:cubicBezTo>
                <a:cubicBezTo>
                  <a:pt x="389" y="258"/>
                  <a:pt x="387" y="260"/>
                  <a:pt x="385" y="260"/>
                </a:cubicBezTo>
                <a:cubicBezTo>
                  <a:pt x="19" y="260"/>
                  <a:pt x="19" y="260"/>
                  <a:pt x="19" y="260"/>
                </a:cubicBezTo>
                <a:cubicBezTo>
                  <a:pt x="17" y="260"/>
                  <a:pt x="16" y="258"/>
                  <a:pt x="16" y="257"/>
                </a:cubicBezTo>
                <a:cubicBezTo>
                  <a:pt x="16" y="19"/>
                  <a:pt x="16" y="19"/>
                  <a:pt x="16" y="19"/>
                </a:cubicBezTo>
                <a:cubicBezTo>
                  <a:pt x="16" y="17"/>
                  <a:pt x="17" y="16"/>
                  <a:pt x="19" y="16"/>
                </a:cubicBezTo>
                <a:cubicBezTo>
                  <a:pt x="385" y="16"/>
                  <a:pt x="385" y="16"/>
                  <a:pt x="385" y="16"/>
                </a:cubicBezTo>
                <a:cubicBezTo>
                  <a:pt x="387" y="16"/>
                  <a:pt x="389" y="17"/>
                  <a:pt x="389" y="19"/>
                </a:cubicBezTo>
                <a:cubicBezTo>
                  <a:pt x="389" y="33"/>
                  <a:pt x="389" y="33"/>
                  <a:pt x="389" y="33"/>
                </a:cubicBezTo>
                <a:cubicBezTo>
                  <a:pt x="389" y="37"/>
                  <a:pt x="392" y="41"/>
                  <a:pt x="397" y="41"/>
                </a:cubicBezTo>
                <a:cubicBezTo>
                  <a:pt x="401" y="41"/>
                  <a:pt x="405" y="37"/>
                  <a:pt x="405" y="33"/>
                </a:cubicBezTo>
                <a:cubicBezTo>
                  <a:pt x="405" y="19"/>
                  <a:pt x="405" y="19"/>
                  <a:pt x="405" y="19"/>
                </a:cubicBezTo>
                <a:cubicBezTo>
                  <a:pt x="405" y="8"/>
                  <a:pt x="396" y="0"/>
                  <a:pt x="385" y="0"/>
                </a:cubicBezTo>
                <a:cubicBezTo>
                  <a:pt x="19" y="0"/>
                  <a:pt x="19" y="0"/>
                  <a:pt x="19" y="0"/>
                </a:cubicBezTo>
                <a:cubicBezTo>
                  <a:pt x="8" y="0"/>
                  <a:pt x="0" y="8"/>
                  <a:pt x="0" y="19"/>
                </a:cubicBezTo>
                <a:cubicBezTo>
                  <a:pt x="0" y="257"/>
                  <a:pt x="0" y="257"/>
                  <a:pt x="0" y="257"/>
                </a:cubicBezTo>
                <a:cubicBezTo>
                  <a:pt x="0" y="267"/>
                  <a:pt x="8" y="276"/>
                  <a:pt x="19" y="276"/>
                </a:cubicBezTo>
                <a:cubicBezTo>
                  <a:pt x="385" y="276"/>
                  <a:pt x="385" y="276"/>
                  <a:pt x="385" y="276"/>
                </a:cubicBezTo>
                <a:cubicBezTo>
                  <a:pt x="396" y="276"/>
                  <a:pt x="405" y="267"/>
                  <a:pt x="405" y="257"/>
                </a:cubicBezTo>
                <a:cubicBezTo>
                  <a:pt x="405" y="196"/>
                  <a:pt x="405" y="196"/>
                  <a:pt x="405" y="196"/>
                </a:cubicBezTo>
                <a:cubicBezTo>
                  <a:pt x="421" y="196"/>
                  <a:pt x="421" y="196"/>
                  <a:pt x="421" y="196"/>
                </a:cubicBezTo>
                <a:cubicBezTo>
                  <a:pt x="432" y="196"/>
                  <a:pt x="441" y="188"/>
                  <a:pt x="441" y="177"/>
                </a:cubicBezTo>
                <a:cubicBezTo>
                  <a:pt x="441" y="99"/>
                  <a:pt x="441" y="99"/>
                  <a:pt x="441" y="99"/>
                </a:cubicBezTo>
                <a:cubicBezTo>
                  <a:pt x="441" y="88"/>
                  <a:pt x="432" y="79"/>
                  <a:pt x="421" y="79"/>
                </a:cubicBezTo>
                <a:close/>
                <a:moveTo>
                  <a:pt x="425" y="177"/>
                </a:moveTo>
                <a:cubicBezTo>
                  <a:pt x="425" y="179"/>
                  <a:pt x="423" y="180"/>
                  <a:pt x="421" y="180"/>
                </a:cubicBezTo>
                <a:cubicBezTo>
                  <a:pt x="405" y="180"/>
                  <a:pt x="405" y="180"/>
                  <a:pt x="405" y="180"/>
                </a:cubicBezTo>
                <a:cubicBezTo>
                  <a:pt x="405" y="95"/>
                  <a:pt x="405" y="95"/>
                  <a:pt x="405" y="95"/>
                </a:cubicBezTo>
                <a:cubicBezTo>
                  <a:pt x="421" y="95"/>
                  <a:pt x="421" y="95"/>
                  <a:pt x="421" y="95"/>
                </a:cubicBezTo>
                <a:cubicBezTo>
                  <a:pt x="423" y="95"/>
                  <a:pt x="425" y="97"/>
                  <a:pt x="425" y="99"/>
                </a:cubicBezTo>
                <a:lnTo>
                  <a:pt x="425" y="177"/>
                </a:lnTo>
                <a:close/>
                <a:moveTo>
                  <a:pt x="221" y="32"/>
                </a:moveTo>
                <a:cubicBezTo>
                  <a:pt x="215" y="32"/>
                  <a:pt x="210" y="37"/>
                  <a:pt x="210" y="43"/>
                </a:cubicBezTo>
                <a:cubicBezTo>
                  <a:pt x="210" y="232"/>
                  <a:pt x="210" y="232"/>
                  <a:pt x="210" y="232"/>
                </a:cubicBezTo>
                <a:cubicBezTo>
                  <a:pt x="210" y="239"/>
                  <a:pt x="215" y="244"/>
                  <a:pt x="221" y="244"/>
                </a:cubicBezTo>
                <a:cubicBezTo>
                  <a:pt x="271" y="244"/>
                  <a:pt x="271" y="244"/>
                  <a:pt x="271" y="244"/>
                </a:cubicBezTo>
                <a:cubicBezTo>
                  <a:pt x="278" y="244"/>
                  <a:pt x="283" y="239"/>
                  <a:pt x="283" y="232"/>
                </a:cubicBezTo>
                <a:cubicBezTo>
                  <a:pt x="283" y="43"/>
                  <a:pt x="283" y="43"/>
                  <a:pt x="283" y="43"/>
                </a:cubicBezTo>
                <a:cubicBezTo>
                  <a:pt x="283" y="37"/>
                  <a:pt x="278" y="32"/>
                  <a:pt x="271" y="32"/>
                </a:cubicBezTo>
                <a:lnTo>
                  <a:pt x="221" y="32"/>
                </a:lnTo>
                <a:close/>
                <a:moveTo>
                  <a:pt x="132" y="32"/>
                </a:moveTo>
                <a:cubicBezTo>
                  <a:pt x="126" y="32"/>
                  <a:pt x="121" y="37"/>
                  <a:pt x="121" y="43"/>
                </a:cubicBezTo>
                <a:cubicBezTo>
                  <a:pt x="121" y="232"/>
                  <a:pt x="121" y="232"/>
                  <a:pt x="121" y="232"/>
                </a:cubicBezTo>
                <a:cubicBezTo>
                  <a:pt x="121" y="239"/>
                  <a:pt x="126" y="244"/>
                  <a:pt x="132" y="244"/>
                </a:cubicBezTo>
                <a:cubicBezTo>
                  <a:pt x="182" y="244"/>
                  <a:pt x="182" y="244"/>
                  <a:pt x="182" y="244"/>
                </a:cubicBezTo>
                <a:cubicBezTo>
                  <a:pt x="189" y="244"/>
                  <a:pt x="194" y="239"/>
                  <a:pt x="194" y="232"/>
                </a:cubicBezTo>
                <a:cubicBezTo>
                  <a:pt x="194" y="43"/>
                  <a:pt x="194" y="43"/>
                  <a:pt x="194" y="43"/>
                </a:cubicBezTo>
                <a:cubicBezTo>
                  <a:pt x="194" y="37"/>
                  <a:pt x="189" y="32"/>
                  <a:pt x="182" y="32"/>
                </a:cubicBezTo>
                <a:lnTo>
                  <a:pt x="132" y="32"/>
                </a:lnTo>
                <a:close/>
              </a:path>
            </a:pathLst>
          </a:custGeom>
          <a:solidFill>
            <a:schemeClr val="tx1"/>
          </a:solidFill>
          <a:ln w="9525">
            <a:noFill/>
            <a:round/>
            <a:headEnd/>
            <a:tailEnd/>
          </a:ln>
        </p:spPr>
        <p:txBody>
          <a:bodyPr/>
          <a:lstStyle/>
          <a:p>
            <a:endParaRPr lang="en-GB"/>
          </a:p>
        </p:txBody>
      </p:sp>
      <p:sp>
        <p:nvSpPr>
          <p:cNvPr id="31769" name="Rounded Rectangle 33"/>
          <p:cNvSpPr>
            <a:spLocks noChangeArrowheads="1"/>
          </p:cNvSpPr>
          <p:nvPr/>
        </p:nvSpPr>
        <p:spPr bwMode="auto">
          <a:xfrm>
            <a:off x="7517041" y="2095147"/>
            <a:ext cx="65088" cy="301625"/>
          </a:xfrm>
          <a:prstGeom prst="roundRect">
            <a:avLst>
              <a:gd name="adj" fmla="val 16667"/>
            </a:avLst>
          </a:prstGeom>
          <a:solidFill>
            <a:schemeClr val="tx1"/>
          </a:solidFill>
          <a:ln w="9525">
            <a:noFill/>
            <a:round/>
            <a:headEnd/>
            <a:tailEnd/>
          </a:ln>
        </p:spPr>
        <p:txBody>
          <a:bodyPr wrap="none" lIns="72000" rIns="72000"/>
          <a:lstStyle/>
          <a:p>
            <a:pPr>
              <a:spcBef>
                <a:spcPct val="50000"/>
              </a:spcBef>
            </a:pPr>
            <a:endParaRPr lang="en-US"/>
          </a:p>
        </p:txBody>
      </p:sp>
      <p:sp>
        <p:nvSpPr>
          <p:cNvPr id="31770" name="Freeform 3"/>
          <p:cNvSpPr>
            <a:spLocks noChangeAspect="1" noEditPoints="1"/>
          </p:cNvSpPr>
          <p:nvPr/>
        </p:nvSpPr>
        <p:spPr bwMode="auto">
          <a:xfrm>
            <a:off x="7702779" y="1626835"/>
            <a:ext cx="400050" cy="393700"/>
          </a:xfrm>
          <a:custGeom>
            <a:avLst/>
            <a:gdLst>
              <a:gd name="T0" fmla="*/ 2147483647 w 441"/>
              <a:gd name="T1" fmla="*/ 2147483647 h 276"/>
              <a:gd name="T2" fmla="*/ 2147483647 w 441"/>
              <a:gd name="T3" fmla="*/ 2147483647 h 276"/>
              <a:gd name="T4" fmla="*/ 2147483647 w 441"/>
              <a:gd name="T5" fmla="*/ 2147483647 h 276"/>
              <a:gd name="T6" fmla="*/ 2147483647 w 441"/>
              <a:gd name="T7" fmla="*/ 2147483647 h 276"/>
              <a:gd name="T8" fmla="*/ 2147483647 w 441"/>
              <a:gd name="T9" fmla="*/ 2147483647 h 276"/>
              <a:gd name="T10" fmla="*/ 2147483647 w 441"/>
              <a:gd name="T11" fmla="*/ 2147483647 h 276"/>
              <a:gd name="T12" fmla="*/ 2147483647 w 441"/>
              <a:gd name="T13" fmla="*/ 2147483647 h 276"/>
              <a:gd name="T14" fmla="*/ 2147483647 w 441"/>
              <a:gd name="T15" fmla="*/ 2147483647 h 276"/>
              <a:gd name="T16" fmla="*/ 2147483647 w 441"/>
              <a:gd name="T17" fmla="*/ 2147483647 h 276"/>
              <a:gd name="T18" fmla="*/ 2147483647 w 441"/>
              <a:gd name="T19" fmla="*/ 2147483647 h 276"/>
              <a:gd name="T20" fmla="*/ 2147483647 w 441"/>
              <a:gd name="T21" fmla="*/ 2147483647 h 276"/>
              <a:gd name="T22" fmla="*/ 2147483647 w 441"/>
              <a:gd name="T23" fmla="*/ 2147483647 h 276"/>
              <a:gd name="T24" fmla="*/ 2147483647 w 441"/>
              <a:gd name="T25" fmla="*/ 2147483647 h 276"/>
              <a:gd name="T26" fmla="*/ 2147483647 w 441"/>
              <a:gd name="T27" fmla="*/ 2147483647 h 276"/>
              <a:gd name="T28" fmla="*/ 2147483647 w 441"/>
              <a:gd name="T29" fmla="*/ 2147483647 h 276"/>
              <a:gd name="T30" fmla="*/ 2147483647 w 441"/>
              <a:gd name="T31" fmla="*/ 2147483647 h 276"/>
              <a:gd name="T32" fmla="*/ 2147483647 w 441"/>
              <a:gd name="T33" fmla="*/ 2147483647 h 276"/>
              <a:gd name="T34" fmla="*/ 2147483647 w 441"/>
              <a:gd name="T35" fmla="*/ 2147483647 h 276"/>
              <a:gd name="T36" fmla="*/ 2147483647 w 441"/>
              <a:gd name="T37" fmla="*/ 2147483647 h 276"/>
              <a:gd name="T38" fmla="*/ 2147483647 w 441"/>
              <a:gd name="T39" fmla="*/ 2147483647 h 276"/>
              <a:gd name="T40" fmla="*/ 2147483647 w 441"/>
              <a:gd name="T41" fmla="*/ 2147483647 h 276"/>
              <a:gd name="T42" fmla="*/ 2147483647 w 441"/>
              <a:gd name="T43" fmla="*/ 2147483647 h 276"/>
              <a:gd name="T44" fmla="*/ 2147483647 w 441"/>
              <a:gd name="T45" fmla="*/ 2147483647 h 276"/>
              <a:gd name="T46" fmla="*/ 2147483647 w 441"/>
              <a:gd name="T47" fmla="*/ 2147483647 h 276"/>
              <a:gd name="T48" fmla="*/ 2147483647 w 441"/>
              <a:gd name="T49" fmla="*/ 2147483647 h 276"/>
              <a:gd name="T50" fmla="*/ 2147483647 w 441"/>
              <a:gd name="T51" fmla="*/ 2147483647 h 276"/>
              <a:gd name="T52" fmla="*/ 2147483647 w 441"/>
              <a:gd name="T53" fmla="*/ 0 h 276"/>
              <a:gd name="T54" fmla="*/ 2147483647 w 441"/>
              <a:gd name="T55" fmla="*/ 0 h 276"/>
              <a:gd name="T56" fmla="*/ 0 w 441"/>
              <a:gd name="T57" fmla="*/ 2147483647 h 276"/>
              <a:gd name="T58" fmla="*/ 0 w 441"/>
              <a:gd name="T59" fmla="*/ 2147483647 h 276"/>
              <a:gd name="T60" fmla="*/ 2147483647 w 441"/>
              <a:gd name="T61" fmla="*/ 2147483647 h 276"/>
              <a:gd name="T62" fmla="*/ 2147483647 w 441"/>
              <a:gd name="T63" fmla="*/ 2147483647 h 276"/>
              <a:gd name="T64" fmla="*/ 2147483647 w 441"/>
              <a:gd name="T65" fmla="*/ 2147483647 h 276"/>
              <a:gd name="T66" fmla="*/ 2147483647 w 441"/>
              <a:gd name="T67" fmla="*/ 2147483647 h 276"/>
              <a:gd name="T68" fmla="*/ 2147483647 w 441"/>
              <a:gd name="T69" fmla="*/ 2147483647 h 276"/>
              <a:gd name="T70" fmla="*/ 2147483647 w 441"/>
              <a:gd name="T71" fmla="*/ 2147483647 h 276"/>
              <a:gd name="T72" fmla="*/ 2147483647 w 441"/>
              <a:gd name="T73" fmla="*/ 2147483647 h 276"/>
              <a:gd name="T74" fmla="*/ 2147483647 w 441"/>
              <a:gd name="T75" fmla="*/ 2147483647 h 276"/>
              <a:gd name="T76" fmla="*/ 2147483647 w 441"/>
              <a:gd name="T77" fmla="*/ 2147483647 h 276"/>
              <a:gd name="T78" fmla="*/ 2147483647 w 441"/>
              <a:gd name="T79" fmla="*/ 2147483647 h 276"/>
              <a:gd name="T80" fmla="*/ 2147483647 w 441"/>
              <a:gd name="T81" fmla="*/ 2147483647 h 276"/>
              <a:gd name="T82" fmla="*/ 2147483647 w 441"/>
              <a:gd name="T83" fmla="*/ 2147483647 h 276"/>
              <a:gd name="T84" fmla="*/ 2147483647 w 441"/>
              <a:gd name="T85" fmla="*/ 2147483647 h 276"/>
              <a:gd name="T86" fmla="*/ 2147483647 w 441"/>
              <a:gd name="T87" fmla="*/ 2147483647 h 276"/>
              <a:gd name="T88" fmla="*/ 2147483647 w 441"/>
              <a:gd name="T89" fmla="*/ 2147483647 h 276"/>
              <a:gd name="T90" fmla="*/ 2147483647 w 441"/>
              <a:gd name="T91" fmla="*/ 2147483647 h 276"/>
              <a:gd name="T92" fmla="*/ 2147483647 w 441"/>
              <a:gd name="T93" fmla="*/ 2147483647 h 276"/>
              <a:gd name="T94" fmla="*/ 2147483647 w 441"/>
              <a:gd name="T95" fmla="*/ 2147483647 h 276"/>
              <a:gd name="T96" fmla="*/ 2147483647 w 441"/>
              <a:gd name="T97" fmla="*/ 2147483647 h 276"/>
              <a:gd name="T98" fmla="*/ 2147483647 w 441"/>
              <a:gd name="T99" fmla="*/ 2147483647 h 276"/>
              <a:gd name="T100" fmla="*/ 2147483647 w 441"/>
              <a:gd name="T101" fmla="*/ 2147483647 h 276"/>
              <a:gd name="T102" fmla="*/ 2147483647 w 441"/>
              <a:gd name="T103" fmla="*/ 2147483647 h 276"/>
              <a:gd name="T104" fmla="*/ 2147483647 w 441"/>
              <a:gd name="T105" fmla="*/ 2147483647 h 276"/>
              <a:gd name="T106" fmla="*/ 2147483647 w 441"/>
              <a:gd name="T107" fmla="*/ 2147483647 h 276"/>
              <a:gd name="T108" fmla="*/ 2147483647 w 441"/>
              <a:gd name="T109" fmla="*/ 2147483647 h 276"/>
              <a:gd name="T110" fmla="*/ 2147483647 w 441"/>
              <a:gd name="T111" fmla="*/ 2147483647 h 276"/>
              <a:gd name="T112" fmla="*/ 2147483647 w 441"/>
              <a:gd name="T113" fmla="*/ 2147483647 h 276"/>
              <a:gd name="T114" fmla="*/ 2147483647 w 441"/>
              <a:gd name="T115" fmla="*/ 2147483647 h 276"/>
              <a:gd name="T116" fmla="*/ 2147483647 w 441"/>
              <a:gd name="T117" fmla="*/ 2147483647 h 276"/>
              <a:gd name="T118" fmla="*/ 2147483647 w 441"/>
              <a:gd name="T119" fmla="*/ 2147483647 h 276"/>
              <a:gd name="T120" fmla="*/ 2147483647 w 441"/>
              <a:gd name="T121" fmla="*/ 2147483647 h 276"/>
              <a:gd name="T122" fmla="*/ 2147483647 w 441"/>
              <a:gd name="T123" fmla="*/ 2147483647 h 276"/>
              <a:gd name="T124" fmla="*/ 2147483647 w 441"/>
              <a:gd name="T125" fmla="*/ 2147483647 h 27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441"/>
              <a:gd name="T190" fmla="*/ 0 h 276"/>
              <a:gd name="T191" fmla="*/ 441 w 441"/>
              <a:gd name="T192" fmla="*/ 276 h 27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441" h="276">
                <a:moveTo>
                  <a:pt x="43" y="32"/>
                </a:moveTo>
                <a:cubicBezTo>
                  <a:pt x="37" y="32"/>
                  <a:pt x="32" y="37"/>
                  <a:pt x="32" y="43"/>
                </a:cubicBezTo>
                <a:cubicBezTo>
                  <a:pt x="32" y="232"/>
                  <a:pt x="32" y="232"/>
                  <a:pt x="32" y="232"/>
                </a:cubicBezTo>
                <a:cubicBezTo>
                  <a:pt x="32" y="239"/>
                  <a:pt x="37" y="244"/>
                  <a:pt x="43" y="244"/>
                </a:cubicBezTo>
                <a:cubicBezTo>
                  <a:pt x="93" y="244"/>
                  <a:pt x="93" y="244"/>
                  <a:pt x="93" y="244"/>
                </a:cubicBezTo>
                <a:cubicBezTo>
                  <a:pt x="100" y="244"/>
                  <a:pt x="105" y="239"/>
                  <a:pt x="105" y="232"/>
                </a:cubicBezTo>
                <a:cubicBezTo>
                  <a:pt x="105" y="43"/>
                  <a:pt x="105" y="43"/>
                  <a:pt x="105" y="43"/>
                </a:cubicBezTo>
                <a:cubicBezTo>
                  <a:pt x="105" y="37"/>
                  <a:pt x="100" y="32"/>
                  <a:pt x="93" y="32"/>
                </a:cubicBezTo>
                <a:lnTo>
                  <a:pt x="43" y="32"/>
                </a:lnTo>
                <a:close/>
                <a:moveTo>
                  <a:pt x="421" y="79"/>
                </a:moveTo>
                <a:cubicBezTo>
                  <a:pt x="405" y="79"/>
                  <a:pt x="405" y="79"/>
                  <a:pt x="405" y="79"/>
                </a:cubicBezTo>
                <a:cubicBezTo>
                  <a:pt x="405" y="65"/>
                  <a:pt x="405" y="65"/>
                  <a:pt x="405" y="65"/>
                </a:cubicBezTo>
                <a:cubicBezTo>
                  <a:pt x="405" y="60"/>
                  <a:pt x="401" y="57"/>
                  <a:pt x="397" y="57"/>
                </a:cubicBezTo>
                <a:cubicBezTo>
                  <a:pt x="392" y="57"/>
                  <a:pt x="389" y="60"/>
                  <a:pt x="389" y="65"/>
                </a:cubicBezTo>
                <a:cubicBezTo>
                  <a:pt x="389" y="257"/>
                  <a:pt x="389" y="257"/>
                  <a:pt x="389" y="257"/>
                </a:cubicBezTo>
                <a:cubicBezTo>
                  <a:pt x="389" y="258"/>
                  <a:pt x="387" y="260"/>
                  <a:pt x="385" y="260"/>
                </a:cubicBezTo>
                <a:cubicBezTo>
                  <a:pt x="19" y="260"/>
                  <a:pt x="19" y="260"/>
                  <a:pt x="19" y="260"/>
                </a:cubicBezTo>
                <a:cubicBezTo>
                  <a:pt x="17" y="260"/>
                  <a:pt x="16" y="258"/>
                  <a:pt x="16" y="257"/>
                </a:cubicBezTo>
                <a:cubicBezTo>
                  <a:pt x="16" y="19"/>
                  <a:pt x="16" y="19"/>
                  <a:pt x="16" y="19"/>
                </a:cubicBezTo>
                <a:cubicBezTo>
                  <a:pt x="16" y="17"/>
                  <a:pt x="17" y="16"/>
                  <a:pt x="19" y="16"/>
                </a:cubicBezTo>
                <a:cubicBezTo>
                  <a:pt x="385" y="16"/>
                  <a:pt x="385" y="16"/>
                  <a:pt x="385" y="16"/>
                </a:cubicBezTo>
                <a:cubicBezTo>
                  <a:pt x="387" y="16"/>
                  <a:pt x="389" y="17"/>
                  <a:pt x="389" y="19"/>
                </a:cubicBezTo>
                <a:cubicBezTo>
                  <a:pt x="389" y="33"/>
                  <a:pt x="389" y="33"/>
                  <a:pt x="389" y="33"/>
                </a:cubicBezTo>
                <a:cubicBezTo>
                  <a:pt x="389" y="37"/>
                  <a:pt x="392" y="41"/>
                  <a:pt x="397" y="41"/>
                </a:cubicBezTo>
                <a:cubicBezTo>
                  <a:pt x="401" y="41"/>
                  <a:pt x="405" y="37"/>
                  <a:pt x="405" y="33"/>
                </a:cubicBezTo>
                <a:cubicBezTo>
                  <a:pt x="405" y="19"/>
                  <a:pt x="405" y="19"/>
                  <a:pt x="405" y="19"/>
                </a:cubicBezTo>
                <a:cubicBezTo>
                  <a:pt x="405" y="8"/>
                  <a:pt x="396" y="0"/>
                  <a:pt x="385" y="0"/>
                </a:cubicBezTo>
                <a:cubicBezTo>
                  <a:pt x="19" y="0"/>
                  <a:pt x="19" y="0"/>
                  <a:pt x="19" y="0"/>
                </a:cubicBezTo>
                <a:cubicBezTo>
                  <a:pt x="8" y="0"/>
                  <a:pt x="0" y="8"/>
                  <a:pt x="0" y="19"/>
                </a:cubicBezTo>
                <a:cubicBezTo>
                  <a:pt x="0" y="257"/>
                  <a:pt x="0" y="257"/>
                  <a:pt x="0" y="257"/>
                </a:cubicBezTo>
                <a:cubicBezTo>
                  <a:pt x="0" y="267"/>
                  <a:pt x="8" y="276"/>
                  <a:pt x="19" y="276"/>
                </a:cubicBezTo>
                <a:cubicBezTo>
                  <a:pt x="385" y="276"/>
                  <a:pt x="385" y="276"/>
                  <a:pt x="385" y="276"/>
                </a:cubicBezTo>
                <a:cubicBezTo>
                  <a:pt x="396" y="276"/>
                  <a:pt x="405" y="267"/>
                  <a:pt x="405" y="257"/>
                </a:cubicBezTo>
                <a:cubicBezTo>
                  <a:pt x="405" y="196"/>
                  <a:pt x="405" y="196"/>
                  <a:pt x="405" y="196"/>
                </a:cubicBezTo>
                <a:cubicBezTo>
                  <a:pt x="421" y="196"/>
                  <a:pt x="421" y="196"/>
                  <a:pt x="421" y="196"/>
                </a:cubicBezTo>
                <a:cubicBezTo>
                  <a:pt x="432" y="196"/>
                  <a:pt x="441" y="188"/>
                  <a:pt x="441" y="177"/>
                </a:cubicBezTo>
                <a:cubicBezTo>
                  <a:pt x="441" y="99"/>
                  <a:pt x="441" y="99"/>
                  <a:pt x="441" y="99"/>
                </a:cubicBezTo>
                <a:cubicBezTo>
                  <a:pt x="441" y="88"/>
                  <a:pt x="432" y="79"/>
                  <a:pt x="421" y="79"/>
                </a:cubicBezTo>
                <a:close/>
                <a:moveTo>
                  <a:pt x="425" y="177"/>
                </a:moveTo>
                <a:cubicBezTo>
                  <a:pt x="425" y="179"/>
                  <a:pt x="423" y="180"/>
                  <a:pt x="421" y="180"/>
                </a:cubicBezTo>
                <a:cubicBezTo>
                  <a:pt x="405" y="180"/>
                  <a:pt x="405" y="180"/>
                  <a:pt x="405" y="180"/>
                </a:cubicBezTo>
                <a:cubicBezTo>
                  <a:pt x="405" y="95"/>
                  <a:pt x="405" y="95"/>
                  <a:pt x="405" y="95"/>
                </a:cubicBezTo>
                <a:cubicBezTo>
                  <a:pt x="421" y="95"/>
                  <a:pt x="421" y="95"/>
                  <a:pt x="421" y="95"/>
                </a:cubicBezTo>
                <a:cubicBezTo>
                  <a:pt x="423" y="95"/>
                  <a:pt x="425" y="97"/>
                  <a:pt x="425" y="99"/>
                </a:cubicBezTo>
                <a:lnTo>
                  <a:pt x="425" y="177"/>
                </a:lnTo>
                <a:close/>
                <a:moveTo>
                  <a:pt x="221" y="32"/>
                </a:moveTo>
                <a:cubicBezTo>
                  <a:pt x="215" y="32"/>
                  <a:pt x="210" y="37"/>
                  <a:pt x="210" y="43"/>
                </a:cubicBezTo>
                <a:cubicBezTo>
                  <a:pt x="210" y="232"/>
                  <a:pt x="210" y="232"/>
                  <a:pt x="210" y="232"/>
                </a:cubicBezTo>
                <a:cubicBezTo>
                  <a:pt x="210" y="239"/>
                  <a:pt x="215" y="244"/>
                  <a:pt x="221" y="244"/>
                </a:cubicBezTo>
                <a:cubicBezTo>
                  <a:pt x="271" y="244"/>
                  <a:pt x="271" y="244"/>
                  <a:pt x="271" y="244"/>
                </a:cubicBezTo>
                <a:cubicBezTo>
                  <a:pt x="278" y="244"/>
                  <a:pt x="283" y="239"/>
                  <a:pt x="283" y="232"/>
                </a:cubicBezTo>
                <a:cubicBezTo>
                  <a:pt x="283" y="43"/>
                  <a:pt x="283" y="43"/>
                  <a:pt x="283" y="43"/>
                </a:cubicBezTo>
                <a:cubicBezTo>
                  <a:pt x="283" y="37"/>
                  <a:pt x="278" y="32"/>
                  <a:pt x="271" y="32"/>
                </a:cubicBezTo>
                <a:lnTo>
                  <a:pt x="221" y="32"/>
                </a:lnTo>
                <a:close/>
                <a:moveTo>
                  <a:pt x="132" y="32"/>
                </a:moveTo>
                <a:cubicBezTo>
                  <a:pt x="126" y="32"/>
                  <a:pt x="121" y="37"/>
                  <a:pt x="121" y="43"/>
                </a:cubicBezTo>
                <a:cubicBezTo>
                  <a:pt x="121" y="232"/>
                  <a:pt x="121" y="232"/>
                  <a:pt x="121" y="232"/>
                </a:cubicBezTo>
                <a:cubicBezTo>
                  <a:pt x="121" y="239"/>
                  <a:pt x="126" y="244"/>
                  <a:pt x="132" y="244"/>
                </a:cubicBezTo>
                <a:cubicBezTo>
                  <a:pt x="182" y="244"/>
                  <a:pt x="182" y="244"/>
                  <a:pt x="182" y="244"/>
                </a:cubicBezTo>
                <a:cubicBezTo>
                  <a:pt x="189" y="244"/>
                  <a:pt x="194" y="239"/>
                  <a:pt x="194" y="232"/>
                </a:cubicBezTo>
                <a:cubicBezTo>
                  <a:pt x="194" y="43"/>
                  <a:pt x="194" y="43"/>
                  <a:pt x="194" y="43"/>
                </a:cubicBezTo>
                <a:cubicBezTo>
                  <a:pt x="194" y="37"/>
                  <a:pt x="189" y="32"/>
                  <a:pt x="182" y="32"/>
                </a:cubicBezTo>
                <a:lnTo>
                  <a:pt x="132" y="32"/>
                </a:lnTo>
                <a:close/>
              </a:path>
            </a:pathLst>
          </a:custGeom>
          <a:solidFill>
            <a:schemeClr val="tx1"/>
          </a:solidFill>
          <a:ln w="9525">
            <a:noFill/>
            <a:round/>
            <a:headEnd/>
            <a:tailEnd/>
          </a:ln>
        </p:spPr>
        <p:txBody>
          <a:bodyPr/>
          <a:lstStyle/>
          <a:p>
            <a:endParaRPr lang="en-GB"/>
          </a:p>
        </p:txBody>
      </p:sp>
      <p:sp>
        <p:nvSpPr>
          <p:cNvPr id="31771" name="Rounded Rectangle 194"/>
          <p:cNvSpPr>
            <a:spLocks noChangeArrowheads="1"/>
          </p:cNvSpPr>
          <p:nvPr/>
        </p:nvSpPr>
        <p:spPr bwMode="auto">
          <a:xfrm>
            <a:off x="7972654" y="1672872"/>
            <a:ext cx="63500" cy="303213"/>
          </a:xfrm>
          <a:prstGeom prst="roundRect">
            <a:avLst>
              <a:gd name="adj" fmla="val 16667"/>
            </a:avLst>
          </a:prstGeom>
          <a:solidFill>
            <a:schemeClr val="tx1"/>
          </a:solidFill>
          <a:ln w="9525">
            <a:noFill/>
            <a:round/>
            <a:headEnd/>
            <a:tailEnd/>
          </a:ln>
        </p:spPr>
        <p:txBody>
          <a:bodyPr wrap="none" lIns="72000" rIns="72000"/>
          <a:lstStyle/>
          <a:p>
            <a:pPr>
              <a:spcBef>
                <a:spcPct val="50000"/>
              </a:spcBef>
            </a:pPr>
            <a:endParaRPr lang="en-US"/>
          </a:p>
        </p:txBody>
      </p:sp>
      <p:sp>
        <p:nvSpPr>
          <p:cNvPr id="31772" name="Freeform 3"/>
          <p:cNvSpPr>
            <a:spLocks noChangeAspect="1" noEditPoints="1"/>
          </p:cNvSpPr>
          <p:nvPr/>
        </p:nvSpPr>
        <p:spPr bwMode="auto">
          <a:xfrm>
            <a:off x="7702779" y="2469797"/>
            <a:ext cx="400050" cy="395288"/>
          </a:xfrm>
          <a:custGeom>
            <a:avLst/>
            <a:gdLst>
              <a:gd name="T0" fmla="*/ 2147483647 w 441"/>
              <a:gd name="T1" fmla="*/ 2147483647 h 276"/>
              <a:gd name="T2" fmla="*/ 2147483647 w 441"/>
              <a:gd name="T3" fmla="*/ 2147483647 h 276"/>
              <a:gd name="T4" fmla="*/ 2147483647 w 441"/>
              <a:gd name="T5" fmla="*/ 2147483647 h 276"/>
              <a:gd name="T6" fmla="*/ 2147483647 w 441"/>
              <a:gd name="T7" fmla="*/ 2147483647 h 276"/>
              <a:gd name="T8" fmla="*/ 2147483647 w 441"/>
              <a:gd name="T9" fmla="*/ 2147483647 h 276"/>
              <a:gd name="T10" fmla="*/ 2147483647 w 441"/>
              <a:gd name="T11" fmla="*/ 2147483647 h 276"/>
              <a:gd name="T12" fmla="*/ 2147483647 w 441"/>
              <a:gd name="T13" fmla="*/ 2147483647 h 276"/>
              <a:gd name="T14" fmla="*/ 2147483647 w 441"/>
              <a:gd name="T15" fmla="*/ 2147483647 h 276"/>
              <a:gd name="T16" fmla="*/ 2147483647 w 441"/>
              <a:gd name="T17" fmla="*/ 2147483647 h 276"/>
              <a:gd name="T18" fmla="*/ 2147483647 w 441"/>
              <a:gd name="T19" fmla="*/ 2147483647 h 276"/>
              <a:gd name="T20" fmla="*/ 2147483647 w 441"/>
              <a:gd name="T21" fmla="*/ 2147483647 h 276"/>
              <a:gd name="T22" fmla="*/ 2147483647 w 441"/>
              <a:gd name="T23" fmla="*/ 2147483647 h 276"/>
              <a:gd name="T24" fmla="*/ 2147483647 w 441"/>
              <a:gd name="T25" fmla="*/ 2147483647 h 276"/>
              <a:gd name="T26" fmla="*/ 2147483647 w 441"/>
              <a:gd name="T27" fmla="*/ 2147483647 h 276"/>
              <a:gd name="T28" fmla="*/ 2147483647 w 441"/>
              <a:gd name="T29" fmla="*/ 2147483647 h 276"/>
              <a:gd name="T30" fmla="*/ 2147483647 w 441"/>
              <a:gd name="T31" fmla="*/ 2147483647 h 276"/>
              <a:gd name="T32" fmla="*/ 2147483647 w 441"/>
              <a:gd name="T33" fmla="*/ 2147483647 h 276"/>
              <a:gd name="T34" fmla="*/ 2147483647 w 441"/>
              <a:gd name="T35" fmla="*/ 2147483647 h 276"/>
              <a:gd name="T36" fmla="*/ 2147483647 w 441"/>
              <a:gd name="T37" fmla="*/ 2147483647 h 276"/>
              <a:gd name="T38" fmla="*/ 2147483647 w 441"/>
              <a:gd name="T39" fmla="*/ 2147483647 h 276"/>
              <a:gd name="T40" fmla="*/ 2147483647 w 441"/>
              <a:gd name="T41" fmla="*/ 2147483647 h 276"/>
              <a:gd name="T42" fmla="*/ 2147483647 w 441"/>
              <a:gd name="T43" fmla="*/ 2147483647 h 276"/>
              <a:gd name="T44" fmla="*/ 2147483647 w 441"/>
              <a:gd name="T45" fmla="*/ 2147483647 h 276"/>
              <a:gd name="T46" fmla="*/ 2147483647 w 441"/>
              <a:gd name="T47" fmla="*/ 2147483647 h 276"/>
              <a:gd name="T48" fmla="*/ 2147483647 w 441"/>
              <a:gd name="T49" fmla="*/ 2147483647 h 276"/>
              <a:gd name="T50" fmla="*/ 2147483647 w 441"/>
              <a:gd name="T51" fmla="*/ 2147483647 h 276"/>
              <a:gd name="T52" fmla="*/ 2147483647 w 441"/>
              <a:gd name="T53" fmla="*/ 0 h 276"/>
              <a:gd name="T54" fmla="*/ 2147483647 w 441"/>
              <a:gd name="T55" fmla="*/ 0 h 276"/>
              <a:gd name="T56" fmla="*/ 0 w 441"/>
              <a:gd name="T57" fmla="*/ 2147483647 h 276"/>
              <a:gd name="T58" fmla="*/ 0 w 441"/>
              <a:gd name="T59" fmla="*/ 2147483647 h 276"/>
              <a:gd name="T60" fmla="*/ 2147483647 w 441"/>
              <a:gd name="T61" fmla="*/ 2147483647 h 276"/>
              <a:gd name="T62" fmla="*/ 2147483647 w 441"/>
              <a:gd name="T63" fmla="*/ 2147483647 h 276"/>
              <a:gd name="T64" fmla="*/ 2147483647 w 441"/>
              <a:gd name="T65" fmla="*/ 2147483647 h 276"/>
              <a:gd name="T66" fmla="*/ 2147483647 w 441"/>
              <a:gd name="T67" fmla="*/ 2147483647 h 276"/>
              <a:gd name="T68" fmla="*/ 2147483647 w 441"/>
              <a:gd name="T69" fmla="*/ 2147483647 h 276"/>
              <a:gd name="T70" fmla="*/ 2147483647 w 441"/>
              <a:gd name="T71" fmla="*/ 2147483647 h 276"/>
              <a:gd name="T72" fmla="*/ 2147483647 w 441"/>
              <a:gd name="T73" fmla="*/ 2147483647 h 276"/>
              <a:gd name="T74" fmla="*/ 2147483647 w 441"/>
              <a:gd name="T75" fmla="*/ 2147483647 h 276"/>
              <a:gd name="T76" fmla="*/ 2147483647 w 441"/>
              <a:gd name="T77" fmla="*/ 2147483647 h 276"/>
              <a:gd name="T78" fmla="*/ 2147483647 w 441"/>
              <a:gd name="T79" fmla="*/ 2147483647 h 276"/>
              <a:gd name="T80" fmla="*/ 2147483647 w 441"/>
              <a:gd name="T81" fmla="*/ 2147483647 h 276"/>
              <a:gd name="T82" fmla="*/ 2147483647 w 441"/>
              <a:gd name="T83" fmla="*/ 2147483647 h 276"/>
              <a:gd name="T84" fmla="*/ 2147483647 w 441"/>
              <a:gd name="T85" fmla="*/ 2147483647 h 276"/>
              <a:gd name="T86" fmla="*/ 2147483647 w 441"/>
              <a:gd name="T87" fmla="*/ 2147483647 h 276"/>
              <a:gd name="T88" fmla="*/ 2147483647 w 441"/>
              <a:gd name="T89" fmla="*/ 2147483647 h 276"/>
              <a:gd name="T90" fmla="*/ 2147483647 w 441"/>
              <a:gd name="T91" fmla="*/ 2147483647 h 276"/>
              <a:gd name="T92" fmla="*/ 2147483647 w 441"/>
              <a:gd name="T93" fmla="*/ 2147483647 h 276"/>
              <a:gd name="T94" fmla="*/ 2147483647 w 441"/>
              <a:gd name="T95" fmla="*/ 2147483647 h 276"/>
              <a:gd name="T96" fmla="*/ 2147483647 w 441"/>
              <a:gd name="T97" fmla="*/ 2147483647 h 276"/>
              <a:gd name="T98" fmla="*/ 2147483647 w 441"/>
              <a:gd name="T99" fmla="*/ 2147483647 h 276"/>
              <a:gd name="T100" fmla="*/ 2147483647 w 441"/>
              <a:gd name="T101" fmla="*/ 2147483647 h 276"/>
              <a:gd name="T102" fmla="*/ 2147483647 w 441"/>
              <a:gd name="T103" fmla="*/ 2147483647 h 276"/>
              <a:gd name="T104" fmla="*/ 2147483647 w 441"/>
              <a:gd name="T105" fmla="*/ 2147483647 h 276"/>
              <a:gd name="T106" fmla="*/ 2147483647 w 441"/>
              <a:gd name="T107" fmla="*/ 2147483647 h 276"/>
              <a:gd name="T108" fmla="*/ 2147483647 w 441"/>
              <a:gd name="T109" fmla="*/ 2147483647 h 276"/>
              <a:gd name="T110" fmla="*/ 2147483647 w 441"/>
              <a:gd name="T111" fmla="*/ 2147483647 h 276"/>
              <a:gd name="T112" fmla="*/ 2147483647 w 441"/>
              <a:gd name="T113" fmla="*/ 2147483647 h 276"/>
              <a:gd name="T114" fmla="*/ 2147483647 w 441"/>
              <a:gd name="T115" fmla="*/ 2147483647 h 276"/>
              <a:gd name="T116" fmla="*/ 2147483647 w 441"/>
              <a:gd name="T117" fmla="*/ 2147483647 h 276"/>
              <a:gd name="T118" fmla="*/ 2147483647 w 441"/>
              <a:gd name="T119" fmla="*/ 2147483647 h 276"/>
              <a:gd name="T120" fmla="*/ 2147483647 w 441"/>
              <a:gd name="T121" fmla="*/ 2147483647 h 276"/>
              <a:gd name="T122" fmla="*/ 2147483647 w 441"/>
              <a:gd name="T123" fmla="*/ 2147483647 h 276"/>
              <a:gd name="T124" fmla="*/ 2147483647 w 441"/>
              <a:gd name="T125" fmla="*/ 2147483647 h 27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441"/>
              <a:gd name="T190" fmla="*/ 0 h 276"/>
              <a:gd name="T191" fmla="*/ 441 w 441"/>
              <a:gd name="T192" fmla="*/ 276 h 27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441" h="276">
                <a:moveTo>
                  <a:pt x="43" y="32"/>
                </a:moveTo>
                <a:cubicBezTo>
                  <a:pt x="37" y="32"/>
                  <a:pt x="32" y="37"/>
                  <a:pt x="32" y="43"/>
                </a:cubicBezTo>
                <a:cubicBezTo>
                  <a:pt x="32" y="232"/>
                  <a:pt x="32" y="232"/>
                  <a:pt x="32" y="232"/>
                </a:cubicBezTo>
                <a:cubicBezTo>
                  <a:pt x="32" y="239"/>
                  <a:pt x="37" y="244"/>
                  <a:pt x="43" y="244"/>
                </a:cubicBezTo>
                <a:cubicBezTo>
                  <a:pt x="93" y="244"/>
                  <a:pt x="93" y="244"/>
                  <a:pt x="93" y="244"/>
                </a:cubicBezTo>
                <a:cubicBezTo>
                  <a:pt x="100" y="244"/>
                  <a:pt x="105" y="239"/>
                  <a:pt x="105" y="232"/>
                </a:cubicBezTo>
                <a:cubicBezTo>
                  <a:pt x="105" y="43"/>
                  <a:pt x="105" y="43"/>
                  <a:pt x="105" y="43"/>
                </a:cubicBezTo>
                <a:cubicBezTo>
                  <a:pt x="105" y="37"/>
                  <a:pt x="100" y="32"/>
                  <a:pt x="93" y="32"/>
                </a:cubicBezTo>
                <a:lnTo>
                  <a:pt x="43" y="32"/>
                </a:lnTo>
                <a:close/>
                <a:moveTo>
                  <a:pt x="421" y="79"/>
                </a:moveTo>
                <a:cubicBezTo>
                  <a:pt x="405" y="79"/>
                  <a:pt x="405" y="79"/>
                  <a:pt x="405" y="79"/>
                </a:cubicBezTo>
                <a:cubicBezTo>
                  <a:pt x="405" y="65"/>
                  <a:pt x="405" y="65"/>
                  <a:pt x="405" y="65"/>
                </a:cubicBezTo>
                <a:cubicBezTo>
                  <a:pt x="405" y="60"/>
                  <a:pt x="401" y="57"/>
                  <a:pt x="397" y="57"/>
                </a:cubicBezTo>
                <a:cubicBezTo>
                  <a:pt x="392" y="57"/>
                  <a:pt x="389" y="60"/>
                  <a:pt x="389" y="65"/>
                </a:cubicBezTo>
                <a:cubicBezTo>
                  <a:pt x="389" y="257"/>
                  <a:pt x="389" y="257"/>
                  <a:pt x="389" y="257"/>
                </a:cubicBezTo>
                <a:cubicBezTo>
                  <a:pt x="389" y="258"/>
                  <a:pt x="387" y="260"/>
                  <a:pt x="385" y="260"/>
                </a:cubicBezTo>
                <a:cubicBezTo>
                  <a:pt x="19" y="260"/>
                  <a:pt x="19" y="260"/>
                  <a:pt x="19" y="260"/>
                </a:cubicBezTo>
                <a:cubicBezTo>
                  <a:pt x="17" y="260"/>
                  <a:pt x="16" y="258"/>
                  <a:pt x="16" y="257"/>
                </a:cubicBezTo>
                <a:cubicBezTo>
                  <a:pt x="16" y="19"/>
                  <a:pt x="16" y="19"/>
                  <a:pt x="16" y="19"/>
                </a:cubicBezTo>
                <a:cubicBezTo>
                  <a:pt x="16" y="17"/>
                  <a:pt x="17" y="16"/>
                  <a:pt x="19" y="16"/>
                </a:cubicBezTo>
                <a:cubicBezTo>
                  <a:pt x="385" y="16"/>
                  <a:pt x="385" y="16"/>
                  <a:pt x="385" y="16"/>
                </a:cubicBezTo>
                <a:cubicBezTo>
                  <a:pt x="387" y="16"/>
                  <a:pt x="389" y="17"/>
                  <a:pt x="389" y="19"/>
                </a:cubicBezTo>
                <a:cubicBezTo>
                  <a:pt x="389" y="33"/>
                  <a:pt x="389" y="33"/>
                  <a:pt x="389" y="33"/>
                </a:cubicBezTo>
                <a:cubicBezTo>
                  <a:pt x="389" y="37"/>
                  <a:pt x="392" y="41"/>
                  <a:pt x="397" y="41"/>
                </a:cubicBezTo>
                <a:cubicBezTo>
                  <a:pt x="401" y="41"/>
                  <a:pt x="405" y="37"/>
                  <a:pt x="405" y="33"/>
                </a:cubicBezTo>
                <a:cubicBezTo>
                  <a:pt x="405" y="19"/>
                  <a:pt x="405" y="19"/>
                  <a:pt x="405" y="19"/>
                </a:cubicBezTo>
                <a:cubicBezTo>
                  <a:pt x="405" y="8"/>
                  <a:pt x="396" y="0"/>
                  <a:pt x="385" y="0"/>
                </a:cubicBezTo>
                <a:cubicBezTo>
                  <a:pt x="19" y="0"/>
                  <a:pt x="19" y="0"/>
                  <a:pt x="19" y="0"/>
                </a:cubicBezTo>
                <a:cubicBezTo>
                  <a:pt x="8" y="0"/>
                  <a:pt x="0" y="8"/>
                  <a:pt x="0" y="19"/>
                </a:cubicBezTo>
                <a:cubicBezTo>
                  <a:pt x="0" y="257"/>
                  <a:pt x="0" y="257"/>
                  <a:pt x="0" y="257"/>
                </a:cubicBezTo>
                <a:cubicBezTo>
                  <a:pt x="0" y="267"/>
                  <a:pt x="8" y="276"/>
                  <a:pt x="19" y="276"/>
                </a:cubicBezTo>
                <a:cubicBezTo>
                  <a:pt x="385" y="276"/>
                  <a:pt x="385" y="276"/>
                  <a:pt x="385" y="276"/>
                </a:cubicBezTo>
                <a:cubicBezTo>
                  <a:pt x="396" y="276"/>
                  <a:pt x="405" y="267"/>
                  <a:pt x="405" y="257"/>
                </a:cubicBezTo>
                <a:cubicBezTo>
                  <a:pt x="405" y="196"/>
                  <a:pt x="405" y="196"/>
                  <a:pt x="405" y="196"/>
                </a:cubicBezTo>
                <a:cubicBezTo>
                  <a:pt x="421" y="196"/>
                  <a:pt x="421" y="196"/>
                  <a:pt x="421" y="196"/>
                </a:cubicBezTo>
                <a:cubicBezTo>
                  <a:pt x="432" y="196"/>
                  <a:pt x="441" y="188"/>
                  <a:pt x="441" y="177"/>
                </a:cubicBezTo>
                <a:cubicBezTo>
                  <a:pt x="441" y="99"/>
                  <a:pt x="441" y="99"/>
                  <a:pt x="441" y="99"/>
                </a:cubicBezTo>
                <a:cubicBezTo>
                  <a:pt x="441" y="88"/>
                  <a:pt x="432" y="79"/>
                  <a:pt x="421" y="79"/>
                </a:cubicBezTo>
                <a:close/>
                <a:moveTo>
                  <a:pt x="425" y="177"/>
                </a:moveTo>
                <a:cubicBezTo>
                  <a:pt x="425" y="179"/>
                  <a:pt x="423" y="180"/>
                  <a:pt x="421" y="180"/>
                </a:cubicBezTo>
                <a:cubicBezTo>
                  <a:pt x="405" y="180"/>
                  <a:pt x="405" y="180"/>
                  <a:pt x="405" y="180"/>
                </a:cubicBezTo>
                <a:cubicBezTo>
                  <a:pt x="405" y="95"/>
                  <a:pt x="405" y="95"/>
                  <a:pt x="405" y="95"/>
                </a:cubicBezTo>
                <a:cubicBezTo>
                  <a:pt x="421" y="95"/>
                  <a:pt x="421" y="95"/>
                  <a:pt x="421" y="95"/>
                </a:cubicBezTo>
                <a:cubicBezTo>
                  <a:pt x="423" y="95"/>
                  <a:pt x="425" y="97"/>
                  <a:pt x="425" y="99"/>
                </a:cubicBezTo>
                <a:lnTo>
                  <a:pt x="425" y="177"/>
                </a:lnTo>
                <a:close/>
                <a:moveTo>
                  <a:pt x="221" y="32"/>
                </a:moveTo>
                <a:cubicBezTo>
                  <a:pt x="215" y="32"/>
                  <a:pt x="210" y="37"/>
                  <a:pt x="210" y="43"/>
                </a:cubicBezTo>
                <a:cubicBezTo>
                  <a:pt x="210" y="232"/>
                  <a:pt x="210" y="232"/>
                  <a:pt x="210" y="232"/>
                </a:cubicBezTo>
                <a:cubicBezTo>
                  <a:pt x="210" y="239"/>
                  <a:pt x="215" y="244"/>
                  <a:pt x="221" y="244"/>
                </a:cubicBezTo>
                <a:cubicBezTo>
                  <a:pt x="271" y="244"/>
                  <a:pt x="271" y="244"/>
                  <a:pt x="271" y="244"/>
                </a:cubicBezTo>
                <a:cubicBezTo>
                  <a:pt x="278" y="244"/>
                  <a:pt x="283" y="239"/>
                  <a:pt x="283" y="232"/>
                </a:cubicBezTo>
                <a:cubicBezTo>
                  <a:pt x="283" y="43"/>
                  <a:pt x="283" y="43"/>
                  <a:pt x="283" y="43"/>
                </a:cubicBezTo>
                <a:cubicBezTo>
                  <a:pt x="283" y="37"/>
                  <a:pt x="278" y="32"/>
                  <a:pt x="271" y="32"/>
                </a:cubicBezTo>
                <a:lnTo>
                  <a:pt x="221" y="32"/>
                </a:lnTo>
                <a:close/>
                <a:moveTo>
                  <a:pt x="132" y="32"/>
                </a:moveTo>
                <a:cubicBezTo>
                  <a:pt x="126" y="32"/>
                  <a:pt x="121" y="37"/>
                  <a:pt x="121" y="43"/>
                </a:cubicBezTo>
                <a:cubicBezTo>
                  <a:pt x="121" y="232"/>
                  <a:pt x="121" y="232"/>
                  <a:pt x="121" y="232"/>
                </a:cubicBezTo>
                <a:cubicBezTo>
                  <a:pt x="121" y="239"/>
                  <a:pt x="126" y="244"/>
                  <a:pt x="132" y="244"/>
                </a:cubicBezTo>
                <a:cubicBezTo>
                  <a:pt x="182" y="244"/>
                  <a:pt x="182" y="244"/>
                  <a:pt x="182" y="244"/>
                </a:cubicBezTo>
                <a:cubicBezTo>
                  <a:pt x="189" y="244"/>
                  <a:pt x="194" y="239"/>
                  <a:pt x="194" y="232"/>
                </a:cubicBezTo>
                <a:cubicBezTo>
                  <a:pt x="194" y="43"/>
                  <a:pt x="194" y="43"/>
                  <a:pt x="194" y="43"/>
                </a:cubicBezTo>
                <a:cubicBezTo>
                  <a:pt x="194" y="37"/>
                  <a:pt x="189" y="32"/>
                  <a:pt x="182" y="32"/>
                </a:cubicBezTo>
                <a:lnTo>
                  <a:pt x="132" y="32"/>
                </a:lnTo>
                <a:close/>
              </a:path>
            </a:pathLst>
          </a:custGeom>
          <a:solidFill>
            <a:schemeClr val="tx1"/>
          </a:solidFill>
          <a:ln w="9525">
            <a:noFill/>
            <a:round/>
            <a:headEnd/>
            <a:tailEnd/>
          </a:ln>
        </p:spPr>
        <p:txBody>
          <a:bodyPr/>
          <a:lstStyle/>
          <a:p>
            <a:endParaRPr lang="en-GB"/>
          </a:p>
        </p:txBody>
      </p:sp>
      <p:sp>
        <p:nvSpPr>
          <p:cNvPr id="31773" name="Rounded Rectangle 192"/>
          <p:cNvSpPr>
            <a:spLocks noChangeArrowheads="1"/>
          </p:cNvSpPr>
          <p:nvPr/>
        </p:nvSpPr>
        <p:spPr bwMode="auto">
          <a:xfrm>
            <a:off x="7972654" y="2517422"/>
            <a:ext cx="63500" cy="301625"/>
          </a:xfrm>
          <a:prstGeom prst="roundRect">
            <a:avLst>
              <a:gd name="adj" fmla="val 16667"/>
            </a:avLst>
          </a:prstGeom>
          <a:solidFill>
            <a:schemeClr val="tx1"/>
          </a:solidFill>
          <a:ln w="9525">
            <a:noFill/>
            <a:round/>
            <a:headEnd/>
            <a:tailEnd/>
          </a:ln>
        </p:spPr>
        <p:txBody>
          <a:bodyPr wrap="none" lIns="72000" rIns="72000"/>
          <a:lstStyle/>
          <a:p>
            <a:pPr>
              <a:spcBef>
                <a:spcPct val="50000"/>
              </a:spcBef>
            </a:pPr>
            <a:endParaRPr lang="en-US"/>
          </a:p>
        </p:txBody>
      </p:sp>
      <p:sp>
        <p:nvSpPr>
          <p:cNvPr id="31774" name="Freeform 3"/>
          <p:cNvSpPr>
            <a:spLocks noChangeAspect="1" noEditPoints="1"/>
          </p:cNvSpPr>
          <p:nvPr/>
        </p:nvSpPr>
        <p:spPr bwMode="auto">
          <a:xfrm>
            <a:off x="7702779" y="2892072"/>
            <a:ext cx="400050" cy="393700"/>
          </a:xfrm>
          <a:custGeom>
            <a:avLst/>
            <a:gdLst>
              <a:gd name="T0" fmla="*/ 2147483647 w 441"/>
              <a:gd name="T1" fmla="*/ 2147483647 h 276"/>
              <a:gd name="T2" fmla="*/ 2147483647 w 441"/>
              <a:gd name="T3" fmla="*/ 2147483647 h 276"/>
              <a:gd name="T4" fmla="*/ 2147483647 w 441"/>
              <a:gd name="T5" fmla="*/ 2147483647 h 276"/>
              <a:gd name="T6" fmla="*/ 2147483647 w 441"/>
              <a:gd name="T7" fmla="*/ 2147483647 h 276"/>
              <a:gd name="T8" fmla="*/ 2147483647 w 441"/>
              <a:gd name="T9" fmla="*/ 2147483647 h 276"/>
              <a:gd name="T10" fmla="*/ 2147483647 w 441"/>
              <a:gd name="T11" fmla="*/ 2147483647 h 276"/>
              <a:gd name="T12" fmla="*/ 2147483647 w 441"/>
              <a:gd name="T13" fmla="*/ 2147483647 h 276"/>
              <a:gd name="T14" fmla="*/ 2147483647 w 441"/>
              <a:gd name="T15" fmla="*/ 2147483647 h 276"/>
              <a:gd name="T16" fmla="*/ 2147483647 w 441"/>
              <a:gd name="T17" fmla="*/ 2147483647 h 276"/>
              <a:gd name="T18" fmla="*/ 2147483647 w 441"/>
              <a:gd name="T19" fmla="*/ 2147483647 h 276"/>
              <a:gd name="T20" fmla="*/ 2147483647 w 441"/>
              <a:gd name="T21" fmla="*/ 2147483647 h 276"/>
              <a:gd name="T22" fmla="*/ 2147483647 w 441"/>
              <a:gd name="T23" fmla="*/ 2147483647 h 276"/>
              <a:gd name="T24" fmla="*/ 2147483647 w 441"/>
              <a:gd name="T25" fmla="*/ 2147483647 h 276"/>
              <a:gd name="T26" fmla="*/ 2147483647 w 441"/>
              <a:gd name="T27" fmla="*/ 2147483647 h 276"/>
              <a:gd name="T28" fmla="*/ 2147483647 w 441"/>
              <a:gd name="T29" fmla="*/ 2147483647 h 276"/>
              <a:gd name="T30" fmla="*/ 2147483647 w 441"/>
              <a:gd name="T31" fmla="*/ 2147483647 h 276"/>
              <a:gd name="T32" fmla="*/ 2147483647 w 441"/>
              <a:gd name="T33" fmla="*/ 2147483647 h 276"/>
              <a:gd name="T34" fmla="*/ 2147483647 w 441"/>
              <a:gd name="T35" fmla="*/ 2147483647 h 276"/>
              <a:gd name="T36" fmla="*/ 2147483647 w 441"/>
              <a:gd name="T37" fmla="*/ 2147483647 h 276"/>
              <a:gd name="T38" fmla="*/ 2147483647 w 441"/>
              <a:gd name="T39" fmla="*/ 2147483647 h 276"/>
              <a:gd name="T40" fmla="*/ 2147483647 w 441"/>
              <a:gd name="T41" fmla="*/ 2147483647 h 276"/>
              <a:gd name="T42" fmla="*/ 2147483647 w 441"/>
              <a:gd name="T43" fmla="*/ 2147483647 h 276"/>
              <a:gd name="T44" fmla="*/ 2147483647 w 441"/>
              <a:gd name="T45" fmla="*/ 2147483647 h 276"/>
              <a:gd name="T46" fmla="*/ 2147483647 w 441"/>
              <a:gd name="T47" fmla="*/ 2147483647 h 276"/>
              <a:gd name="T48" fmla="*/ 2147483647 w 441"/>
              <a:gd name="T49" fmla="*/ 2147483647 h 276"/>
              <a:gd name="T50" fmla="*/ 2147483647 w 441"/>
              <a:gd name="T51" fmla="*/ 2147483647 h 276"/>
              <a:gd name="T52" fmla="*/ 2147483647 w 441"/>
              <a:gd name="T53" fmla="*/ 0 h 276"/>
              <a:gd name="T54" fmla="*/ 2147483647 w 441"/>
              <a:gd name="T55" fmla="*/ 0 h 276"/>
              <a:gd name="T56" fmla="*/ 0 w 441"/>
              <a:gd name="T57" fmla="*/ 2147483647 h 276"/>
              <a:gd name="T58" fmla="*/ 0 w 441"/>
              <a:gd name="T59" fmla="*/ 2147483647 h 276"/>
              <a:gd name="T60" fmla="*/ 2147483647 w 441"/>
              <a:gd name="T61" fmla="*/ 2147483647 h 276"/>
              <a:gd name="T62" fmla="*/ 2147483647 w 441"/>
              <a:gd name="T63" fmla="*/ 2147483647 h 276"/>
              <a:gd name="T64" fmla="*/ 2147483647 w 441"/>
              <a:gd name="T65" fmla="*/ 2147483647 h 276"/>
              <a:gd name="T66" fmla="*/ 2147483647 w 441"/>
              <a:gd name="T67" fmla="*/ 2147483647 h 276"/>
              <a:gd name="T68" fmla="*/ 2147483647 w 441"/>
              <a:gd name="T69" fmla="*/ 2147483647 h 276"/>
              <a:gd name="T70" fmla="*/ 2147483647 w 441"/>
              <a:gd name="T71" fmla="*/ 2147483647 h 276"/>
              <a:gd name="T72" fmla="*/ 2147483647 w 441"/>
              <a:gd name="T73" fmla="*/ 2147483647 h 276"/>
              <a:gd name="T74" fmla="*/ 2147483647 w 441"/>
              <a:gd name="T75" fmla="*/ 2147483647 h 276"/>
              <a:gd name="T76" fmla="*/ 2147483647 w 441"/>
              <a:gd name="T77" fmla="*/ 2147483647 h 276"/>
              <a:gd name="T78" fmla="*/ 2147483647 w 441"/>
              <a:gd name="T79" fmla="*/ 2147483647 h 276"/>
              <a:gd name="T80" fmla="*/ 2147483647 w 441"/>
              <a:gd name="T81" fmla="*/ 2147483647 h 276"/>
              <a:gd name="T82" fmla="*/ 2147483647 w 441"/>
              <a:gd name="T83" fmla="*/ 2147483647 h 276"/>
              <a:gd name="T84" fmla="*/ 2147483647 w 441"/>
              <a:gd name="T85" fmla="*/ 2147483647 h 276"/>
              <a:gd name="T86" fmla="*/ 2147483647 w 441"/>
              <a:gd name="T87" fmla="*/ 2147483647 h 276"/>
              <a:gd name="T88" fmla="*/ 2147483647 w 441"/>
              <a:gd name="T89" fmla="*/ 2147483647 h 276"/>
              <a:gd name="T90" fmla="*/ 2147483647 w 441"/>
              <a:gd name="T91" fmla="*/ 2147483647 h 276"/>
              <a:gd name="T92" fmla="*/ 2147483647 w 441"/>
              <a:gd name="T93" fmla="*/ 2147483647 h 276"/>
              <a:gd name="T94" fmla="*/ 2147483647 w 441"/>
              <a:gd name="T95" fmla="*/ 2147483647 h 276"/>
              <a:gd name="T96" fmla="*/ 2147483647 w 441"/>
              <a:gd name="T97" fmla="*/ 2147483647 h 276"/>
              <a:gd name="T98" fmla="*/ 2147483647 w 441"/>
              <a:gd name="T99" fmla="*/ 2147483647 h 276"/>
              <a:gd name="T100" fmla="*/ 2147483647 w 441"/>
              <a:gd name="T101" fmla="*/ 2147483647 h 276"/>
              <a:gd name="T102" fmla="*/ 2147483647 w 441"/>
              <a:gd name="T103" fmla="*/ 2147483647 h 276"/>
              <a:gd name="T104" fmla="*/ 2147483647 w 441"/>
              <a:gd name="T105" fmla="*/ 2147483647 h 276"/>
              <a:gd name="T106" fmla="*/ 2147483647 w 441"/>
              <a:gd name="T107" fmla="*/ 2147483647 h 276"/>
              <a:gd name="T108" fmla="*/ 2147483647 w 441"/>
              <a:gd name="T109" fmla="*/ 2147483647 h 276"/>
              <a:gd name="T110" fmla="*/ 2147483647 w 441"/>
              <a:gd name="T111" fmla="*/ 2147483647 h 276"/>
              <a:gd name="T112" fmla="*/ 2147483647 w 441"/>
              <a:gd name="T113" fmla="*/ 2147483647 h 276"/>
              <a:gd name="T114" fmla="*/ 2147483647 w 441"/>
              <a:gd name="T115" fmla="*/ 2147483647 h 276"/>
              <a:gd name="T116" fmla="*/ 2147483647 w 441"/>
              <a:gd name="T117" fmla="*/ 2147483647 h 276"/>
              <a:gd name="T118" fmla="*/ 2147483647 w 441"/>
              <a:gd name="T119" fmla="*/ 2147483647 h 276"/>
              <a:gd name="T120" fmla="*/ 2147483647 w 441"/>
              <a:gd name="T121" fmla="*/ 2147483647 h 276"/>
              <a:gd name="T122" fmla="*/ 2147483647 w 441"/>
              <a:gd name="T123" fmla="*/ 2147483647 h 276"/>
              <a:gd name="T124" fmla="*/ 2147483647 w 441"/>
              <a:gd name="T125" fmla="*/ 2147483647 h 27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441"/>
              <a:gd name="T190" fmla="*/ 0 h 276"/>
              <a:gd name="T191" fmla="*/ 441 w 441"/>
              <a:gd name="T192" fmla="*/ 276 h 27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441" h="276">
                <a:moveTo>
                  <a:pt x="43" y="32"/>
                </a:moveTo>
                <a:cubicBezTo>
                  <a:pt x="37" y="32"/>
                  <a:pt x="32" y="37"/>
                  <a:pt x="32" y="43"/>
                </a:cubicBezTo>
                <a:cubicBezTo>
                  <a:pt x="32" y="232"/>
                  <a:pt x="32" y="232"/>
                  <a:pt x="32" y="232"/>
                </a:cubicBezTo>
                <a:cubicBezTo>
                  <a:pt x="32" y="239"/>
                  <a:pt x="37" y="244"/>
                  <a:pt x="43" y="244"/>
                </a:cubicBezTo>
                <a:cubicBezTo>
                  <a:pt x="93" y="244"/>
                  <a:pt x="93" y="244"/>
                  <a:pt x="93" y="244"/>
                </a:cubicBezTo>
                <a:cubicBezTo>
                  <a:pt x="100" y="244"/>
                  <a:pt x="105" y="239"/>
                  <a:pt x="105" y="232"/>
                </a:cubicBezTo>
                <a:cubicBezTo>
                  <a:pt x="105" y="43"/>
                  <a:pt x="105" y="43"/>
                  <a:pt x="105" y="43"/>
                </a:cubicBezTo>
                <a:cubicBezTo>
                  <a:pt x="105" y="37"/>
                  <a:pt x="100" y="32"/>
                  <a:pt x="93" y="32"/>
                </a:cubicBezTo>
                <a:lnTo>
                  <a:pt x="43" y="32"/>
                </a:lnTo>
                <a:close/>
                <a:moveTo>
                  <a:pt x="421" y="79"/>
                </a:moveTo>
                <a:cubicBezTo>
                  <a:pt x="405" y="79"/>
                  <a:pt x="405" y="79"/>
                  <a:pt x="405" y="79"/>
                </a:cubicBezTo>
                <a:cubicBezTo>
                  <a:pt x="405" y="65"/>
                  <a:pt x="405" y="65"/>
                  <a:pt x="405" y="65"/>
                </a:cubicBezTo>
                <a:cubicBezTo>
                  <a:pt x="405" y="60"/>
                  <a:pt x="401" y="57"/>
                  <a:pt x="397" y="57"/>
                </a:cubicBezTo>
                <a:cubicBezTo>
                  <a:pt x="392" y="57"/>
                  <a:pt x="389" y="60"/>
                  <a:pt x="389" y="65"/>
                </a:cubicBezTo>
                <a:cubicBezTo>
                  <a:pt x="389" y="257"/>
                  <a:pt x="389" y="257"/>
                  <a:pt x="389" y="257"/>
                </a:cubicBezTo>
                <a:cubicBezTo>
                  <a:pt x="389" y="258"/>
                  <a:pt x="387" y="260"/>
                  <a:pt x="385" y="260"/>
                </a:cubicBezTo>
                <a:cubicBezTo>
                  <a:pt x="19" y="260"/>
                  <a:pt x="19" y="260"/>
                  <a:pt x="19" y="260"/>
                </a:cubicBezTo>
                <a:cubicBezTo>
                  <a:pt x="17" y="260"/>
                  <a:pt x="16" y="258"/>
                  <a:pt x="16" y="257"/>
                </a:cubicBezTo>
                <a:cubicBezTo>
                  <a:pt x="16" y="19"/>
                  <a:pt x="16" y="19"/>
                  <a:pt x="16" y="19"/>
                </a:cubicBezTo>
                <a:cubicBezTo>
                  <a:pt x="16" y="17"/>
                  <a:pt x="17" y="16"/>
                  <a:pt x="19" y="16"/>
                </a:cubicBezTo>
                <a:cubicBezTo>
                  <a:pt x="385" y="16"/>
                  <a:pt x="385" y="16"/>
                  <a:pt x="385" y="16"/>
                </a:cubicBezTo>
                <a:cubicBezTo>
                  <a:pt x="387" y="16"/>
                  <a:pt x="389" y="17"/>
                  <a:pt x="389" y="19"/>
                </a:cubicBezTo>
                <a:cubicBezTo>
                  <a:pt x="389" y="33"/>
                  <a:pt x="389" y="33"/>
                  <a:pt x="389" y="33"/>
                </a:cubicBezTo>
                <a:cubicBezTo>
                  <a:pt x="389" y="37"/>
                  <a:pt x="392" y="41"/>
                  <a:pt x="397" y="41"/>
                </a:cubicBezTo>
                <a:cubicBezTo>
                  <a:pt x="401" y="41"/>
                  <a:pt x="405" y="37"/>
                  <a:pt x="405" y="33"/>
                </a:cubicBezTo>
                <a:cubicBezTo>
                  <a:pt x="405" y="19"/>
                  <a:pt x="405" y="19"/>
                  <a:pt x="405" y="19"/>
                </a:cubicBezTo>
                <a:cubicBezTo>
                  <a:pt x="405" y="8"/>
                  <a:pt x="396" y="0"/>
                  <a:pt x="385" y="0"/>
                </a:cubicBezTo>
                <a:cubicBezTo>
                  <a:pt x="19" y="0"/>
                  <a:pt x="19" y="0"/>
                  <a:pt x="19" y="0"/>
                </a:cubicBezTo>
                <a:cubicBezTo>
                  <a:pt x="8" y="0"/>
                  <a:pt x="0" y="8"/>
                  <a:pt x="0" y="19"/>
                </a:cubicBezTo>
                <a:cubicBezTo>
                  <a:pt x="0" y="257"/>
                  <a:pt x="0" y="257"/>
                  <a:pt x="0" y="257"/>
                </a:cubicBezTo>
                <a:cubicBezTo>
                  <a:pt x="0" y="267"/>
                  <a:pt x="8" y="276"/>
                  <a:pt x="19" y="276"/>
                </a:cubicBezTo>
                <a:cubicBezTo>
                  <a:pt x="385" y="276"/>
                  <a:pt x="385" y="276"/>
                  <a:pt x="385" y="276"/>
                </a:cubicBezTo>
                <a:cubicBezTo>
                  <a:pt x="396" y="276"/>
                  <a:pt x="405" y="267"/>
                  <a:pt x="405" y="257"/>
                </a:cubicBezTo>
                <a:cubicBezTo>
                  <a:pt x="405" y="196"/>
                  <a:pt x="405" y="196"/>
                  <a:pt x="405" y="196"/>
                </a:cubicBezTo>
                <a:cubicBezTo>
                  <a:pt x="421" y="196"/>
                  <a:pt x="421" y="196"/>
                  <a:pt x="421" y="196"/>
                </a:cubicBezTo>
                <a:cubicBezTo>
                  <a:pt x="432" y="196"/>
                  <a:pt x="441" y="188"/>
                  <a:pt x="441" y="177"/>
                </a:cubicBezTo>
                <a:cubicBezTo>
                  <a:pt x="441" y="99"/>
                  <a:pt x="441" y="99"/>
                  <a:pt x="441" y="99"/>
                </a:cubicBezTo>
                <a:cubicBezTo>
                  <a:pt x="441" y="88"/>
                  <a:pt x="432" y="79"/>
                  <a:pt x="421" y="79"/>
                </a:cubicBezTo>
                <a:close/>
                <a:moveTo>
                  <a:pt x="425" y="177"/>
                </a:moveTo>
                <a:cubicBezTo>
                  <a:pt x="425" y="179"/>
                  <a:pt x="423" y="180"/>
                  <a:pt x="421" y="180"/>
                </a:cubicBezTo>
                <a:cubicBezTo>
                  <a:pt x="405" y="180"/>
                  <a:pt x="405" y="180"/>
                  <a:pt x="405" y="180"/>
                </a:cubicBezTo>
                <a:cubicBezTo>
                  <a:pt x="405" y="95"/>
                  <a:pt x="405" y="95"/>
                  <a:pt x="405" y="95"/>
                </a:cubicBezTo>
                <a:cubicBezTo>
                  <a:pt x="421" y="95"/>
                  <a:pt x="421" y="95"/>
                  <a:pt x="421" y="95"/>
                </a:cubicBezTo>
                <a:cubicBezTo>
                  <a:pt x="423" y="95"/>
                  <a:pt x="425" y="97"/>
                  <a:pt x="425" y="99"/>
                </a:cubicBezTo>
                <a:lnTo>
                  <a:pt x="425" y="177"/>
                </a:lnTo>
                <a:close/>
                <a:moveTo>
                  <a:pt x="221" y="32"/>
                </a:moveTo>
                <a:cubicBezTo>
                  <a:pt x="215" y="32"/>
                  <a:pt x="210" y="37"/>
                  <a:pt x="210" y="43"/>
                </a:cubicBezTo>
                <a:cubicBezTo>
                  <a:pt x="210" y="232"/>
                  <a:pt x="210" y="232"/>
                  <a:pt x="210" y="232"/>
                </a:cubicBezTo>
                <a:cubicBezTo>
                  <a:pt x="210" y="239"/>
                  <a:pt x="215" y="244"/>
                  <a:pt x="221" y="244"/>
                </a:cubicBezTo>
                <a:cubicBezTo>
                  <a:pt x="271" y="244"/>
                  <a:pt x="271" y="244"/>
                  <a:pt x="271" y="244"/>
                </a:cubicBezTo>
                <a:cubicBezTo>
                  <a:pt x="278" y="244"/>
                  <a:pt x="283" y="239"/>
                  <a:pt x="283" y="232"/>
                </a:cubicBezTo>
                <a:cubicBezTo>
                  <a:pt x="283" y="43"/>
                  <a:pt x="283" y="43"/>
                  <a:pt x="283" y="43"/>
                </a:cubicBezTo>
                <a:cubicBezTo>
                  <a:pt x="283" y="37"/>
                  <a:pt x="278" y="32"/>
                  <a:pt x="271" y="32"/>
                </a:cubicBezTo>
                <a:lnTo>
                  <a:pt x="221" y="32"/>
                </a:lnTo>
                <a:close/>
                <a:moveTo>
                  <a:pt x="132" y="32"/>
                </a:moveTo>
                <a:cubicBezTo>
                  <a:pt x="126" y="32"/>
                  <a:pt x="121" y="37"/>
                  <a:pt x="121" y="43"/>
                </a:cubicBezTo>
                <a:cubicBezTo>
                  <a:pt x="121" y="232"/>
                  <a:pt x="121" y="232"/>
                  <a:pt x="121" y="232"/>
                </a:cubicBezTo>
                <a:cubicBezTo>
                  <a:pt x="121" y="239"/>
                  <a:pt x="126" y="244"/>
                  <a:pt x="132" y="244"/>
                </a:cubicBezTo>
                <a:cubicBezTo>
                  <a:pt x="182" y="244"/>
                  <a:pt x="182" y="244"/>
                  <a:pt x="182" y="244"/>
                </a:cubicBezTo>
                <a:cubicBezTo>
                  <a:pt x="189" y="244"/>
                  <a:pt x="194" y="239"/>
                  <a:pt x="194" y="232"/>
                </a:cubicBezTo>
                <a:cubicBezTo>
                  <a:pt x="194" y="43"/>
                  <a:pt x="194" y="43"/>
                  <a:pt x="194" y="43"/>
                </a:cubicBezTo>
                <a:cubicBezTo>
                  <a:pt x="194" y="37"/>
                  <a:pt x="189" y="32"/>
                  <a:pt x="182" y="32"/>
                </a:cubicBezTo>
                <a:lnTo>
                  <a:pt x="132" y="32"/>
                </a:lnTo>
                <a:close/>
              </a:path>
            </a:pathLst>
          </a:custGeom>
          <a:solidFill>
            <a:schemeClr val="tx1"/>
          </a:solidFill>
          <a:ln w="9525">
            <a:noFill/>
            <a:round/>
            <a:headEnd/>
            <a:tailEnd/>
          </a:ln>
        </p:spPr>
        <p:txBody>
          <a:bodyPr/>
          <a:lstStyle/>
          <a:p>
            <a:endParaRPr lang="en-GB"/>
          </a:p>
        </p:txBody>
      </p:sp>
      <p:sp>
        <p:nvSpPr>
          <p:cNvPr id="31775" name="Rounded Rectangle 190"/>
          <p:cNvSpPr>
            <a:spLocks noChangeArrowheads="1"/>
          </p:cNvSpPr>
          <p:nvPr/>
        </p:nvSpPr>
        <p:spPr bwMode="auto">
          <a:xfrm>
            <a:off x="7972654" y="2938110"/>
            <a:ext cx="63500" cy="303212"/>
          </a:xfrm>
          <a:prstGeom prst="roundRect">
            <a:avLst>
              <a:gd name="adj" fmla="val 16667"/>
            </a:avLst>
          </a:prstGeom>
          <a:solidFill>
            <a:schemeClr val="tx1"/>
          </a:solidFill>
          <a:ln w="9525">
            <a:noFill/>
            <a:round/>
            <a:headEnd/>
            <a:tailEnd/>
          </a:ln>
        </p:spPr>
        <p:txBody>
          <a:bodyPr wrap="none" lIns="72000" rIns="72000"/>
          <a:lstStyle/>
          <a:p>
            <a:pPr>
              <a:spcBef>
                <a:spcPct val="50000"/>
              </a:spcBef>
            </a:pPr>
            <a:endParaRPr lang="en-US"/>
          </a:p>
        </p:txBody>
      </p:sp>
      <p:sp>
        <p:nvSpPr>
          <p:cNvPr id="31776" name="Freeform 3"/>
          <p:cNvSpPr>
            <a:spLocks noChangeAspect="1" noEditPoints="1"/>
          </p:cNvSpPr>
          <p:nvPr/>
        </p:nvSpPr>
        <p:spPr bwMode="auto">
          <a:xfrm>
            <a:off x="8159979" y="3314347"/>
            <a:ext cx="400050" cy="393700"/>
          </a:xfrm>
          <a:custGeom>
            <a:avLst/>
            <a:gdLst>
              <a:gd name="T0" fmla="*/ 2147483647 w 441"/>
              <a:gd name="T1" fmla="*/ 2147483647 h 276"/>
              <a:gd name="T2" fmla="*/ 2147483647 w 441"/>
              <a:gd name="T3" fmla="*/ 2147483647 h 276"/>
              <a:gd name="T4" fmla="*/ 2147483647 w 441"/>
              <a:gd name="T5" fmla="*/ 2147483647 h 276"/>
              <a:gd name="T6" fmla="*/ 2147483647 w 441"/>
              <a:gd name="T7" fmla="*/ 2147483647 h 276"/>
              <a:gd name="T8" fmla="*/ 2147483647 w 441"/>
              <a:gd name="T9" fmla="*/ 2147483647 h 276"/>
              <a:gd name="T10" fmla="*/ 2147483647 w 441"/>
              <a:gd name="T11" fmla="*/ 2147483647 h 276"/>
              <a:gd name="T12" fmla="*/ 2147483647 w 441"/>
              <a:gd name="T13" fmla="*/ 2147483647 h 276"/>
              <a:gd name="T14" fmla="*/ 2147483647 w 441"/>
              <a:gd name="T15" fmla="*/ 2147483647 h 276"/>
              <a:gd name="T16" fmla="*/ 2147483647 w 441"/>
              <a:gd name="T17" fmla="*/ 2147483647 h 276"/>
              <a:gd name="T18" fmla="*/ 2147483647 w 441"/>
              <a:gd name="T19" fmla="*/ 2147483647 h 276"/>
              <a:gd name="T20" fmla="*/ 2147483647 w 441"/>
              <a:gd name="T21" fmla="*/ 2147483647 h 276"/>
              <a:gd name="T22" fmla="*/ 2147483647 w 441"/>
              <a:gd name="T23" fmla="*/ 2147483647 h 276"/>
              <a:gd name="T24" fmla="*/ 2147483647 w 441"/>
              <a:gd name="T25" fmla="*/ 2147483647 h 276"/>
              <a:gd name="T26" fmla="*/ 2147483647 w 441"/>
              <a:gd name="T27" fmla="*/ 2147483647 h 276"/>
              <a:gd name="T28" fmla="*/ 2147483647 w 441"/>
              <a:gd name="T29" fmla="*/ 2147483647 h 276"/>
              <a:gd name="T30" fmla="*/ 2147483647 w 441"/>
              <a:gd name="T31" fmla="*/ 2147483647 h 276"/>
              <a:gd name="T32" fmla="*/ 2147483647 w 441"/>
              <a:gd name="T33" fmla="*/ 2147483647 h 276"/>
              <a:gd name="T34" fmla="*/ 2147483647 w 441"/>
              <a:gd name="T35" fmla="*/ 2147483647 h 276"/>
              <a:gd name="T36" fmla="*/ 2147483647 w 441"/>
              <a:gd name="T37" fmla="*/ 2147483647 h 276"/>
              <a:gd name="T38" fmla="*/ 2147483647 w 441"/>
              <a:gd name="T39" fmla="*/ 2147483647 h 276"/>
              <a:gd name="T40" fmla="*/ 2147483647 w 441"/>
              <a:gd name="T41" fmla="*/ 2147483647 h 276"/>
              <a:gd name="T42" fmla="*/ 2147483647 w 441"/>
              <a:gd name="T43" fmla="*/ 2147483647 h 276"/>
              <a:gd name="T44" fmla="*/ 2147483647 w 441"/>
              <a:gd name="T45" fmla="*/ 2147483647 h 276"/>
              <a:gd name="T46" fmla="*/ 2147483647 w 441"/>
              <a:gd name="T47" fmla="*/ 2147483647 h 276"/>
              <a:gd name="T48" fmla="*/ 2147483647 w 441"/>
              <a:gd name="T49" fmla="*/ 2147483647 h 276"/>
              <a:gd name="T50" fmla="*/ 2147483647 w 441"/>
              <a:gd name="T51" fmla="*/ 2147483647 h 276"/>
              <a:gd name="T52" fmla="*/ 2147483647 w 441"/>
              <a:gd name="T53" fmla="*/ 0 h 276"/>
              <a:gd name="T54" fmla="*/ 2147483647 w 441"/>
              <a:gd name="T55" fmla="*/ 0 h 276"/>
              <a:gd name="T56" fmla="*/ 0 w 441"/>
              <a:gd name="T57" fmla="*/ 2147483647 h 276"/>
              <a:gd name="T58" fmla="*/ 0 w 441"/>
              <a:gd name="T59" fmla="*/ 2147483647 h 276"/>
              <a:gd name="T60" fmla="*/ 2147483647 w 441"/>
              <a:gd name="T61" fmla="*/ 2147483647 h 276"/>
              <a:gd name="T62" fmla="*/ 2147483647 w 441"/>
              <a:gd name="T63" fmla="*/ 2147483647 h 276"/>
              <a:gd name="T64" fmla="*/ 2147483647 w 441"/>
              <a:gd name="T65" fmla="*/ 2147483647 h 276"/>
              <a:gd name="T66" fmla="*/ 2147483647 w 441"/>
              <a:gd name="T67" fmla="*/ 2147483647 h 276"/>
              <a:gd name="T68" fmla="*/ 2147483647 w 441"/>
              <a:gd name="T69" fmla="*/ 2147483647 h 276"/>
              <a:gd name="T70" fmla="*/ 2147483647 w 441"/>
              <a:gd name="T71" fmla="*/ 2147483647 h 276"/>
              <a:gd name="T72" fmla="*/ 2147483647 w 441"/>
              <a:gd name="T73" fmla="*/ 2147483647 h 276"/>
              <a:gd name="T74" fmla="*/ 2147483647 w 441"/>
              <a:gd name="T75" fmla="*/ 2147483647 h 276"/>
              <a:gd name="T76" fmla="*/ 2147483647 w 441"/>
              <a:gd name="T77" fmla="*/ 2147483647 h 276"/>
              <a:gd name="T78" fmla="*/ 2147483647 w 441"/>
              <a:gd name="T79" fmla="*/ 2147483647 h 276"/>
              <a:gd name="T80" fmla="*/ 2147483647 w 441"/>
              <a:gd name="T81" fmla="*/ 2147483647 h 276"/>
              <a:gd name="T82" fmla="*/ 2147483647 w 441"/>
              <a:gd name="T83" fmla="*/ 2147483647 h 276"/>
              <a:gd name="T84" fmla="*/ 2147483647 w 441"/>
              <a:gd name="T85" fmla="*/ 2147483647 h 276"/>
              <a:gd name="T86" fmla="*/ 2147483647 w 441"/>
              <a:gd name="T87" fmla="*/ 2147483647 h 276"/>
              <a:gd name="T88" fmla="*/ 2147483647 w 441"/>
              <a:gd name="T89" fmla="*/ 2147483647 h 276"/>
              <a:gd name="T90" fmla="*/ 2147483647 w 441"/>
              <a:gd name="T91" fmla="*/ 2147483647 h 276"/>
              <a:gd name="T92" fmla="*/ 2147483647 w 441"/>
              <a:gd name="T93" fmla="*/ 2147483647 h 276"/>
              <a:gd name="T94" fmla="*/ 2147483647 w 441"/>
              <a:gd name="T95" fmla="*/ 2147483647 h 276"/>
              <a:gd name="T96" fmla="*/ 2147483647 w 441"/>
              <a:gd name="T97" fmla="*/ 2147483647 h 276"/>
              <a:gd name="T98" fmla="*/ 2147483647 w 441"/>
              <a:gd name="T99" fmla="*/ 2147483647 h 276"/>
              <a:gd name="T100" fmla="*/ 2147483647 w 441"/>
              <a:gd name="T101" fmla="*/ 2147483647 h 276"/>
              <a:gd name="T102" fmla="*/ 2147483647 w 441"/>
              <a:gd name="T103" fmla="*/ 2147483647 h 276"/>
              <a:gd name="T104" fmla="*/ 2147483647 w 441"/>
              <a:gd name="T105" fmla="*/ 2147483647 h 276"/>
              <a:gd name="T106" fmla="*/ 2147483647 w 441"/>
              <a:gd name="T107" fmla="*/ 2147483647 h 276"/>
              <a:gd name="T108" fmla="*/ 2147483647 w 441"/>
              <a:gd name="T109" fmla="*/ 2147483647 h 276"/>
              <a:gd name="T110" fmla="*/ 2147483647 w 441"/>
              <a:gd name="T111" fmla="*/ 2147483647 h 276"/>
              <a:gd name="T112" fmla="*/ 2147483647 w 441"/>
              <a:gd name="T113" fmla="*/ 2147483647 h 276"/>
              <a:gd name="T114" fmla="*/ 2147483647 w 441"/>
              <a:gd name="T115" fmla="*/ 2147483647 h 276"/>
              <a:gd name="T116" fmla="*/ 2147483647 w 441"/>
              <a:gd name="T117" fmla="*/ 2147483647 h 276"/>
              <a:gd name="T118" fmla="*/ 2147483647 w 441"/>
              <a:gd name="T119" fmla="*/ 2147483647 h 276"/>
              <a:gd name="T120" fmla="*/ 2147483647 w 441"/>
              <a:gd name="T121" fmla="*/ 2147483647 h 276"/>
              <a:gd name="T122" fmla="*/ 2147483647 w 441"/>
              <a:gd name="T123" fmla="*/ 2147483647 h 276"/>
              <a:gd name="T124" fmla="*/ 2147483647 w 441"/>
              <a:gd name="T125" fmla="*/ 2147483647 h 27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441"/>
              <a:gd name="T190" fmla="*/ 0 h 276"/>
              <a:gd name="T191" fmla="*/ 441 w 441"/>
              <a:gd name="T192" fmla="*/ 276 h 27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441" h="276">
                <a:moveTo>
                  <a:pt x="43" y="32"/>
                </a:moveTo>
                <a:cubicBezTo>
                  <a:pt x="37" y="32"/>
                  <a:pt x="32" y="37"/>
                  <a:pt x="32" y="43"/>
                </a:cubicBezTo>
                <a:cubicBezTo>
                  <a:pt x="32" y="232"/>
                  <a:pt x="32" y="232"/>
                  <a:pt x="32" y="232"/>
                </a:cubicBezTo>
                <a:cubicBezTo>
                  <a:pt x="32" y="239"/>
                  <a:pt x="37" y="244"/>
                  <a:pt x="43" y="244"/>
                </a:cubicBezTo>
                <a:cubicBezTo>
                  <a:pt x="93" y="244"/>
                  <a:pt x="93" y="244"/>
                  <a:pt x="93" y="244"/>
                </a:cubicBezTo>
                <a:cubicBezTo>
                  <a:pt x="100" y="244"/>
                  <a:pt x="105" y="239"/>
                  <a:pt x="105" y="232"/>
                </a:cubicBezTo>
                <a:cubicBezTo>
                  <a:pt x="105" y="43"/>
                  <a:pt x="105" y="43"/>
                  <a:pt x="105" y="43"/>
                </a:cubicBezTo>
                <a:cubicBezTo>
                  <a:pt x="105" y="37"/>
                  <a:pt x="100" y="32"/>
                  <a:pt x="93" y="32"/>
                </a:cubicBezTo>
                <a:lnTo>
                  <a:pt x="43" y="32"/>
                </a:lnTo>
                <a:close/>
                <a:moveTo>
                  <a:pt x="421" y="79"/>
                </a:moveTo>
                <a:cubicBezTo>
                  <a:pt x="405" y="79"/>
                  <a:pt x="405" y="79"/>
                  <a:pt x="405" y="79"/>
                </a:cubicBezTo>
                <a:cubicBezTo>
                  <a:pt x="405" y="65"/>
                  <a:pt x="405" y="65"/>
                  <a:pt x="405" y="65"/>
                </a:cubicBezTo>
                <a:cubicBezTo>
                  <a:pt x="405" y="60"/>
                  <a:pt x="401" y="57"/>
                  <a:pt x="397" y="57"/>
                </a:cubicBezTo>
                <a:cubicBezTo>
                  <a:pt x="392" y="57"/>
                  <a:pt x="389" y="60"/>
                  <a:pt x="389" y="65"/>
                </a:cubicBezTo>
                <a:cubicBezTo>
                  <a:pt x="389" y="257"/>
                  <a:pt x="389" y="257"/>
                  <a:pt x="389" y="257"/>
                </a:cubicBezTo>
                <a:cubicBezTo>
                  <a:pt x="389" y="258"/>
                  <a:pt x="387" y="260"/>
                  <a:pt x="385" y="260"/>
                </a:cubicBezTo>
                <a:cubicBezTo>
                  <a:pt x="19" y="260"/>
                  <a:pt x="19" y="260"/>
                  <a:pt x="19" y="260"/>
                </a:cubicBezTo>
                <a:cubicBezTo>
                  <a:pt x="17" y="260"/>
                  <a:pt x="16" y="258"/>
                  <a:pt x="16" y="257"/>
                </a:cubicBezTo>
                <a:cubicBezTo>
                  <a:pt x="16" y="19"/>
                  <a:pt x="16" y="19"/>
                  <a:pt x="16" y="19"/>
                </a:cubicBezTo>
                <a:cubicBezTo>
                  <a:pt x="16" y="17"/>
                  <a:pt x="17" y="16"/>
                  <a:pt x="19" y="16"/>
                </a:cubicBezTo>
                <a:cubicBezTo>
                  <a:pt x="385" y="16"/>
                  <a:pt x="385" y="16"/>
                  <a:pt x="385" y="16"/>
                </a:cubicBezTo>
                <a:cubicBezTo>
                  <a:pt x="387" y="16"/>
                  <a:pt x="389" y="17"/>
                  <a:pt x="389" y="19"/>
                </a:cubicBezTo>
                <a:cubicBezTo>
                  <a:pt x="389" y="33"/>
                  <a:pt x="389" y="33"/>
                  <a:pt x="389" y="33"/>
                </a:cubicBezTo>
                <a:cubicBezTo>
                  <a:pt x="389" y="37"/>
                  <a:pt x="392" y="41"/>
                  <a:pt x="397" y="41"/>
                </a:cubicBezTo>
                <a:cubicBezTo>
                  <a:pt x="401" y="41"/>
                  <a:pt x="405" y="37"/>
                  <a:pt x="405" y="33"/>
                </a:cubicBezTo>
                <a:cubicBezTo>
                  <a:pt x="405" y="19"/>
                  <a:pt x="405" y="19"/>
                  <a:pt x="405" y="19"/>
                </a:cubicBezTo>
                <a:cubicBezTo>
                  <a:pt x="405" y="8"/>
                  <a:pt x="396" y="0"/>
                  <a:pt x="385" y="0"/>
                </a:cubicBezTo>
                <a:cubicBezTo>
                  <a:pt x="19" y="0"/>
                  <a:pt x="19" y="0"/>
                  <a:pt x="19" y="0"/>
                </a:cubicBezTo>
                <a:cubicBezTo>
                  <a:pt x="8" y="0"/>
                  <a:pt x="0" y="8"/>
                  <a:pt x="0" y="19"/>
                </a:cubicBezTo>
                <a:cubicBezTo>
                  <a:pt x="0" y="257"/>
                  <a:pt x="0" y="257"/>
                  <a:pt x="0" y="257"/>
                </a:cubicBezTo>
                <a:cubicBezTo>
                  <a:pt x="0" y="267"/>
                  <a:pt x="8" y="276"/>
                  <a:pt x="19" y="276"/>
                </a:cubicBezTo>
                <a:cubicBezTo>
                  <a:pt x="385" y="276"/>
                  <a:pt x="385" y="276"/>
                  <a:pt x="385" y="276"/>
                </a:cubicBezTo>
                <a:cubicBezTo>
                  <a:pt x="396" y="276"/>
                  <a:pt x="405" y="267"/>
                  <a:pt x="405" y="257"/>
                </a:cubicBezTo>
                <a:cubicBezTo>
                  <a:pt x="405" y="196"/>
                  <a:pt x="405" y="196"/>
                  <a:pt x="405" y="196"/>
                </a:cubicBezTo>
                <a:cubicBezTo>
                  <a:pt x="421" y="196"/>
                  <a:pt x="421" y="196"/>
                  <a:pt x="421" y="196"/>
                </a:cubicBezTo>
                <a:cubicBezTo>
                  <a:pt x="432" y="196"/>
                  <a:pt x="441" y="188"/>
                  <a:pt x="441" y="177"/>
                </a:cubicBezTo>
                <a:cubicBezTo>
                  <a:pt x="441" y="99"/>
                  <a:pt x="441" y="99"/>
                  <a:pt x="441" y="99"/>
                </a:cubicBezTo>
                <a:cubicBezTo>
                  <a:pt x="441" y="88"/>
                  <a:pt x="432" y="79"/>
                  <a:pt x="421" y="79"/>
                </a:cubicBezTo>
                <a:close/>
                <a:moveTo>
                  <a:pt x="425" y="177"/>
                </a:moveTo>
                <a:cubicBezTo>
                  <a:pt x="425" y="179"/>
                  <a:pt x="423" y="180"/>
                  <a:pt x="421" y="180"/>
                </a:cubicBezTo>
                <a:cubicBezTo>
                  <a:pt x="405" y="180"/>
                  <a:pt x="405" y="180"/>
                  <a:pt x="405" y="180"/>
                </a:cubicBezTo>
                <a:cubicBezTo>
                  <a:pt x="405" y="95"/>
                  <a:pt x="405" y="95"/>
                  <a:pt x="405" y="95"/>
                </a:cubicBezTo>
                <a:cubicBezTo>
                  <a:pt x="421" y="95"/>
                  <a:pt x="421" y="95"/>
                  <a:pt x="421" y="95"/>
                </a:cubicBezTo>
                <a:cubicBezTo>
                  <a:pt x="423" y="95"/>
                  <a:pt x="425" y="97"/>
                  <a:pt x="425" y="99"/>
                </a:cubicBezTo>
                <a:lnTo>
                  <a:pt x="425" y="177"/>
                </a:lnTo>
                <a:close/>
                <a:moveTo>
                  <a:pt x="221" y="32"/>
                </a:moveTo>
                <a:cubicBezTo>
                  <a:pt x="215" y="32"/>
                  <a:pt x="210" y="37"/>
                  <a:pt x="210" y="43"/>
                </a:cubicBezTo>
                <a:cubicBezTo>
                  <a:pt x="210" y="232"/>
                  <a:pt x="210" y="232"/>
                  <a:pt x="210" y="232"/>
                </a:cubicBezTo>
                <a:cubicBezTo>
                  <a:pt x="210" y="239"/>
                  <a:pt x="215" y="244"/>
                  <a:pt x="221" y="244"/>
                </a:cubicBezTo>
                <a:cubicBezTo>
                  <a:pt x="271" y="244"/>
                  <a:pt x="271" y="244"/>
                  <a:pt x="271" y="244"/>
                </a:cubicBezTo>
                <a:cubicBezTo>
                  <a:pt x="278" y="244"/>
                  <a:pt x="283" y="239"/>
                  <a:pt x="283" y="232"/>
                </a:cubicBezTo>
                <a:cubicBezTo>
                  <a:pt x="283" y="43"/>
                  <a:pt x="283" y="43"/>
                  <a:pt x="283" y="43"/>
                </a:cubicBezTo>
                <a:cubicBezTo>
                  <a:pt x="283" y="37"/>
                  <a:pt x="278" y="32"/>
                  <a:pt x="271" y="32"/>
                </a:cubicBezTo>
                <a:lnTo>
                  <a:pt x="221" y="32"/>
                </a:lnTo>
                <a:close/>
                <a:moveTo>
                  <a:pt x="132" y="32"/>
                </a:moveTo>
                <a:cubicBezTo>
                  <a:pt x="126" y="32"/>
                  <a:pt x="121" y="37"/>
                  <a:pt x="121" y="43"/>
                </a:cubicBezTo>
                <a:cubicBezTo>
                  <a:pt x="121" y="232"/>
                  <a:pt x="121" y="232"/>
                  <a:pt x="121" y="232"/>
                </a:cubicBezTo>
                <a:cubicBezTo>
                  <a:pt x="121" y="239"/>
                  <a:pt x="126" y="244"/>
                  <a:pt x="132" y="244"/>
                </a:cubicBezTo>
                <a:cubicBezTo>
                  <a:pt x="182" y="244"/>
                  <a:pt x="182" y="244"/>
                  <a:pt x="182" y="244"/>
                </a:cubicBezTo>
                <a:cubicBezTo>
                  <a:pt x="189" y="244"/>
                  <a:pt x="194" y="239"/>
                  <a:pt x="194" y="232"/>
                </a:cubicBezTo>
                <a:cubicBezTo>
                  <a:pt x="194" y="43"/>
                  <a:pt x="194" y="43"/>
                  <a:pt x="194" y="43"/>
                </a:cubicBezTo>
                <a:cubicBezTo>
                  <a:pt x="194" y="37"/>
                  <a:pt x="189" y="32"/>
                  <a:pt x="182" y="32"/>
                </a:cubicBezTo>
                <a:lnTo>
                  <a:pt x="132" y="32"/>
                </a:lnTo>
                <a:close/>
              </a:path>
            </a:pathLst>
          </a:custGeom>
          <a:blipFill dpi="0" rotWithShape="1">
            <a:blip r:embed="rId3"/>
            <a:srcRect/>
            <a:stretch>
              <a:fillRect/>
            </a:stretch>
          </a:blipFill>
          <a:ln w="9525">
            <a:noFill/>
            <a:round/>
            <a:headEnd/>
            <a:tailEnd/>
          </a:ln>
        </p:spPr>
        <p:txBody>
          <a:bodyPr/>
          <a:lstStyle/>
          <a:p>
            <a:endParaRPr lang="en-GB">
              <a:latin typeface="Times New Roman" panose="02020603050405020304" pitchFamily="18" charset="0"/>
              <a:cs typeface="Times New Roman" panose="02020603050405020304" pitchFamily="18" charset="0"/>
            </a:endParaRPr>
          </a:p>
        </p:txBody>
      </p:sp>
      <p:sp>
        <p:nvSpPr>
          <p:cNvPr id="31777" name="Rounded Rectangle 188"/>
          <p:cNvSpPr>
            <a:spLocks noChangeArrowheads="1"/>
          </p:cNvSpPr>
          <p:nvPr/>
        </p:nvSpPr>
        <p:spPr bwMode="auto">
          <a:xfrm>
            <a:off x="8429854" y="3360385"/>
            <a:ext cx="63500" cy="301625"/>
          </a:xfrm>
          <a:prstGeom prst="roundRect">
            <a:avLst>
              <a:gd name="adj" fmla="val 16667"/>
            </a:avLst>
          </a:prstGeom>
          <a:blipFill dpi="0" rotWithShape="1">
            <a:blip r:embed="rId45"/>
            <a:srcRect/>
            <a:stretch>
              <a:fillRect/>
            </a:stretch>
          </a:blipFill>
          <a:ln w="3175" algn="ctr">
            <a:noFill/>
            <a:round/>
            <a:headEnd/>
            <a:tailEnd/>
          </a:ln>
        </p:spPr>
        <p:txBody>
          <a:bodyPr wrap="none" lIns="72000" rIns="72000"/>
          <a:lstStyle/>
          <a:p>
            <a:pPr>
              <a:spcBef>
                <a:spcPct val="50000"/>
              </a:spcBef>
            </a:pPr>
            <a:endParaRPr lang="en-US">
              <a:latin typeface="Times New Roman" panose="02020603050405020304" pitchFamily="18" charset="0"/>
              <a:cs typeface="Times New Roman" panose="02020603050405020304" pitchFamily="18" charset="0"/>
            </a:endParaRPr>
          </a:p>
        </p:txBody>
      </p:sp>
      <p:sp>
        <p:nvSpPr>
          <p:cNvPr id="31778" name="Freeform 3"/>
          <p:cNvSpPr>
            <a:spLocks noChangeAspect="1" noEditPoints="1"/>
          </p:cNvSpPr>
          <p:nvPr/>
        </p:nvSpPr>
        <p:spPr bwMode="auto">
          <a:xfrm>
            <a:off x="7702779" y="2049110"/>
            <a:ext cx="400050" cy="393700"/>
          </a:xfrm>
          <a:custGeom>
            <a:avLst/>
            <a:gdLst>
              <a:gd name="T0" fmla="*/ 2147483647 w 441"/>
              <a:gd name="T1" fmla="*/ 2147483647 h 276"/>
              <a:gd name="T2" fmla="*/ 2147483647 w 441"/>
              <a:gd name="T3" fmla="*/ 2147483647 h 276"/>
              <a:gd name="T4" fmla="*/ 2147483647 w 441"/>
              <a:gd name="T5" fmla="*/ 2147483647 h 276"/>
              <a:gd name="T6" fmla="*/ 2147483647 w 441"/>
              <a:gd name="T7" fmla="*/ 2147483647 h 276"/>
              <a:gd name="T8" fmla="*/ 2147483647 w 441"/>
              <a:gd name="T9" fmla="*/ 2147483647 h 276"/>
              <a:gd name="T10" fmla="*/ 2147483647 w 441"/>
              <a:gd name="T11" fmla="*/ 2147483647 h 276"/>
              <a:gd name="T12" fmla="*/ 2147483647 w 441"/>
              <a:gd name="T13" fmla="*/ 2147483647 h 276"/>
              <a:gd name="T14" fmla="*/ 2147483647 w 441"/>
              <a:gd name="T15" fmla="*/ 2147483647 h 276"/>
              <a:gd name="T16" fmla="*/ 2147483647 w 441"/>
              <a:gd name="T17" fmla="*/ 2147483647 h 276"/>
              <a:gd name="T18" fmla="*/ 2147483647 w 441"/>
              <a:gd name="T19" fmla="*/ 2147483647 h 276"/>
              <a:gd name="T20" fmla="*/ 2147483647 w 441"/>
              <a:gd name="T21" fmla="*/ 2147483647 h 276"/>
              <a:gd name="T22" fmla="*/ 2147483647 w 441"/>
              <a:gd name="T23" fmla="*/ 2147483647 h 276"/>
              <a:gd name="T24" fmla="*/ 2147483647 w 441"/>
              <a:gd name="T25" fmla="*/ 2147483647 h 276"/>
              <a:gd name="T26" fmla="*/ 2147483647 w 441"/>
              <a:gd name="T27" fmla="*/ 2147483647 h 276"/>
              <a:gd name="T28" fmla="*/ 2147483647 w 441"/>
              <a:gd name="T29" fmla="*/ 2147483647 h 276"/>
              <a:gd name="T30" fmla="*/ 2147483647 w 441"/>
              <a:gd name="T31" fmla="*/ 2147483647 h 276"/>
              <a:gd name="T32" fmla="*/ 2147483647 w 441"/>
              <a:gd name="T33" fmla="*/ 2147483647 h 276"/>
              <a:gd name="T34" fmla="*/ 2147483647 w 441"/>
              <a:gd name="T35" fmla="*/ 2147483647 h 276"/>
              <a:gd name="T36" fmla="*/ 2147483647 w 441"/>
              <a:gd name="T37" fmla="*/ 2147483647 h 276"/>
              <a:gd name="T38" fmla="*/ 2147483647 w 441"/>
              <a:gd name="T39" fmla="*/ 2147483647 h 276"/>
              <a:gd name="T40" fmla="*/ 2147483647 w 441"/>
              <a:gd name="T41" fmla="*/ 2147483647 h 276"/>
              <a:gd name="T42" fmla="*/ 2147483647 w 441"/>
              <a:gd name="T43" fmla="*/ 2147483647 h 276"/>
              <a:gd name="T44" fmla="*/ 2147483647 w 441"/>
              <a:gd name="T45" fmla="*/ 2147483647 h 276"/>
              <a:gd name="T46" fmla="*/ 2147483647 w 441"/>
              <a:gd name="T47" fmla="*/ 2147483647 h 276"/>
              <a:gd name="T48" fmla="*/ 2147483647 w 441"/>
              <a:gd name="T49" fmla="*/ 2147483647 h 276"/>
              <a:gd name="T50" fmla="*/ 2147483647 w 441"/>
              <a:gd name="T51" fmla="*/ 2147483647 h 276"/>
              <a:gd name="T52" fmla="*/ 2147483647 w 441"/>
              <a:gd name="T53" fmla="*/ 0 h 276"/>
              <a:gd name="T54" fmla="*/ 2147483647 w 441"/>
              <a:gd name="T55" fmla="*/ 0 h 276"/>
              <a:gd name="T56" fmla="*/ 0 w 441"/>
              <a:gd name="T57" fmla="*/ 2147483647 h 276"/>
              <a:gd name="T58" fmla="*/ 0 w 441"/>
              <a:gd name="T59" fmla="*/ 2147483647 h 276"/>
              <a:gd name="T60" fmla="*/ 2147483647 w 441"/>
              <a:gd name="T61" fmla="*/ 2147483647 h 276"/>
              <a:gd name="T62" fmla="*/ 2147483647 w 441"/>
              <a:gd name="T63" fmla="*/ 2147483647 h 276"/>
              <a:gd name="T64" fmla="*/ 2147483647 w 441"/>
              <a:gd name="T65" fmla="*/ 2147483647 h 276"/>
              <a:gd name="T66" fmla="*/ 2147483647 w 441"/>
              <a:gd name="T67" fmla="*/ 2147483647 h 276"/>
              <a:gd name="T68" fmla="*/ 2147483647 w 441"/>
              <a:gd name="T69" fmla="*/ 2147483647 h 276"/>
              <a:gd name="T70" fmla="*/ 2147483647 w 441"/>
              <a:gd name="T71" fmla="*/ 2147483647 h 276"/>
              <a:gd name="T72" fmla="*/ 2147483647 w 441"/>
              <a:gd name="T73" fmla="*/ 2147483647 h 276"/>
              <a:gd name="T74" fmla="*/ 2147483647 w 441"/>
              <a:gd name="T75" fmla="*/ 2147483647 h 276"/>
              <a:gd name="T76" fmla="*/ 2147483647 w 441"/>
              <a:gd name="T77" fmla="*/ 2147483647 h 276"/>
              <a:gd name="T78" fmla="*/ 2147483647 w 441"/>
              <a:gd name="T79" fmla="*/ 2147483647 h 276"/>
              <a:gd name="T80" fmla="*/ 2147483647 w 441"/>
              <a:gd name="T81" fmla="*/ 2147483647 h 276"/>
              <a:gd name="T82" fmla="*/ 2147483647 w 441"/>
              <a:gd name="T83" fmla="*/ 2147483647 h 276"/>
              <a:gd name="T84" fmla="*/ 2147483647 w 441"/>
              <a:gd name="T85" fmla="*/ 2147483647 h 276"/>
              <a:gd name="T86" fmla="*/ 2147483647 w 441"/>
              <a:gd name="T87" fmla="*/ 2147483647 h 276"/>
              <a:gd name="T88" fmla="*/ 2147483647 w 441"/>
              <a:gd name="T89" fmla="*/ 2147483647 h 276"/>
              <a:gd name="T90" fmla="*/ 2147483647 w 441"/>
              <a:gd name="T91" fmla="*/ 2147483647 h 276"/>
              <a:gd name="T92" fmla="*/ 2147483647 w 441"/>
              <a:gd name="T93" fmla="*/ 2147483647 h 276"/>
              <a:gd name="T94" fmla="*/ 2147483647 w 441"/>
              <a:gd name="T95" fmla="*/ 2147483647 h 276"/>
              <a:gd name="T96" fmla="*/ 2147483647 w 441"/>
              <a:gd name="T97" fmla="*/ 2147483647 h 276"/>
              <a:gd name="T98" fmla="*/ 2147483647 w 441"/>
              <a:gd name="T99" fmla="*/ 2147483647 h 276"/>
              <a:gd name="T100" fmla="*/ 2147483647 w 441"/>
              <a:gd name="T101" fmla="*/ 2147483647 h 276"/>
              <a:gd name="T102" fmla="*/ 2147483647 w 441"/>
              <a:gd name="T103" fmla="*/ 2147483647 h 276"/>
              <a:gd name="T104" fmla="*/ 2147483647 w 441"/>
              <a:gd name="T105" fmla="*/ 2147483647 h 276"/>
              <a:gd name="T106" fmla="*/ 2147483647 w 441"/>
              <a:gd name="T107" fmla="*/ 2147483647 h 276"/>
              <a:gd name="T108" fmla="*/ 2147483647 w 441"/>
              <a:gd name="T109" fmla="*/ 2147483647 h 276"/>
              <a:gd name="T110" fmla="*/ 2147483647 w 441"/>
              <a:gd name="T111" fmla="*/ 2147483647 h 276"/>
              <a:gd name="T112" fmla="*/ 2147483647 w 441"/>
              <a:gd name="T113" fmla="*/ 2147483647 h 276"/>
              <a:gd name="T114" fmla="*/ 2147483647 w 441"/>
              <a:gd name="T115" fmla="*/ 2147483647 h 276"/>
              <a:gd name="T116" fmla="*/ 2147483647 w 441"/>
              <a:gd name="T117" fmla="*/ 2147483647 h 276"/>
              <a:gd name="T118" fmla="*/ 2147483647 w 441"/>
              <a:gd name="T119" fmla="*/ 2147483647 h 276"/>
              <a:gd name="T120" fmla="*/ 2147483647 w 441"/>
              <a:gd name="T121" fmla="*/ 2147483647 h 276"/>
              <a:gd name="T122" fmla="*/ 2147483647 w 441"/>
              <a:gd name="T123" fmla="*/ 2147483647 h 276"/>
              <a:gd name="T124" fmla="*/ 2147483647 w 441"/>
              <a:gd name="T125" fmla="*/ 2147483647 h 27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441"/>
              <a:gd name="T190" fmla="*/ 0 h 276"/>
              <a:gd name="T191" fmla="*/ 441 w 441"/>
              <a:gd name="T192" fmla="*/ 276 h 27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441" h="276">
                <a:moveTo>
                  <a:pt x="43" y="32"/>
                </a:moveTo>
                <a:cubicBezTo>
                  <a:pt x="37" y="32"/>
                  <a:pt x="32" y="37"/>
                  <a:pt x="32" y="43"/>
                </a:cubicBezTo>
                <a:cubicBezTo>
                  <a:pt x="32" y="232"/>
                  <a:pt x="32" y="232"/>
                  <a:pt x="32" y="232"/>
                </a:cubicBezTo>
                <a:cubicBezTo>
                  <a:pt x="32" y="239"/>
                  <a:pt x="37" y="244"/>
                  <a:pt x="43" y="244"/>
                </a:cubicBezTo>
                <a:cubicBezTo>
                  <a:pt x="93" y="244"/>
                  <a:pt x="93" y="244"/>
                  <a:pt x="93" y="244"/>
                </a:cubicBezTo>
                <a:cubicBezTo>
                  <a:pt x="100" y="244"/>
                  <a:pt x="105" y="239"/>
                  <a:pt x="105" y="232"/>
                </a:cubicBezTo>
                <a:cubicBezTo>
                  <a:pt x="105" y="43"/>
                  <a:pt x="105" y="43"/>
                  <a:pt x="105" y="43"/>
                </a:cubicBezTo>
                <a:cubicBezTo>
                  <a:pt x="105" y="37"/>
                  <a:pt x="100" y="32"/>
                  <a:pt x="93" y="32"/>
                </a:cubicBezTo>
                <a:lnTo>
                  <a:pt x="43" y="32"/>
                </a:lnTo>
                <a:close/>
                <a:moveTo>
                  <a:pt x="421" y="79"/>
                </a:moveTo>
                <a:cubicBezTo>
                  <a:pt x="405" y="79"/>
                  <a:pt x="405" y="79"/>
                  <a:pt x="405" y="79"/>
                </a:cubicBezTo>
                <a:cubicBezTo>
                  <a:pt x="405" y="65"/>
                  <a:pt x="405" y="65"/>
                  <a:pt x="405" y="65"/>
                </a:cubicBezTo>
                <a:cubicBezTo>
                  <a:pt x="405" y="60"/>
                  <a:pt x="401" y="57"/>
                  <a:pt x="397" y="57"/>
                </a:cubicBezTo>
                <a:cubicBezTo>
                  <a:pt x="392" y="57"/>
                  <a:pt x="389" y="60"/>
                  <a:pt x="389" y="65"/>
                </a:cubicBezTo>
                <a:cubicBezTo>
                  <a:pt x="389" y="257"/>
                  <a:pt x="389" y="257"/>
                  <a:pt x="389" y="257"/>
                </a:cubicBezTo>
                <a:cubicBezTo>
                  <a:pt x="389" y="258"/>
                  <a:pt x="387" y="260"/>
                  <a:pt x="385" y="260"/>
                </a:cubicBezTo>
                <a:cubicBezTo>
                  <a:pt x="19" y="260"/>
                  <a:pt x="19" y="260"/>
                  <a:pt x="19" y="260"/>
                </a:cubicBezTo>
                <a:cubicBezTo>
                  <a:pt x="17" y="260"/>
                  <a:pt x="16" y="258"/>
                  <a:pt x="16" y="257"/>
                </a:cubicBezTo>
                <a:cubicBezTo>
                  <a:pt x="16" y="19"/>
                  <a:pt x="16" y="19"/>
                  <a:pt x="16" y="19"/>
                </a:cubicBezTo>
                <a:cubicBezTo>
                  <a:pt x="16" y="17"/>
                  <a:pt x="17" y="16"/>
                  <a:pt x="19" y="16"/>
                </a:cubicBezTo>
                <a:cubicBezTo>
                  <a:pt x="385" y="16"/>
                  <a:pt x="385" y="16"/>
                  <a:pt x="385" y="16"/>
                </a:cubicBezTo>
                <a:cubicBezTo>
                  <a:pt x="387" y="16"/>
                  <a:pt x="389" y="17"/>
                  <a:pt x="389" y="19"/>
                </a:cubicBezTo>
                <a:cubicBezTo>
                  <a:pt x="389" y="33"/>
                  <a:pt x="389" y="33"/>
                  <a:pt x="389" y="33"/>
                </a:cubicBezTo>
                <a:cubicBezTo>
                  <a:pt x="389" y="37"/>
                  <a:pt x="392" y="41"/>
                  <a:pt x="397" y="41"/>
                </a:cubicBezTo>
                <a:cubicBezTo>
                  <a:pt x="401" y="41"/>
                  <a:pt x="405" y="37"/>
                  <a:pt x="405" y="33"/>
                </a:cubicBezTo>
                <a:cubicBezTo>
                  <a:pt x="405" y="19"/>
                  <a:pt x="405" y="19"/>
                  <a:pt x="405" y="19"/>
                </a:cubicBezTo>
                <a:cubicBezTo>
                  <a:pt x="405" y="8"/>
                  <a:pt x="396" y="0"/>
                  <a:pt x="385" y="0"/>
                </a:cubicBezTo>
                <a:cubicBezTo>
                  <a:pt x="19" y="0"/>
                  <a:pt x="19" y="0"/>
                  <a:pt x="19" y="0"/>
                </a:cubicBezTo>
                <a:cubicBezTo>
                  <a:pt x="8" y="0"/>
                  <a:pt x="0" y="8"/>
                  <a:pt x="0" y="19"/>
                </a:cubicBezTo>
                <a:cubicBezTo>
                  <a:pt x="0" y="257"/>
                  <a:pt x="0" y="257"/>
                  <a:pt x="0" y="257"/>
                </a:cubicBezTo>
                <a:cubicBezTo>
                  <a:pt x="0" y="267"/>
                  <a:pt x="8" y="276"/>
                  <a:pt x="19" y="276"/>
                </a:cubicBezTo>
                <a:cubicBezTo>
                  <a:pt x="385" y="276"/>
                  <a:pt x="385" y="276"/>
                  <a:pt x="385" y="276"/>
                </a:cubicBezTo>
                <a:cubicBezTo>
                  <a:pt x="396" y="276"/>
                  <a:pt x="405" y="267"/>
                  <a:pt x="405" y="257"/>
                </a:cubicBezTo>
                <a:cubicBezTo>
                  <a:pt x="405" y="196"/>
                  <a:pt x="405" y="196"/>
                  <a:pt x="405" y="196"/>
                </a:cubicBezTo>
                <a:cubicBezTo>
                  <a:pt x="421" y="196"/>
                  <a:pt x="421" y="196"/>
                  <a:pt x="421" y="196"/>
                </a:cubicBezTo>
                <a:cubicBezTo>
                  <a:pt x="432" y="196"/>
                  <a:pt x="441" y="188"/>
                  <a:pt x="441" y="177"/>
                </a:cubicBezTo>
                <a:cubicBezTo>
                  <a:pt x="441" y="99"/>
                  <a:pt x="441" y="99"/>
                  <a:pt x="441" y="99"/>
                </a:cubicBezTo>
                <a:cubicBezTo>
                  <a:pt x="441" y="88"/>
                  <a:pt x="432" y="79"/>
                  <a:pt x="421" y="79"/>
                </a:cubicBezTo>
                <a:close/>
                <a:moveTo>
                  <a:pt x="425" y="177"/>
                </a:moveTo>
                <a:cubicBezTo>
                  <a:pt x="425" y="179"/>
                  <a:pt x="423" y="180"/>
                  <a:pt x="421" y="180"/>
                </a:cubicBezTo>
                <a:cubicBezTo>
                  <a:pt x="405" y="180"/>
                  <a:pt x="405" y="180"/>
                  <a:pt x="405" y="180"/>
                </a:cubicBezTo>
                <a:cubicBezTo>
                  <a:pt x="405" y="95"/>
                  <a:pt x="405" y="95"/>
                  <a:pt x="405" y="95"/>
                </a:cubicBezTo>
                <a:cubicBezTo>
                  <a:pt x="421" y="95"/>
                  <a:pt x="421" y="95"/>
                  <a:pt x="421" y="95"/>
                </a:cubicBezTo>
                <a:cubicBezTo>
                  <a:pt x="423" y="95"/>
                  <a:pt x="425" y="97"/>
                  <a:pt x="425" y="99"/>
                </a:cubicBezTo>
                <a:lnTo>
                  <a:pt x="425" y="177"/>
                </a:lnTo>
                <a:close/>
                <a:moveTo>
                  <a:pt x="221" y="32"/>
                </a:moveTo>
                <a:cubicBezTo>
                  <a:pt x="215" y="32"/>
                  <a:pt x="210" y="37"/>
                  <a:pt x="210" y="43"/>
                </a:cubicBezTo>
                <a:cubicBezTo>
                  <a:pt x="210" y="232"/>
                  <a:pt x="210" y="232"/>
                  <a:pt x="210" y="232"/>
                </a:cubicBezTo>
                <a:cubicBezTo>
                  <a:pt x="210" y="239"/>
                  <a:pt x="215" y="244"/>
                  <a:pt x="221" y="244"/>
                </a:cubicBezTo>
                <a:cubicBezTo>
                  <a:pt x="271" y="244"/>
                  <a:pt x="271" y="244"/>
                  <a:pt x="271" y="244"/>
                </a:cubicBezTo>
                <a:cubicBezTo>
                  <a:pt x="278" y="244"/>
                  <a:pt x="283" y="239"/>
                  <a:pt x="283" y="232"/>
                </a:cubicBezTo>
                <a:cubicBezTo>
                  <a:pt x="283" y="43"/>
                  <a:pt x="283" y="43"/>
                  <a:pt x="283" y="43"/>
                </a:cubicBezTo>
                <a:cubicBezTo>
                  <a:pt x="283" y="37"/>
                  <a:pt x="278" y="32"/>
                  <a:pt x="271" y="32"/>
                </a:cubicBezTo>
                <a:lnTo>
                  <a:pt x="221" y="32"/>
                </a:lnTo>
                <a:close/>
                <a:moveTo>
                  <a:pt x="132" y="32"/>
                </a:moveTo>
                <a:cubicBezTo>
                  <a:pt x="126" y="32"/>
                  <a:pt x="121" y="37"/>
                  <a:pt x="121" y="43"/>
                </a:cubicBezTo>
                <a:cubicBezTo>
                  <a:pt x="121" y="232"/>
                  <a:pt x="121" y="232"/>
                  <a:pt x="121" y="232"/>
                </a:cubicBezTo>
                <a:cubicBezTo>
                  <a:pt x="121" y="239"/>
                  <a:pt x="126" y="244"/>
                  <a:pt x="132" y="244"/>
                </a:cubicBezTo>
                <a:cubicBezTo>
                  <a:pt x="182" y="244"/>
                  <a:pt x="182" y="244"/>
                  <a:pt x="182" y="244"/>
                </a:cubicBezTo>
                <a:cubicBezTo>
                  <a:pt x="189" y="244"/>
                  <a:pt x="194" y="239"/>
                  <a:pt x="194" y="232"/>
                </a:cubicBezTo>
                <a:cubicBezTo>
                  <a:pt x="194" y="43"/>
                  <a:pt x="194" y="43"/>
                  <a:pt x="194" y="43"/>
                </a:cubicBezTo>
                <a:cubicBezTo>
                  <a:pt x="194" y="37"/>
                  <a:pt x="189" y="32"/>
                  <a:pt x="182" y="32"/>
                </a:cubicBezTo>
                <a:lnTo>
                  <a:pt x="132" y="32"/>
                </a:lnTo>
                <a:close/>
              </a:path>
            </a:pathLst>
          </a:custGeom>
          <a:solidFill>
            <a:schemeClr val="tx1"/>
          </a:solidFill>
          <a:ln w="9525">
            <a:noFill/>
            <a:round/>
            <a:headEnd/>
            <a:tailEnd/>
          </a:ln>
        </p:spPr>
        <p:txBody>
          <a:bodyPr/>
          <a:lstStyle/>
          <a:p>
            <a:endParaRPr lang="en-GB"/>
          </a:p>
        </p:txBody>
      </p:sp>
      <p:sp>
        <p:nvSpPr>
          <p:cNvPr id="31779" name="Rounded Rectangle 186"/>
          <p:cNvSpPr>
            <a:spLocks noChangeArrowheads="1"/>
          </p:cNvSpPr>
          <p:nvPr/>
        </p:nvSpPr>
        <p:spPr bwMode="auto">
          <a:xfrm>
            <a:off x="7972654" y="2095147"/>
            <a:ext cx="63500" cy="301625"/>
          </a:xfrm>
          <a:prstGeom prst="roundRect">
            <a:avLst>
              <a:gd name="adj" fmla="val 16667"/>
            </a:avLst>
          </a:prstGeom>
          <a:solidFill>
            <a:schemeClr val="tx1"/>
          </a:solidFill>
          <a:ln w="9525">
            <a:noFill/>
            <a:round/>
            <a:headEnd/>
            <a:tailEnd/>
          </a:ln>
        </p:spPr>
        <p:txBody>
          <a:bodyPr wrap="none" lIns="72000" rIns="72000"/>
          <a:lstStyle/>
          <a:p>
            <a:pPr>
              <a:spcBef>
                <a:spcPct val="50000"/>
              </a:spcBef>
            </a:pPr>
            <a:endParaRPr lang="en-US"/>
          </a:p>
        </p:txBody>
      </p:sp>
      <p:sp>
        <p:nvSpPr>
          <p:cNvPr id="14371" name="Text Box 142"/>
          <p:cNvSpPr txBox="1">
            <a:spLocks noChangeArrowheads="1"/>
          </p:cNvSpPr>
          <p:nvPr/>
        </p:nvSpPr>
        <p:spPr bwMode="auto">
          <a:xfrm>
            <a:off x="4073754" y="1001360"/>
            <a:ext cx="1304925" cy="581025"/>
          </a:xfrm>
          <a:prstGeom prst="rect">
            <a:avLst/>
          </a:prstGeom>
          <a:solidFill>
            <a:srgbClr val="0066FF"/>
          </a:solidFill>
          <a:ln w="12700" algn="ctr">
            <a:noFill/>
            <a:miter lim="800000"/>
            <a:headEnd/>
            <a:tailEnd/>
          </a:ln>
        </p:spPr>
        <p:txBody>
          <a:bodyPr lIns="72000" rIns="72000">
            <a:spAutoFit/>
          </a:bodyPr>
          <a:lstStyle/>
          <a:p>
            <a:pPr algn="ctr">
              <a:spcBef>
                <a:spcPct val="50000"/>
              </a:spcBef>
              <a:defRPr/>
            </a:pPr>
            <a:r>
              <a:rPr lang="en-US" sz="1600" b="1">
                <a:solidFill>
                  <a:schemeClr val="bg1"/>
                </a:solidFill>
                <a:latin typeface="Arial" charset="0"/>
                <a:cs typeface="Arial" charset="0"/>
              </a:rPr>
              <a:t>Up to 10Gbps</a:t>
            </a:r>
          </a:p>
        </p:txBody>
      </p:sp>
      <p:sp>
        <p:nvSpPr>
          <p:cNvPr id="14372" name="Text Box 143"/>
          <p:cNvSpPr txBox="1">
            <a:spLocks noChangeArrowheads="1"/>
          </p:cNvSpPr>
          <p:nvPr/>
        </p:nvSpPr>
        <p:spPr bwMode="auto">
          <a:xfrm>
            <a:off x="7007454" y="1123597"/>
            <a:ext cx="1544637" cy="336550"/>
          </a:xfrm>
          <a:prstGeom prst="rect">
            <a:avLst/>
          </a:prstGeom>
          <a:solidFill>
            <a:srgbClr val="0066FF"/>
          </a:solidFill>
          <a:ln w="12700" algn="ctr">
            <a:noFill/>
            <a:miter lim="800000"/>
            <a:headEnd/>
            <a:tailEnd/>
          </a:ln>
        </p:spPr>
        <p:txBody>
          <a:bodyPr lIns="72000" rIns="72000">
            <a:spAutoFit/>
          </a:bodyPr>
          <a:lstStyle/>
          <a:p>
            <a:pPr algn="ctr">
              <a:spcBef>
                <a:spcPct val="50000"/>
              </a:spcBef>
              <a:defRPr/>
            </a:pPr>
            <a:r>
              <a:rPr lang="en-US" sz="1600" b="1">
                <a:solidFill>
                  <a:schemeClr val="bg1"/>
                </a:solidFill>
                <a:latin typeface="Arial" charset="0"/>
                <a:cs typeface="Arial" charset="0"/>
              </a:rPr>
              <a:t>10 years </a:t>
            </a:r>
          </a:p>
        </p:txBody>
      </p:sp>
      <p:sp>
        <p:nvSpPr>
          <p:cNvPr id="14373" name="Text Box 144"/>
          <p:cNvSpPr txBox="1">
            <a:spLocks noChangeArrowheads="1"/>
          </p:cNvSpPr>
          <p:nvPr/>
        </p:nvSpPr>
        <p:spPr bwMode="auto">
          <a:xfrm>
            <a:off x="2170341" y="1001360"/>
            <a:ext cx="1762125" cy="584200"/>
          </a:xfrm>
          <a:prstGeom prst="rect">
            <a:avLst/>
          </a:prstGeom>
          <a:solidFill>
            <a:srgbClr val="0066FF"/>
          </a:solidFill>
          <a:ln w="12700" algn="ctr">
            <a:noFill/>
            <a:miter lim="800000"/>
            <a:headEnd/>
            <a:tailEnd/>
          </a:ln>
        </p:spPr>
        <p:txBody>
          <a:bodyPr lIns="72000" rIns="72000">
            <a:spAutoFit/>
          </a:bodyPr>
          <a:lstStyle/>
          <a:p>
            <a:pPr algn="ctr">
              <a:spcBef>
                <a:spcPct val="50000"/>
              </a:spcBef>
              <a:defRPr/>
            </a:pPr>
            <a:r>
              <a:rPr lang="en-US" sz="1600" b="1">
                <a:solidFill>
                  <a:schemeClr val="bg1"/>
                </a:solidFill>
                <a:latin typeface="Arial" charset="0"/>
                <a:cs typeface="Arial" charset="0"/>
              </a:rPr>
              <a:t>50/500 B devices</a:t>
            </a:r>
          </a:p>
        </p:txBody>
      </p:sp>
      <p:sp>
        <p:nvSpPr>
          <p:cNvPr id="14374" name="Text Box 142"/>
          <p:cNvSpPr txBox="1">
            <a:spLocks noChangeArrowheads="1"/>
          </p:cNvSpPr>
          <p:nvPr/>
        </p:nvSpPr>
        <p:spPr bwMode="auto">
          <a:xfrm>
            <a:off x="5539016" y="1123597"/>
            <a:ext cx="1358900" cy="336550"/>
          </a:xfrm>
          <a:prstGeom prst="rect">
            <a:avLst/>
          </a:prstGeom>
          <a:solidFill>
            <a:srgbClr val="0066FF"/>
          </a:solidFill>
          <a:ln w="12700" algn="ctr">
            <a:noFill/>
            <a:miter lim="800000"/>
            <a:headEnd/>
            <a:tailEnd/>
          </a:ln>
        </p:spPr>
        <p:txBody>
          <a:bodyPr lIns="72000" rIns="72000">
            <a:spAutoFit/>
          </a:bodyPr>
          <a:lstStyle/>
          <a:p>
            <a:pPr algn="ctr">
              <a:spcBef>
                <a:spcPct val="50000"/>
              </a:spcBef>
              <a:defRPr/>
            </a:pPr>
            <a:r>
              <a:rPr lang="en-US" sz="1600" b="1">
                <a:solidFill>
                  <a:schemeClr val="bg1"/>
                </a:solidFill>
                <a:latin typeface="Arial" charset="0"/>
                <a:cs typeface="Arial" charset="0"/>
              </a:rPr>
              <a:t>Few ms E2E</a:t>
            </a:r>
          </a:p>
        </p:txBody>
      </p:sp>
      <p:sp>
        <p:nvSpPr>
          <p:cNvPr id="31784" name="Rectangle 146"/>
          <p:cNvSpPr>
            <a:spLocks noGrp="1"/>
          </p:cNvSpPr>
          <p:nvPr>
            <p:ph type="title" idx="4294967295"/>
          </p:nvPr>
        </p:nvSpPr>
        <p:spPr>
          <a:xfrm>
            <a:off x="240767" y="237384"/>
            <a:ext cx="4559833" cy="639762"/>
          </a:xfrm>
        </p:spPr>
        <p:txBody>
          <a:bodyPr>
            <a:normAutofit/>
          </a:bodyPr>
          <a:lstStyle/>
          <a:p>
            <a:r>
              <a:rPr lang="en-US" sz="2800" dirty="0">
                <a:solidFill>
                  <a:srgbClr val="0000CC"/>
                </a:solidFill>
                <a:latin typeface="Times New Roman" pitchFamily="18" charset="0"/>
                <a:cs typeface="Times New Roman" pitchFamily="18" charset="0"/>
              </a:rPr>
              <a:t>METIS Technical Objectives</a:t>
            </a:r>
          </a:p>
        </p:txBody>
      </p:sp>
      <p:sp>
        <p:nvSpPr>
          <p:cNvPr id="14376" name="Text Box 144"/>
          <p:cNvSpPr txBox="1">
            <a:spLocks noChangeArrowheads="1"/>
          </p:cNvSpPr>
          <p:nvPr/>
        </p:nvSpPr>
        <p:spPr bwMode="auto">
          <a:xfrm>
            <a:off x="435204" y="1001360"/>
            <a:ext cx="1614487" cy="581025"/>
          </a:xfrm>
          <a:prstGeom prst="rect">
            <a:avLst/>
          </a:prstGeom>
          <a:solidFill>
            <a:srgbClr val="0066FF"/>
          </a:solidFill>
          <a:ln w="12700" algn="ctr">
            <a:noFill/>
            <a:miter lim="800000"/>
            <a:headEnd/>
            <a:tailEnd/>
          </a:ln>
        </p:spPr>
        <p:txBody>
          <a:bodyPr lIns="72000" rIns="72000">
            <a:spAutoFit/>
          </a:bodyPr>
          <a:lstStyle/>
          <a:p>
            <a:pPr algn="ctr">
              <a:spcBef>
                <a:spcPct val="50000"/>
              </a:spcBef>
              <a:defRPr/>
            </a:pPr>
            <a:r>
              <a:rPr lang="en-US" sz="1600" b="1" dirty="0">
                <a:solidFill>
                  <a:schemeClr val="bg1"/>
                </a:solidFill>
                <a:latin typeface="Arial" charset="0"/>
                <a:cs typeface="Arial" charset="0"/>
              </a:rPr>
              <a:t>1000x data volume</a:t>
            </a:r>
          </a:p>
        </p:txBody>
      </p:sp>
      <p:sp>
        <p:nvSpPr>
          <p:cNvPr id="4" name="Rectangle 3">
            <a:extLst>
              <a:ext uri="{FF2B5EF4-FFF2-40B4-BE49-F238E27FC236}">
                <a16:creationId xmlns:a16="http://schemas.microsoft.com/office/drawing/2014/main" xmlns="" id="{F7DCA33C-3C72-4977-8299-0245BF1D73FA}"/>
              </a:ext>
            </a:extLst>
          </p:cNvPr>
          <p:cNvSpPr/>
          <p:nvPr/>
        </p:nvSpPr>
        <p:spPr>
          <a:xfrm>
            <a:off x="760656" y="5839138"/>
            <a:ext cx="4813285" cy="923330"/>
          </a:xfrm>
          <a:prstGeom prst="rect">
            <a:avLst/>
          </a:prstGeom>
          <a:solidFill>
            <a:srgbClr val="CCECFF"/>
          </a:solidFill>
        </p:spPr>
        <p:txBody>
          <a:bodyPr wrap="square">
            <a:spAutoFit/>
          </a:bodyPr>
          <a:lstStyle/>
          <a:p>
            <a:pPr algn="just"/>
            <a:r>
              <a:rPr lang="en-US" dirty="0">
                <a:latin typeface="Times New Roman" panose="02020603050405020304" pitchFamily="18" charset="0"/>
                <a:cs typeface="Times New Roman" panose="02020603050405020304" pitchFamily="18" charset="0"/>
              </a:rPr>
              <a:t>The advent of the Internet of Things and its applications, a wide verity of connected devices require wireless connectivity</a:t>
            </a:r>
          </a:p>
        </p:txBody>
      </p:sp>
      <p:sp>
        <p:nvSpPr>
          <p:cNvPr id="5" name="Arrow: Right 4">
            <a:extLst>
              <a:ext uri="{FF2B5EF4-FFF2-40B4-BE49-F238E27FC236}">
                <a16:creationId xmlns:a16="http://schemas.microsoft.com/office/drawing/2014/main" xmlns="" id="{9505D6E7-87BC-44DE-94F9-AC6FC319F340}"/>
              </a:ext>
            </a:extLst>
          </p:cNvPr>
          <p:cNvSpPr/>
          <p:nvPr/>
        </p:nvSpPr>
        <p:spPr>
          <a:xfrm rot="14919397">
            <a:off x="1060719" y="5180801"/>
            <a:ext cx="1024343" cy="188601"/>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Arrow: Right 148">
            <a:extLst>
              <a:ext uri="{FF2B5EF4-FFF2-40B4-BE49-F238E27FC236}">
                <a16:creationId xmlns:a16="http://schemas.microsoft.com/office/drawing/2014/main" xmlns="" id="{102C92A6-5BA9-4A09-BEFA-E3704D933945}"/>
              </a:ext>
            </a:extLst>
          </p:cNvPr>
          <p:cNvSpPr/>
          <p:nvPr/>
        </p:nvSpPr>
        <p:spPr>
          <a:xfrm rot="17485889">
            <a:off x="2176523" y="5295106"/>
            <a:ext cx="1024343" cy="188601"/>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advClick="0"/>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xmlns="" id="{0034C3A2-86A8-4A08-8B78-781D8CAC3429}"/>
              </a:ext>
            </a:extLst>
          </p:cNvPr>
          <p:cNvGrpSpPr/>
          <p:nvPr/>
        </p:nvGrpSpPr>
        <p:grpSpPr>
          <a:xfrm>
            <a:off x="76200" y="685800"/>
            <a:ext cx="8915400" cy="5638800"/>
            <a:chOff x="3964" y="892242"/>
            <a:chExt cx="8764490" cy="5410200"/>
          </a:xfrm>
        </p:grpSpPr>
        <p:sp>
          <p:nvSpPr>
            <p:cNvPr id="32772" name="Right Arrow 11"/>
            <p:cNvSpPr>
              <a:spLocks noChangeArrowheads="1"/>
            </p:cNvSpPr>
            <p:nvPr/>
          </p:nvSpPr>
          <p:spPr bwMode="auto">
            <a:xfrm rot="14305556">
              <a:off x="1101042" y="2806268"/>
              <a:ext cx="3323799" cy="1205065"/>
            </a:xfrm>
            <a:prstGeom prst="rightArrow">
              <a:avLst>
                <a:gd name="adj1" fmla="val 66824"/>
                <a:gd name="adj2" fmla="val 73415"/>
              </a:avLst>
            </a:prstGeom>
            <a:gradFill rotWithShape="1">
              <a:gsLst>
                <a:gs pos="0">
                  <a:srgbClr val="00B0F0"/>
                </a:gs>
                <a:gs pos="53999">
                  <a:srgbClr val="D6EDBC"/>
                </a:gs>
                <a:gs pos="83350">
                  <a:srgbClr val="FF0000"/>
                </a:gs>
                <a:gs pos="100000">
                  <a:srgbClr val="EAF5DF"/>
                </a:gs>
              </a:gsLst>
              <a:lin ang="0" scaled="1"/>
            </a:gradFill>
            <a:ln w="28575" algn="ctr">
              <a:noFill/>
              <a:round/>
              <a:headEnd/>
              <a:tailEnd/>
            </a:ln>
          </p:spPr>
          <p:txBody>
            <a:bodyPr rot="10800000" lIns="95782" tIns="47891" rIns="95782" bIns="47891" anchor="ctr"/>
            <a:lstStyle/>
            <a:p>
              <a:pPr algn="ctr" defTabSz="798513" eaLnBrk="0" hangingPunct="0">
                <a:lnSpc>
                  <a:spcPct val="90000"/>
                </a:lnSpc>
                <a:spcBef>
                  <a:spcPct val="30000"/>
                </a:spcBef>
                <a:buClr>
                  <a:schemeClr val="accent1"/>
                </a:buClr>
              </a:pPr>
              <a:endParaRPr lang="sv-SE" sz="1300">
                <a:solidFill>
                  <a:schemeClr val="bg1"/>
                </a:solidFill>
              </a:endParaRPr>
            </a:p>
          </p:txBody>
        </p:sp>
        <p:sp>
          <p:nvSpPr>
            <p:cNvPr id="32773" name="Right Arrow 11"/>
            <p:cNvSpPr>
              <a:spLocks noChangeArrowheads="1"/>
            </p:cNvSpPr>
            <p:nvPr/>
          </p:nvSpPr>
          <p:spPr bwMode="auto">
            <a:xfrm rot="17947648">
              <a:off x="3108124" y="3073699"/>
              <a:ext cx="3323799" cy="1205066"/>
            </a:xfrm>
            <a:prstGeom prst="rightArrow">
              <a:avLst>
                <a:gd name="adj1" fmla="val 66824"/>
                <a:gd name="adj2" fmla="val 74169"/>
              </a:avLst>
            </a:prstGeom>
            <a:gradFill rotWithShape="1">
              <a:gsLst>
                <a:gs pos="0">
                  <a:srgbClr val="00B0F0"/>
                </a:gs>
                <a:gs pos="53999">
                  <a:srgbClr val="D6EDBC"/>
                </a:gs>
                <a:gs pos="83350">
                  <a:srgbClr val="FF0000"/>
                </a:gs>
                <a:gs pos="100000">
                  <a:srgbClr val="EAF5DF"/>
                </a:gs>
              </a:gsLst>
              <a:lin ang="0" scaled="1"/>
            </a:gradFill>
            <a:ln w="28575" algn="ctr">
              <a:noFill/>
              <a:round/>
              <a:headEnd/>
              <a:tailEnd/>
            </a:ln>
          </p:spPr>
          <p:txBody>
            <a:bodyPr rot="10800000" lIns="95782" tIns="47891" rIns="95782" bIns="47891" anchor="ctr"/>
            <a:lstStyle/>
            <a:p>
              <a:pPr algn="ctr" defTabSz="798513" eaLnBrk="0" hangingPunct="0">
                <a:lnSpc>
                  <a:spcPct val="90000"/>
                </a:lnSpc>
                <a:spcBef>
                  <a:spcPct val="30000"/>
                </a:spcBef>
                <a:buClr>
                  <a:schemeClr val="accent1"/>
                </a:buClr>
              </a:pPr>
              <a:endParaRPr lang="sv-SE" sz="1300">
                <a:solidFill>
                  <a:schemeClr val="bg1"/>
                </a:solidFill>
              </a:endParaRPr>
            </a:p>
          </p:txBody>
        </p:sp>
        <p:sp>
          <p:nvSpPr>
            <p:cNvPr id="40970" name="Rectangle 24"/>
            <p:cNvSpPr>
              <a:spLocks noChangeArrowheads="1"/>
            </p:cNvSpPr>
            <p:nvPr/>
          </p:nvSpPr>
          <p:spPr bwMode="auto">
            <a:xfrm>
              <a:off x="2698454" y="1184291"/>
              <a:ext cx="2079353" cy="492968"/>
            </a:xfrm>
            <a:prstGeom prst="rect">
              <a:avLst/>
            </a:prstGeom>
            <a:noFill/>
            <a:ln w="9525">
              <a:noFill/>
              <a:miter lim="800000"/>
              <a:headEnd/>
              <a:tailEnd/>
            </a:ln>
          </p:spPr>
          <p:txBody>
            <a:bodyPr lIns="0" tIns="0" rIns="0" bIns="0">
              <a:spAutoFit/>
            </a:bodyPr>
            <a:lstStyle/>
            <a:p>
              <a:pPr algn="ctr" defTabSz="957263">
                <a:spcBef>
                  <a:spcPct val="50000"/>
                </a:spcBef>
                <a:defRPr/>
              </a:pPr>
              <a:r>
                <a:rPr lang="en-US" sz="3400" b="1" dirty="0">
                  <a:effectLst>
                    <a:outerShdw blurRad="38100" dist="38100" dir="2700000" algn="tl">
                      <a:srgbClr val="C0C0C0"/>
                    </a:outerShdw>
                  </a:effectLst>
                  <a:latin typeface="Arial" charset="0"/>
                  <a:cs typeface="Arial" charset="0"/>
                </a:rPr>
                <a:t>5G Future</a:t>
              </a:r>
            </a:p>
          </p:txBody>
        </p:sp>
        <p:sp>
          <p:nvSpPr>
            <p:cNvPr id="32776" name="Rechteck 82"/>
            <p:cNvSpPr>
              <a:spLocks noChangeArrowheads="1"/>
            </p:cNvSpPr>
            <p:nvPr/>
          </p:nvSpPr>
          <p:spPr bwMode="auto">
            <a:xfrm>
              <a:off x="4167491" y="2511781"/>
              <a:ext cx="2056005" cy="485499"/>
            </a:xfrm>
            <a:prstGeom prst="rect">
              <a:avLst/>
            </a:prstGeom>
            <a:noFill/>
            <a:ln w="9525">
              <a:noFill/>
              <a:miter lim="800000"/>
              <a:headEnd/>
              <a:tailEnd/>
            </a:ln>
          </p:spPr>
          <p:txBody>
            <a:bodyPr lIns="95782" tIns="47891" rIns="95782" bIns="47891">
              <a:spAutoFit/>
            </a:bodyPr>
            <a:lstStyle/>
            <a:p>
              <a:pPr algn="ctr" defTabSz="798513" eaLnBrk="0" hangingPunct="0">
                <a:lnSpc>
                  <a:spcPct val="90000"/>
                </a:lnSpc>
                <a:spcBef>
                  <a:spcPct val="30000"/>
                </a:spcBef>
                <a:buClr>
                  <a:schemeClr val="accent1"/>
                </a:buClr>
              </a:pPr>
              <a:r>
                <a:rPr lang="en-US" sz="1500" b="1">
                  <a:solidFill>
                    <a:schemeClr val="tx2"/>
                  </a:solidFill>
                </a:rPr>
                <a:t>Complementary </a:t>
              </a:r>
              <a:br>
                <a:rPr lang="en-US" sz="1500" b="1">
                  <a:solidFill>
                    <a:schemeClr val="tx2"/>
                  </a:solidFill>
                </a:rPr>
              </a:br>
              <a:r>
                <a:rPr lang="en-US" sz="1500" b="1">
                  <a:solidFill>
                    <a:schemeClr val="tx2"/>
                  </a:solidFill>
                </a:rPr>
                <a:t>new technologies </a:t>
              </a:r>
            </a:p>
          </p:txBody>
        </p:sp>
        <p:sp>
          <p:nvSpPr>
            <p:cNvPr id="32777" name="Textfeld 86"/>
            <p:cNvSpPr txBox="1">
              <a:spLocks noChangeArrowheads="1"/>
            </p:cNvSpPr>
            <p:nvPr/>
          </p:nvSpPr>
          <p:spPr bwMode="auto">
            <a:xfrm>
              <a:off x="5837278" y="2348192"/>
              <a:ext cx="2400973" cy="296772"/>
            </a:xfrm>
            <a:prstGeom prst="rect">
              <a:avLst/>
            </a:prstGeom>
            <a:noFill/>
            <a:ln w="9525">
              <a:noFill/>
              <a:miter lim="800000"/>
              <a:headEnd/>
              <a:tailEnd/>
            </a:ln>
          </p:spPr>
          <p:txBody>
            <a:bodyPr wrap="square" lIns="95782" tIns="47891" rIns="95782" bIns="47891">
              <a:spAutoFit/>
            </a:bodyPr>
            <a:lstStyle/>
            <a:p>
              <a:pPr marL="379413" indent="-379413" defTabSz="957263">
                <a:buFont typeface="Wingdings" pitchFamily="2" charset="2"/>
                <a:buChar char="Ø"/>
              </a:pPr>
              <a:r>
                <a:rPr lang="de-DE" sz="1300" b="1" dirty="0"/>
                <a:t>D2D Communications</a:t>
              </a:r>
            </a:p>
          </p:txBody>
        </p:sp>
        <p:sp>
          <p:nvSpPr>
            <p:cNvPr id="32779" name="Textfeld 89"/>
            <p:cNvSpPr txBox="1">
              <a:spLocks noChangeArrowheads="1"/>
            </p:cNvSpPr>
            <p:nvPr/>
          </p:nvSpPr>
          <p:spPr bwMode="auto">
            <a:xfrm>
              <a:off x="5783759" y="3957827"/>
              <a:ext cx="2984695" cy="296772"/>
            </a:xfrm>
            <a:prstGeom prst="rect">
              <a:avLst/>
            </a:prstGeom>
            <a:noFill/>
            <a:ln w="9525">
              <a:noFill/>
              <a:miter lim="800000"/>
              <a:headEnd/>
              <a:tailEnd/>
            </a:ln>
          </p:spPr>
          <p:txBody>
            <a:bodyPr wrap="square" lIns="95782" tIns="47891" rIns="95782" bIns="47891">
              <a:spAutoFit/>
            </a:bodyPr>
            <a:lstStyle/>
            <a:p>
              <a:pPr marL="379413" indent="-379413" defTabSz="957263">
                <a:buFont typeface="Wingdings" pitchFamily="2" charset="2"/>
                <a:buChar char="Ø"/>
              </a:pPr>
              <a:r>
                <a:rPr lang="de-DE" sz="1300" b="1" dirty="0"/>
                <a:t>Ultra-Reliable Communications</a:t>
              </a:r>
            </a:p>
          </p:txBody>
        </p:sp>
        <p:sp>
          <p:nvSpPr>
            <p:cNvPr id="32780" name="Right Arrow 11"/>
            <p:cNvSpPr>
              <a:spLocks noChangeArrowheads="1"/>
            </p:cNvSpPr>
            <p:nvPr/>
          </p:nvSpPr>
          <p:spPr bwMode="auto">
            <a:xfrm rot="16200000">
              <a:off x="2128667" y="2682457"/>
              <a:ext cx="3325293" cy="1364616"/>
            </a:xfrm>
            <a:prstGeom prst="rightArrow">
              <a:avLst>
                <a:gd name="adj1" fmla="val 66824"/>
                <a:gd name="adj2" fmla="val 64860"/>
              </a:avLst>
            </a:prstGeom>
            <a:gradFill rotWithShape="1">
              <a:gsLst>
                <a:gs pos="0">
                  <a:srgbClr val="00B0F0"/>
                </a:gs>
                <a:gs pos="53999">
                  <a:srgbClr val="D6EDBC"/>
                </a:gs>
                <a:gs pos="83350">
                  <a:srgbClr val="FF0000"/>
                </a:gs>
                <a:gs pos="100000">
                  <a:srgbClr val="EAF5DF"/>
                </a:gs>
              </a:gsLst>
              <a:lin ang="0" scaled="1"/>
            </a:gradFill>
            <a:ln w="28575" algn="ctr">
              <a:noFill/>
              <a:round/>
              <a:headEnd/>
              <a:tailEnd/>
            </a:ln>
          </p:spPr>
          <p:txBody>
            <a:bodyPr rot="10800000" lIns="95782" tIns="47891" rIns="95782" bIns="47891" anchor="ctr"/>
            <a:lstStyle/>
            <a:p>
              <a:pPr algn="ctr" defTabSz="798513" eaLnBrk="0" hangingPunct="0">
                <a:lnSpc>
                  <a:spcPct val="90000"/>
                </a:lnSpc>
                <a:spcBef>
                  <a:spcPct val="30000"/>
                </a:spcBef>
                <a:buClr>
                  <a:schemeClr val="accent1"/>
                </a:buClr>
              </a:pPr>
              <a:endParaRPr lang="sv-SE" sz="1300">
                <a:solidFill>
                  <a:schemeClr val="bg1"/>
                </a:solidFill>
              </a:endParaRPr>
            </a:p>
          </p:txBody>
        </p:sp>
        <p:sp>
          <p:nvSpPr>
            <p:cNvPr id="32781" name="TextBox 31"/>
            <p:cNvSpPr txBox="1">
              <a:spLocks noChangeArrowheads="1"/>
            </p:cNvSpPr>
            <p:nvPr/>
          </p:nvSpPr>
          <p:spPr bwMode="auto">
            <a:xfrm>
              <a:off x="2759875" y="3952651"/>
              <a:ext cx="2267442" cy="262916"/>
            </a:xfrm>
            <a:prstGeom prst="rect">
              <a:avLst/>
            </a:prstGeom>
            <a:noFill/>
            <a:ln w="9525">
              <a:noFill/>
              <a:miter lim="800000"/>
              <a:headEnd/>
              <a:tailEnd/>
            </a:ln>
          </p:spPr>
          <p:txBody>
            <a:bodyPr lIns="95782" tIns="47891" rIns="95782" bIns="47891">
              <a:spAutoFit/>
            </a:bodyPr>
            <a:lstStyle/>
            <a:p>
              <a:pPr algn="ctr" defTabSz="798513" eaLnBrk="0" hangingPunct="0">
                <a:lnSpc>
                  <a:spcPct val="90000"/>
                </a:lnSpc>
                <a:spcBef>
                  <a:spcPct val="30000"/>
                </a:spcBef>
                <a:buClr>
                  <a:schemeClr val="accent1"/>
                </a:buClr>
              </a:pPr>
              <a:r>
                <a:rPr lang="en-US" sz="1300" b="1" dirty="0"/>
                <a:t>Respond to traffic explosion</a:t>
              </a:r>
            </a:p>
          </p:txBody>
        </p:sp>
        <p:sp>
          <p:nvSpPr>
            <p:cNvPr id="32783" name="Rechteck 81"/>
            <p:cNvSpPr>
              <a:spLocks noChangeArrowheads="1"/>
            </p:cNvSpPr>
            <p:nvPr/>
          </p:nvSpPr>
          <p:spPr bwMode="auto">
            <a:xfrm>
              <a:off x="2931295" y="2290692"/>
              <a:ext cx="1707068" cy="307732"/>
            </a:xfrm>
            <a:prstGeom prst="rect">
              <a:avLst/>
            </a:prstGeom>
            <a:noFill/>
            <a:ln w="9525">
              <a:noFill/>
              <a:miter lim="800000"/>
              <a:headEnd/>
              <a:tailEnd/>
            </a:ln>
          </p:spPr>
          <p:txBody>
            <a:bodyPr lIns="95782" tIns="47891" rIns="95782" bIns="47891">
              <a:spAutoFit/>
            </a:bodyPr>
            <a:lstStyle/>
            <a:p>
              <a:pPr algn="ctr" defTabSz="957263"/>
              <a:r>
                <a:rPr lang="en-US" sz="1500" b="1">
                  <a:solidFill>
                    <a:schemeClr val="tx2"/>
                  </a:solidFill>
                </a:rPr>
                <a:t>Evolution</a:t>
              </a:r>
              <a:endParaRPr lang="de-DE" sz="1500">
                <a:solidFill>
                  <a:schemeClr val="tx2"/>
                </a:solidFill>
              </a:endParaRPr>
            </a:p>
          </p:txBody>
        </p:sp>
        <p:sp>
          <p:nvSpPr>
            <p:cNvPr id="32784" name="Textfeld 83"/>
            <p:cNvSpPr txBox="1">
              <a:spLocks noChangeArrowheads="1"/>
            </p:cNvSpPr>
            <p:nvPr/>
          </p:nvSpPr>
          <p:spPr bwMode="auto">
            <a:xfrm>
              <a:off x="453829" y="4429215"/>
              <a:ext cx="2170038" cy="296772"/>
            </a:xfrm>
            <a:prstGeom prst="rect">
              <a:avLst/>
            </a:prstGeom>
            <a:noFill/>
            <a:ln w="9525">
              <a:noFill/>
              <a:miter lim="800000"/>
              <a:headEnd/>
              <a:tailEnd/>
            </a:ln>
          </p:spPr>
          <p:txBody>
            <a:bodyPr wrap="square" lIns="95782" tIns="47891" rIns="95782" bIns="47891">
              <a:spAutoFit/>
            </a:bodyPr>
            <a:lstStyle/>
            <a:p>
              <a:pPr marL="379413" indent="-379413" defTabSz="957263">
                <a:buFont typeface="Wingdings" pitchFamily="2" charset="2"/>
                <a:buChar char="Ø"/>
              </a:pPr>
              <a:r>
                <a:rPr lang="de-DE" sz="1300" b="1" dirty="0"/>
                <a:t>Higher Frequencies</a:t>
              </a:r>
            </a:p>
          </p:txBody>
        </p:sp>
        <p:sp>
          <p:nvSpPr>
            <p:cNvPr id="32785" name="Textfeld 84"/>
            <p:cNvSpPr txBox="1">
              <a:spLocks noChangeArrowheads="1"/>
            </p:cNvSpPr>
            <p:nvPr/>
          </p:nvSpPr>
          <p:spPr bwMode="auto">
            <a:xfrm>
              <a:off x="340264" y="2791129"/>
              <a:ext cx="1760252" cy="279349"/>
            </a:xfrm>
            <a:prstGeom prst="rect">
              <a:avLst/>
            </a:prstGeom>
            <a:noFill/>
            <a:ln w="9525">
              <a:noFill/>
              <a:miter lim="800000"/>
              <a:headEnd/>
              <a:tailEnd/>
            </a:ln>
          </p:spPr>
          <p:txBody>
            <a:bodyPr lIns="95782" tIns="47891" rIns="95782" bIns="47891">
              <a:spAutoFit/>
            </a:bodyPr>
            <a:lstStyle/>
            <a:p>
              <a:pPr marL="379413" indent="-379413" defTabSz="957263">
                <a:buFont typeface="Wingdings" pitchFamily="2" charset="2"/>
                <a:buChar char="Ø"/>
              </a:pPr>
              <a:r>
                <a:rPr lang="de-DE" sz="1300" b="1" dirty="0"/>
                <a:t>Massive MIMO</a:t>
              </a:r>
            </a:p>
          </p:txBody>
        </p:sp>
        <p:sp>
          <p:nvSpPr>
            <p:cNvPr id="32786" name="Textfeld 85"/>
            <p:cNvSpPr txBox="1">
              <a:spLocks noChangeArrowheads="1"/>
            </p:cNvSpPr>
            <p:nvPr/>
          </p:nvSpPr>
          <p:spPr bwMode="auto">
            <a:xfrm>
              <a:off x="339577" y="3229432"/>
              <a:ext cx="2398541" cy="296772"/>
            </a:xfrm>
            <a:prstGeom prst="rect">
              <a:avLst/>
            </a:prstGeom>
            <a:noFill/>
            <a:ln w="9525">
              <a:noFill/>
              <a:miter lim="800000"/>
              <a:headEnd/>
              <a:tailEnd/>
            </a:ln>
          </p:spPr>
          <p:txBody>
            <a:bodyPr wrap="square" lIns="95782" tIns="47891" rIns="95782" bIns="47891">
              <a:spAutoFit/>
            </a:bodyPr>
            <a:lstStyle/>
            <a:p>
              <a:pPr marL="379413" indent="-379413" defTabSz="957263">
                <a:buFont typeface="Wingdings" pitchFamily="2" charset="2"/>
                <a:buChar char="Ø"/>
              </a:pPr>
              <a:r>
                <a:rPr lang="de-DE" sz="1300" b="1" dirty="0"/>
                <a:t>Ultra-DenseNetworks</a:t>
              </a:r>
            </a:p>
          </p:txBody>
        </p:sp>
        <p:sp>
          <p:nvSpPr>
            <p:cNvPr id="32787" name="Textfeld 34"/>
            <p:cNvSpPr txBox="1">
              <a:spLocks noChangeArrowheads="1"/>
            </p:cNvSpPr>
            <p:nvPr/>
          </p:nvSpPr>
          <p:spPr bwMode="auto">
            <a:xfrm>
              <a:off x="422579" y="3901054"/>
              <a:ext cx="2067389" cy="296772"/>
            </a:xfrm>
            <a:prstGeom prst="rect">
              <a:avLst/>
            </a:prstGeom>
            <a:noFill/>
            <a:ln w="9525">
              <a:noFill/>
              <a:miter lim="800000"/>
              <a:headEnd/>
              <a:tailEnd/>
            </a:ln>
          </p:spPr>
          <p:txBody>
            <a:bodyPr wrap="square" lIns="95782" tIns="47891" rIns="95782" bIns="47891">
              <a:spAutoFit/>
            </a:bodyPr>
            <a:lstStyle/>
            <a:p>
              <a:pPr marL="379413" indent="-379413" defTabSz="957263">
                <a:buFont typeface="Wingdings" pitchFamily="2" charset="2"/>
                <a:buChar char="Ø"/>
              </a:pPr>
              <a:r>
                <a:rPr lang="de-DE" sz="1300" b="1" dirty="0"/>
                <a:t>Moving Networks</a:t>
              </a:r>
            </a:p>
          </p:txBody>
        </p:sp>
        <p:sp>
          <p:nvSpPr>
            <p:cNvPr id="32792" name="Rechteck 81"/>
            <p:cNvSpPr>
              <a:spLocks noChangeArrowheads="1"/>
            </p:cNvSpPr>
            <p:nvPr/>
          </p:nvSpPr>
          <p:spPr bwMode="auto">
            <a:xfrm>
              <a:off x="2059601" y="2556596"/>
              <a:ext cx="1076646" cy="307732"/>
            </a:xfrm>
            <a:prstGeom prst="rect">
              <a:avLst/>
            </a:prstGeom>
            <a:noFill/>
            <a:ln w="9525">
              <a:noFill/>
              <a:miter lim="800000"/>
              <a:headEnd/>
              <a:tailEnd/>
            </a:ln>
          </p:spPr>
          <p:txBody>
            <a:bodyPr lIns="95782" tIns="47891" rIns="95782" bIns="47891">
              <a:spAutoFit/>
            </a:bodyPr>
            <a:lstStyle/>
            <a:p>
              <a:pPr algn="ctr" defTabSz="957263"/>
              <a:r>
                <a:rPr lang="en-US" sz="1500" b="1">
                  <a:solidFill>
                    <a:schemeClr val="tx2"/>
                  </a:solidFill>
                </a:rPr>
                <a:t>Revolution</a:t>
              </a:r>
              <a:endParaRPr lang="de-DE" sz="1500">
                <a:solidFill>
                  <a:schemeClr val="tx2"/>
                </a:solidFill>
              </a:endParaRPr>
            </a:p>
          </p:txBody>
        </p:sp>
        <p:sp>
          <p:nvSpPr>
            <p:cNvPr id="32794" name="Oval 90"/>
            <p:cNvSpPr>
              <a:spLocks noChangeArrowheads="1"/>
            </p:cNvSpPr>
            <p:nvPr/>
          </p:nvSpPr>
          <p:spPr bwMode="auto">
            <a:xfrm>
              <a:off x="1180122" y="4636378"/>
              <a:ext cx="5383230" cy="1323544"/>
            </a:xfrm>
            <a:prstGeom prst="ellipse">
              <a:avLst/>
            </a:prstGeom>
            <a:solidFill>
              <a:srgbClr val="99CCFF"/>
            </a:solidFill>
            <a:ln w="25400" algn="ctr">
              <a:noFill/>
              <a:prstDash val="sysDash"/>
              <a:round/>
              <a:headEnd/>
              <a:tailEnd/>
            </a:ln>
          </p:spPr>
          <p:txBody>
            <a:bodyPr lIns="95782" tIns="47891" rIns="95782" bIns="47891" anchor="ctr"/>
            <a:lstStyle/>
            <a:p>
              <a:pPr algn="ctr" defTabSz="957263">
                <a:spcBef>
                  <a:spcPct val="50000"/>
                </a:spcBef>
              </a:pPr>
              <a:endParaRPr lang="sv-SE" sz="5400"/>
            </a:p>
          </p:txBody>
        </p:sp>
        <p:sp>
          <p:nvSpPr>
            <p:cNvPr id="32795" name="TextBox 93"/>
            <p:cNvSpPr txBox="1">
              <a:spLocks noChangeArrowheads="1"/>
            </p:cNvSpPr>
            <p:nvPr/>
          </p:nvSpPr>
          <p:spPr bwMode="auto">
            <a:xfrm>
              <a:off x="2354056" y="4913879"/>
              <a:ext cx="2979586" cy="327550"/>
            </a:xfrm>
            <a:prstGeom prst="rect">
              <a:avLst/>
            </a:prstGeom>
            <a:noFill/>
            <a:ln w="9525">
              <a:noFill/>
              <a:miter lim="800000"/>
              <a:headEnd/>
              <a:tailEnd/>
            </a:ln>
          </p:spPr>
          <p:txBody>
            <a:bodyPr lIns="95782" tIns="47891" rIns="95782" bIns="47891">
              <a:spAutoFit/>
            </a:bodyPr>
            <a:lstStyle/>
            <a:p>
              <a:pPr algn="ctr" defTabSz="957263">
                <a:spcBef>
                  <a:spcPct val="50000"/>
                </a:spcBef>
              </a:pPr>
              <a:r>
                <a:rPr lang="en-US" sz="1500" b="1" dirty="0">
                  <a:solidFill>
                    <a:srgbClr val="FF0000"/>
                  </a:solidFill>
                </a:rPr>
                <a:t>Existing technologies in 2012</a:t>
              </a:r>
            </a:p>
          </p:txBody>
        </p:sp>
        <p:sp>
          <p:nvSpPr>
            <p:cNvPr id="40972" name="Oval 31"/>
            <p:cNvSpPr>
              <a:spLocks noChangeArrowheads="1"/>
            </p:cNvSpPr>
            <p:nvPr/>
          </p:nvSpPr>
          <p:spPr bwMode="auto">
            <a:xfrm>
              <a:off x="1631537" y="5130487"/>
              <a:ext cx="1306243" cy="368979"/>
            </a:xfrm>
            <a:prstGeom prst="ellipse">
              <a:avLst/>
            </a:prstGeom>
            <a:solidFill>
              <a:schemeClr val="bg2"/>
            </a:solidFill>
            <a:ln w="9525">
              <a:solidFill>
                <a:schemeClr val="tx1"/>
              </a:solidFill>
              <a:round/>
              <a:headEnd/>
              <a:tailEnd/>
            </a:ln>
          </p:spPr>
          <p:txBody>
            <a:bodyPr wrap="none" lIns="95782" tIns="47891" rIns="95782" bIns="47891" anchor="ctr"/>
            <a:lstStyle/>
            <a:p>
              <a:pPr algn="ctr" defTabSz="957263">
                <a:defRPr/>
              </a:pPr>
              <a:r>
                <a:rPr lang="en-US" sz="1500" b="1">
                  <a:effectLst>
                    <a:outerShdw blurRad="38100" dist="38100" dir="2700000" algn="tl">
                      <a:srgbClr val="FFFFFF"/>
                    </a:outerShdw>
                  </a:effectLst>
                  <a:latin typeface="Arial" charset="0"/>
                  <a:cs typeface="Arial" charset="0"/>
                </a:rPr>
                <a:t>3G</a:t>
              </a:r>
            </a:p>
          </p:txBody>
        </p:sp>
        <p:sp>
          <p:nvSpPr>
            <p:cNvPr id="40977" name="Oval 31"/>
            <p:cNvSpPr>
              <a:spLocks noChangeArrowheads="1"/>
            </p:cNvSpPr>
            <p:nvPr/>
          </p:nvSpPr>
          <p:spPr bwMode="auto">
            <a:xfrm>
              <a:off x="3241316" y="5255970"/>
              <a:ext cx="1260843" cy="368979"/>
            </a:xfrm>
            <a:prstGeom prst="ellipse">
              <a:avLst/>
            </a:prstGeom>
            <a:solidFill>
              <a:schemeClr val="bg2"/>
            </a:solidFill>
            <a:ln w="9525">
              <a:solidFill>
                <a:schemeClr val="tx1"/>
              </a:solidFill>
              <a:round/>
              <a:headEnd/>
              <a:tailEnd/>
            </a:ln>
          </p:spPr>
          <p:txBody>
            <a:bodyPr wrap="none" lIns="95782" tIns="47891" rIns="95782" bIns="47891" anchor="ctr"/>
            <a:lstStyle/>
            <a:p>
              <a:pPr algn="ctr" defTabSz="957263">
                <a:defRPr/>
              </a:pPr>
              <a:r>
                <a:rPr lang="en-US" sz="1500" b="1">
                  <a:effectLst>
                    <a:outerShdw blurRad="38100" dist="38100" dir="2700000" algn="tl">
                      <a:srgbClr val="FFFFFF"/>
                    </a:outerShdw>
                  </a:effectLst>
                  <a:latin typeface="Arial" charset="0"/>
                  <a:cs typeface="Arial" charset="0"/>
                </a:rPr>
                <a:t>4G</a:t>
              </a:r>
            </a:p>
          </p:txBody>
        </p:sp>
        <p:sp>
          <p:nvSpPr>
            <p:cNvPr id="40978" name="Oval 31"/>
            <p:cNvSpPr>
              <a:spLocks noChangeArrowheads="1"/>
            </p:cNvSpPr>
            <p:nvPr/>
          </p:nvSpPr>
          <p:spPr bwMode="auto">
            <a:xfrm>
              <a:off x="4765484" y="5102104"/>
              <a:ext cx="1171338" cy="361510"/>
            </a:xfrm>
            <a:prstGeom prst="ellipse">
              <a:avLst/>
            </a:prstGeom>
            <a:solidFill>
              <a:schemeClr val="bg2"/>
            </a:solidFill>
            <a:ln w="9525">
              <a:solidFill>
                <a:schemeClr val="tx1"/>
              </a:solidFill>
              <a:round/>
              <a:headEnd/>
              <a:tailEnd/>
            </a:ln>
          </p:spPr>
          <p:txBody>
            <a:bodyPr wrap="none" lIns="95782" tIns="47891" rIns="95782" bIns="47891" anchor="ctr"/>
            <a:lstStyle/>
            <a:p>
              <a:pPr algn="ctr" defTabSz="957263">
                <a:defRPr/>
              </a:pPr>
              <a:r>
                <a:rPr lang="en-US" sz="1500" b="1">
                  <a:effectLst>
                    <a:outerShdw blurRad="38100" dist="38100" dir="2700000" algn="tl">
                      <a:srgbClr val="FFFFFF"/>
                    </a:outerShdw>
                  </a:effectLst>
                  <a:latin typeface="Arial" charset="0"/>
                  <a:cs typeface="Arial" charset="0"/>
                </a:rPr>
                <a:t>Wifi</a:t>
              </a:r>
            </a:p>
          </p:txBody>
        </p:sp>
        <p:sp>
          <p:nvSpPr>
            <p:cNvPr id="32799" name="WordArt 34"/>
            <p:cNvSpPr>
              <a:spLocks noChangeArrowheads="1" noChangeShapeType="1" noTextEdit="1"/>
            </p:cNvSpPr>
            <p:nvPr/>
          </p:nvSpPr>
          <p:spPr bwMode="auto">
            <a:xfrm rot="20539052">
              <a:off x="2955940" y="2480411"/>
              <a:ext cx="289268" cy="155360"/>
            </a:xfrm>
            <a:prstGeom prst="rect">
              <a:avLst/>
            </a:prstGeom>
          </p:spPr>
          <p:txBody>
            <a:bodyPr spcFirstLastPara="1" wrap="none" fromWordArt="1">
              <a:prstTxWarp prst="textArchUp">
                <a:avLst>
                  <a:gd name="adj" fmla="val 10800005"/>
                </a:avLst>
              </a:prstTxWarp>
            </a:bodyPr>
            <a:lstStyle/>
            <a:p>
              <a:pPr algn="ctr"/>
              <a:r>
                <a:rPr lang="en-GB" sz="1000" kern="10" spc="200">
                  <a:ln w="9525">
                    <a:solidFill>
                      <a:srgbClr val="000000"/>
                    </a:solidFill>
                    <a:round/>
                    <a:headEnd/>
                    <a:tailEnd/>
                  </a:ln>
                  <a:solidFill>
                    <a:srgbClr val="000000"/>
                  </a:solidFill>
                  <a:latin typeface="Arial"/>
                  <a:cs typeface="Arial"/>
                </a:rPr>
                <a:t>and / or</a:t>
              </a:r>
            </a:p>
          </p:txBody>
        </p:sp>
        <p:sp>
          <p:nvSpPr>
            <p:cNvPr id="32800" name="WordArt 36"/>
            <p:cNvSpPr>
              <a:spLocks noChangeArrowheads="1" noChangeShapeType="1" noTextEdit="1"/>
            </p:cNvSpPr>
            <p:nvPr/>
          </p:nvSpPr>
          <p:spPr bwMode="auto">
            <a:xfrm rot="1281183">
              <a:off x="4345203" y="2466966"/>
              <a:ext cx="289267" cy="156854"/>
            </a:xfrm>
            <a:prstGeom prst="rect">
              <a:avLst/>
            </a:prstGeom>
          </p:spPr>
          <p:txBody>
            <a:bodyPr spcFirstLastPara="1" wrap="none" fromWordArt="1">
              <a:prstTxWarp prst="textArchUp">
                <a:avLst>
                  <a:gd name="adj" fmla="val 10800005"/>
                </a:avLst>
              </a:prstTxWarp>
            </a:bodyPr>
            <a:lstStyle/>
            <a:p>
              <a:pPr algn="ctr"/>
              <a:r>
                <a:rPr lang="en-GB" sz="1000" kern="10" spc="200" dirty="0">
                  <a:ln w="9525">
                    <a:solidFill>
                      <a:srgbClr val="000000"/>
                    </a:solidFill>
                    <a:round/>
                    <a:headEnd/>
                    <a:tailEnd/>
                  </a:ln>
                  <a:solidFill>
                    <a:srgbClr val="000000"/>
                  </a:solidFill>
                  <a:latin typeface="Arial"/>
                  <a:cs typeface="Arial"/>
                </a:rPr>
                <a:t>and / or</a:t>
              </a:r>
            </a:p>
          </p:txBody>
        </p:sp>
        <p:sp>
          <p:nvSpPr>
            <p:cNvPr id="32801" name="TextBox 30"/>
            <p:cNvSpPr txBox="1">
              <a:spLocks noChangeArrowheads="1"/>
            </p:cNvSpPr>
            <p:nvPr/>
          </p:nvSpPr>
          <p:spPr bwMode="auto">
            <a:xfrm>
              <a:off x="2705484" y="3597342"/>
              <a:ext cx="2194801" cy="262916"/>
            </a:xfrm>
            <a:prstGeom prst="rect">
              <a:avLst/>
            </a:prstGeom>
            <a:noFill/>
            <a:ln w="9525">
              <a:noFill/>
              <a:miter lim="800000"/>
              <a:headEnd/>
              <a:tailEnd/>
            </a:ln>
          </p:spPr>
          <p:txBody>
            <a:bodyPr lIns="95782" tIns="47891" rIns="95782" bIns="47891">
              <a:spAutoFit/>
            </a:bodyPr>
            <a:lstStyle/>
            <a:p>
              <a:pPr algn="ctr" defTabSz="798513" eaLnBrk="0" hangingPunct="0">
                <a:lnSpc>
                  <a:spcPct val="90000"/>
                </a:lnSpc>
                <a:spcBef>
                  <a:spcPct val="30000"/>
                </a:spcBef>
                <a:buClr>
                  <a:schemeClr val="accent1"/>
                </a:buClr>
              </a:pPr>
              <a:r>
                <a:rPr lang="en-US" sz="1300" b="1" dirty="0">
                  <a:solidFill>
                    <a:srgbClr val="996633"/>
                  </a:solidFill>
                </a:rPr>
                <a:t>Extend to novel applications</a:t>
              </a:r>
            </a:p>
          </p:txBody>
        </p:sp>
        <p:sp>
          <p:nvSpPr>
            <p:cNvPr id="31" name="Textfeld 86">
              <a:extLst>
                <a:ext uri="{FF2B5EF4-FFF2-40B4-BE49-F238E27FC236}">
                  <a16:creationId xmlns:a16="http://schemas.microsoft.com/office/drawing/2014/main" xmlns="" id="{C973D732-3280-4C7C-A657-D6065C29FD49}"/>
                </a:ext>
              </a:extLst>
            </p:cNvPr>
            <p:cNvSpPr txBox="1">
              <a:spLocks noChangeArrowheads="1"/>
            </p:cNvSpPr>
            <p:nvPr/>
          </p:nvSpPr>
          <p:spPr bwMode="auto">
            <a:xfrm>
              <a:off x="5946034" y="3089204"/>
              <a:ext cx="2256363" cy="296772"/>
            </a:xfrm>
            <a:prstGeom prst="rect">
              <a:avLst/>
            </a:prstGeom>
            <a:noFill/>
            <a:ln w="9525">
              <a:noFill/>
              <a:miter lim="800000"/>
              <a:headEnd/>
              <a:tailEnd/>
            </a:ln>
          </p:spPr>
          <p:txBody>
            <a:bodyPr wrap="square" lIns="95782" tIns="47891" rIns="95782" bIns="47891">
              <a:spAutoFit/>
            </a:bodyPr>
            <a:lstStyle/>
            <a:p>
              <a:pPr marL="379413" indent="-379413" defTabSz="957263">
                <a:buFont typeface="Wingdings" pitchFamily="2" charset="2"/>
                <a:buChar char="Ø"/>
              </a:pPr>
              <a:r>
                <a:rPr lang="de-DE" sz="1300" b="1" dirty="0"/>
                <a:t>M2M Communications</a:t>
              </a:r>
            </a:p>
          </p:txBody>
        </p:sp>
        <p:sp>
          <p:nvSpPr>
            <p:cNvPr id="5" name="TextBox 4">
              <a:extLst>
                <a:ext uri="{FF2B5EF4-FFF2-40B4-BE49-F238E27FC236}">
                  <a16:creationId xmlns:a16="http://schemas.microsoft.com/office/drawing/2014/main" xmlns="" id="{8BD2177A-682F-41A7-BD81-99A2BEB4AE8A}"/>
                </a:ext>
              </a:extLst>
            </p:cNvPr>
            <p:cNvSpPr txBox="1"/>
            <p:nvPr/>
          </p:nvSpPr>
          <p:spPr>
            <a:xfrm>
              <a:off x="5832948" y="4572000"/>
              <a:ext cx="2577464" cy="307777"/>
            </a:xfrm>
            <a:prstGeom prst="rect">
              <a:avLst/>
            </a:prstGeom>
            <a:noFill/>
          </p:spPr>
          <p:txBody>
            <a:bodyPr wrap="square" rtlCol="0">
              <a:spAutoFit/>
            </a:bodyPr>
            <a:lstStyle/>
            <a:p>
              <a:pPr marL="285750" indent="-285750">
                <a:buFont typeface="Wingdings" panose="05000000000000000000" pitchFamily="2" charset="2"/>
                <a:buChar char="Ø"/>
              </a:pPr>
              <a:r>
                <a:rPr lang="en-US" sz="1400" b="1" dirty="0">
                  <a:latin typeface="Times New Roman" panose="02020603050405020304" pitchFamily="18" charset="0"/>
                  <a:cs typeface="Times New Roman" panose="02020603050405020304" pitchFamily="18" charset="0"/>
                </a:rPr>
                <a:t>10X battery life</a:t>
              </a:r>
            </a:p>
          </p:txBody>
        </p:sp>
        <p:sp>
          <p:nvSpPr>
            <p:cNvPr id="6" name="Oval 5">
              <a:extLst>
                <a:ext uri="{FF2B5EF4-FFF2-40B4-BE49-F238E27FC236}">
                  <a16:creationId xmlns:a16="http://schemas.microsoft.com/office/drawing/2014/main" xmlns="" id="{8BC7E941-422B-4D4F-9CA1-9811A1A4AE45}"/>
                </a:ext>
              </a:extLst>
            </p:cNvPr>
            <p:cNvSpPr/>
            <p:nvPr/>
          </p:nvSpPr>
          <p:spPr>
            <a:xfrm>
              <a:off x="3964" y="892242"/>
              <a:ext cx="8645221" cy="5410200"/>
            </a:xfrm>
            <a:prstGeom prst="ellipse">
              <a:avLst/>
            </a:prstGeom>
            <a:solidFill>
              <a:srgbClr val="FFCCFF">
                <a:alpha val="2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Ovr>
    <a:masterClrMapping/>
  </p:clrMapOvr>
  <p:transition advClick="0"/>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17</a:t>
            </a:fld>
            <a:endParaRPr lang="en-US"/>
          </a:p>
        </p:txBody>
      </p:sp>
      <p:sp>
        <p:nvSpPr>
          <p:cNvPr id="5" name="TextBox 4"/>
          <p:cNvSpPr txBox="1"/>
          <p:nvPr/>
        </p:nvSpPr>
        <p:spPr>
          <a:xfrm>
            <a:off x="76200" y="533400"/>
            <a:ext cx="8915400" cy="6001643"/>
          </a:xfrm>
          <a:prstGeom prst="rect">
            <a:avLst/>
          </a:prstGeom>
          <a:solidFill>
            <a:srgbClr val="CCECFF"/>
          </a:solidFill>
        </p:spPr>
        <p:txBody>
          <a:bodyPr wrap="square" rtlCol="0">
            <a:spAutoFit/>
          </a:bodyPr>
          <a:lstStyle/>
          <a:p>
            <a:pPr algn="just"/>
            <a:r>
              <a:rPr lang="en-GB" sz="2400" b="1" i="1" dirty="0">
                <a:solidFill>
                  <a:srgbClr val="FF0000"/>
                </a:solidFill>
                <a:latin typeface="Times New Roman" pitchFamily="18" charset="0"/>
                <a:cs typeface="Times New Roman" pitchFamily="18" charset="0"/>
              </a:rPr>
              <a:t>A. Device-to-Device </a:t>
            </a:r>
            <a:r>
              <a:rPr lang="en-GB" sz="2400" b="1" dirty="0">
                <a:solidFill>
                  <a:srgbClr val="FF0000"/>
                </a:solidFill>
                <a:latin typeface="Times New Roman" pitchFamily="18" charset="0"/>
                <a:cs typeface="Times New Roman" pitchFamily="18" charset="0"/>
              </a:rPr>
              <a:t>(D2D)</a:t>
            </a:r>
          </a:p>
          <a:p>
            <a:pPr algn="just"/>
            <a:r>
              <a:rPr lang="en-GB" sz="2400" dirty="0">
                <a:latin typeface="Times New Roman" pitchFamily="18" charset="0"/>
                <a:cs typeface="Times New Roman" pitchFamily="18" charset="0"/>
              </a:rPr>
              <a:t>Direct D2D Communication refers to direct communication between devices, without routing the data paths through any network infrastructure. A direct link without routing via Evolved Node B (</a:t>
            </a:r>
            <a:r>
              <a:rPr lang="en-GB" sz="2400" dirty="0" err="1">
                <a:latin typeface="Times New Roman" pitchFamily="18" charset="0"/>
                <a:cs typeface="Times New Roman" pitchFamily="18" charset="0"/>
              </a:rPr>
              <a:t>eNB</a:t>
            </a:r>
            <a:r>
              <a:rPr lang="en-GB" sz="2400" dirty="0">
                <a:latin typeface="Times New Roman" pitchFamily="18" charset="0"/>
                <a:cs typeface="Times New Roman" pitchFamily="18" charset="0"/>
              </a:rPr>
              <a:t>) and possibly Core Network (CN). In the D2D communication BSs do not have any more the overall control, but the control is at some extent moved to UEs. </a:t>
            </a:r>
          </a:p>
          <a:p>
            <a:pPr algn="just"/>
            <a:endParaRPr lang="en-GB" sz="2400" dirty="0">
              <a:latin typeface="Times New Roman" pitchFamily="18" charset="0"/>
              <a:cs typeface="Times New Roman" pitchFamily="18" charset="0"/>
            </a:endParaRPr>
          </a:p>
          <a:p>
            <a:pPr algn="just"/>
            <a:endParaRPr lang="en-GB" sz="2400" dirty="0">
              <a:latin typeface="Times New Roman" pitchFamily="18" charset="0"/>
              <a:cs typeface="Times New Roman" pitchFamily="18" charset="0"/>
            </a:endParaRPr>
          </a:p>
          <a:p>
            <a:pPr algn="just"/>
            <a:endParaRPr lang="en-GB" sz="2400" dirty="0">
              <a:latin typeface="Times New Roman" pitchFamily="18" charset="0"/>
              <a:cs typeface="Times New Roman" pitchFamily="18" charset="0"/>
            </a:endParaRPr>
          </a:p>
          <a:p>
            <a:pPr algn="just"/>
            <a:endParaRPr lang="en-GB" sz="2400" dirty="0">
              <a:latin typeface="Times New Roman" pitchFamily="18" charset="0"/>
              <a:cs typeface="Times New Roman" pitchFamily="18" charset="0"/>
            </a:endParaRPr>
          </a:p>
          <a:p>
            <a:pPr algn="just"/>
            <a:endParaRPr lang="en-GB" sz="2400" dirty="0">
              <a:latin typeface="Times New Roman" pitchFamily="18" charset="0"/>
              <a:cs typeface="Times New Roman" pitchFamily="18" charset="0"/>
            </a:endParaRPr>
          </a:p>
          <a:p>
            <a:pPr algn="just"/>
            <a:endParaRPr lang="en-GB" sz="2400" dirty="0">
              <a:latin typeface="Times New Roman" pitchFamily="18" charset="0"/>
              <a:cs typeface="Times New Roman" pitchFamily="18" charset="0"/>
            </a:endParaRPr>
          </a:p>
          <a:p>
            <a:pPr algn="just"/>
            <a:r>
              <a:rPr lang="en-GB" sz="2400" dirty="0">
                <a:latin typeface="Times New Roman" pitchFamily="18" charset="0"/>
                <a:cs typeface="Times New Roman" pitchFamily="18" charset="0"/>
              </a:rPr>
              <a:t>The goals are to </a:t>
            </a:r>
            <a:r>
              <a:rPr lang="en-US" sz="2400" dirty="0">
                <a:latin typeface="Times New Roman" panose="02020603050405020304" pitchFamily="18" charset="0"/>
                <a:cs typeface="Times New Roman" panose="02020603050405020304" pitchFamily="18" charset="0"/>
              </a:rPr>
              <a:t>increase spectral efficiency, improved typical user data rate and capacity per area, extended coverage, reduced latency, and enhanced power efficiency.</a:t>
            </a:r>
            <a:endParaRPr lang="en-GB" sz="2400" dirty="0">
              <a:latin typeface="Times New Roman" panose="02020603050405020304" pitchFamily="18" charset="0"/>
              <a:cs typeface="Times New Roman" pitchFamily="18" charset="0"/>
            </a:endParaRPr>
          </a:p>
        </p:txBody>
      </p:sp>
      <p:sp>
        <p:nvSpPr>
          <p:cNvPr id="6" name="TextBox 5"/>
          <p:cNvSpPr txBox="1"/>
          <p:nvPr/>
        </p:nvSpPr>
        <p:spPr>
          <a:xfrm>
            <a:off x="0" y="0"/>
            <a:ext cx="8153400" cy="584775"/>
          </a:xfrm>
          <a:prstGeom prst="rect">
            <a:avLst/>
          </a:prstGeom>
          <a:noFill/>
        </p:spPr>
        <p:txBody>
          <a:bodyPr wrap="square" rtlCol="0">
            <a:spAutoFit/>
          </a:bodyPr>
          <a:lstStyle/>
          <a:p>
            <a:r>
              <a:rPr lang="en-GB" sz="3200" dirty="0">
                <a:latin typeface="Times New Roman" pitchFamily="18" charset="0"/>
                <a:cs typeface="Times New Roman" pitchFamily="18" charset="0"/>
              </a:rPr>
              <a:t>Following services are integrated under MEITS</a:t>
            </a:r>
          </a:p>
        </p:txBody>
      </p:sp>
      <p:pic>
        <p:nvPicPr>
          <p:cNvPr id="7170" name="Picture 2" descr="Figure 2: Device to Device and Cellular communications share the same radio resources. The network controls and optimizes the use of the resources for both Cellular communication and D2D, resulting in enhanced performance and quality of service."/>
          <p:cNvPicPr>
            <a:picLocks noChangeAspect="1" noChangeArrowheads="1"/>
          </p:cNvPicPr>
          <p:nvPr/>
        </p:nvPicPr>
        <p:blipFill>
          <a:blip r:embed="rId2"/>
          <a:srcRect/>
          <a:stretch>
            <a:fillRect/>
          </a:stretch>
        </p:blipFill>
        <p:spPr bwMode="auto">
          <a:xfrm>
            <a:off x="304799" y="3507060"/>
            <a:ext cx="4206155" cy="1598339"/>
          </a:xfrm>
          <a:prstGeom prst="rect">
            <a:avLst/>
          </a:prstGeom>
          <a:noFill/>
        </p:spPr>
      </p:pic>
      <p:pic>
        <p:nvPicPr>
          <p:cNvPr id="1026" name="Picture 2" descr="Figure 4">
            <a:extLst>
              <a:ext uri="{FF2B5EF4-FFF2-40B4-BE49-F238E27FC236}">
                <a16:creationId xmlns:a16="http://schemas.microsoft.com/office/drawing/2014/main" xmlns="" id="{23E0100A-D00E-4374-93C4-F68BFBE2F1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0954" y="3086916"/>
            <a:ext cx="4529137" cy="205288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18</a:t>
            </a:fld>
            <a:endParaRPr lang="en-US"/>
          </a:p>
        </p:txBody>
      </p:sp>
      <p:sp>
        <p:nvSpPr>
          <p:cNvPr id="5" name="TextBox 4"/>
          <p:cNvSpPr txBox="1"/>
          <p:nvPr/>
        </p:nvSpPr>
        <p:spPr>
          <a:xfrm>
            <a:off x="99766" y="1055196"/>
            <a:ext cx="4419600" cy="2862322"/>
          </a:xfrm>
          <a:prstGeom prst="rect">
            <a:avLst/>
          </a:prstGeom>
          <a:solidFill>
            <a:srgbClr val="CCECFF"/>
          </a:solidFill>
        </p:spPr>
        <p:txBody>
          <a:bodyPr wrap="square" rtlCol="0">
            <a:spAutoFit/>
          </a:bodyPr>
          <a:lstStyle/>
          <a:p>
            <a:pPr algn="just"/>
            <a:r>
              <a:rPr lang="en-US" sz="2000" dirty="0">
                <a:latin typeface="Times New Roman" pitchFamily="18" charset="0"/>
                <a:cs typeface="Times New Roman" pitchFamily="18" charset="0"/>
              </a:rPr>
              <a:t>In Machine-to-Machine Communication, the devices of wireless ad-hoc networks are embedded with machines as the nodes of communication systems. They allow them to communicate autonomously with each other without human intervention. Few examples of M2M communication of 5G is given below.</a:t>
            </a:r>
          </a:p>
        </p:txBody>
      </p:sp>
      <p:pic>
        <p:nvPicPr>
          <p:cNvPr id="6" name="Picture 5"/>
          <p:cNvPicPr>
            <a:picLocks noChangeAspect="1"/>
          </p:cNvPicPr>
          <p:nvPr/>
        </p:nvPicPr>
        <p:blipFill>
          <a:blip r:embed="rId2"/>
          <a:stretch>
            <a:fillRect/>
          </a:stretch>
        </p:blipFill>
        <p:spPr>
          <a:xfrm>
            <a:off x="4586467" y="1085497"/>
            <a:ext cx="4198529" cy="2724503"/>
          </a:xfrm>
          <a:prstGeom prst="rect">
            <a:avLst/>
          </a:prstGeom>
        </p:spPr>
      </p:pic>
      <p:sp>
        <p:nvSpPr>
          <p:cNvPr id="2" name="Rectangle 1">
            <a:extLst>
              <a:ext uri="{FF2B5EF4-FFF2-40B4-BE49-F238E27FC236}">
                <a16:creationId xmlns:a16="http://schemas.microsoft.com/office/drawing/2014/main" xmlns="" id="{B132CC25-216A-4948-9F2D-66B3490841B8}"/>
              </a:ext>
            </a:extLst>
          </p:cNvPr>
          <p:cNvSpPr/>
          <p:nvPr/>
        </p:nvSpPr>
        <p:spPr>
          <a:xfrm>
            <a:off x="99766" y="4919008"/>
            <a:ext cx="8663233" cy="1569660"/>
          </a:xfrm>
          <a:prstGeom prst="rect">
            <a:avLst/>
          </a:prstGeom>
          <a:solidFill>
            <a:srgbClr val="CCECFF"/>
          </a:solidFill>
        </p:spPr>
        <p:txBody>
          <a:bodyPr wrap="square">
            <a:spAutoFit/>
          </a:bodyPr>
          <a:lstStyle/>
          <a:p>
            <a:pPr algn="just">
              <a:buFont typeface="Wingdings" pitchFamily="2" charset="2"/>
              <a:buChar char="ü"/>
            </a:pPr>
            <a:r>
              <a:rPr lang="en-US" sz="2400" dirty="0">
                <a:latin typeface="Times New Roman" pitchFamily="18" charset="0"/>
                <a:cs typeface="Times New Roman" pitchFamily="18" charset="0"/>
              </a:rPr>
              <a:t>Cars or Vehicles are also machines. In cases of M2M they are able to communicate with each other, if they share the same network. Intelligent Transport Systems that, for example, will provide cars and buses with information about road traffic or accidents ahead.</a:t>
            </a:r>
          </a:p>
        </p:txBody>
      </p:sp>
      <p:sp>
        <p:nvSpPr>
          <p:cNvPr id="3" name="Rectangle 2">
            <a:extLst>
              <a:ext uri="{FF2B5EF4-FFF2-40B4-BE49-F238E27FC236}">
                <a16:creationId xmlns:a16="http://schemas.microsoft.com/office/drawing/2014/main" xmlns="" id="{F752FBE5-49B9-4D28-9B2A-1A582347653C}"/>
              </a:ext>
            </a:extLst>
          </p:cNvPr>
          <p:cNvSpPr/>
          <p:nvPr/>
        </p:nvSpPr>
        <p:spPr>
          <a:xfrm>
            <a:off x="152400" y="207945"/>
            <a:ext cx="7467600" cy="523220"/>
          </a:xfrm>
          <a:prstGeom prst="rect">
            <a:avLst/>
          </a:prstGeom>
        </p:spPr>
        <p:txBody>
          <a:bodyPr wrap="square">
            <a:spAutoFit/>
          </a:bodyPr>
          <a:lstStyle/>
          <a:p>
            <a:pPr algn="just"/>
            <a:r>
              <a:rPr lang="en-US" sz="2800" b="1" i="1" dirty="0">
                <a:solidFill>
                  <a:srgbClr val="FF0000"/>
                </a:solidFill>
                <a:latin typeface="Times New Roman" pitchFamily="18" charset="0"/>
                <a:cs typeface="Times New Roman" pitchFamily="18" charset="0"/>
              </a:rPr>
              <a:t>B. Machine to Machine  </a:t>
            </a:r>
            <a:r>
              <a:rPr lang="en-US" sz="2800" b="1" dirty="0">
                <a:solidFill>
                  <a:srgbClr val="FF0000"/>
                </a:solidFill>
                <a:latin typeface="Times New Roman" pitchFamily="18" charset="0"/>
                <a:cs typeface="Times New Roman" pitchFamily="18" charset="0"/>
              </a:rPr>
              <a:t>(M2M)</a:t>
            </a:r>
            <a:r>
              <a:rPr lang="en-US" sz="2800" b="1" i="1" dirty="0">
                <a:solidFill>
                  <a:srgbClr val="FF0000"/>
                </a:solidFill>
                <a:latin typeface="Times New Roman" pitchFamily="18" charset="0"/>
                <a:cs typeface="Times New Roman" pitchFamily="18" charset="0"/>
              </a:rPr>
              <a:t> Communication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19</a:t>
            </a:fld>
            <a:endParaRPr lang="en-US"/>
          </a:p>
        </p:txBody>
      </p:sp>
      <p:sp>
        <p:nvSpPr>
          <p:cNvPr id="6" name="Rectangle 5"/>
          <p:cNvSpPr/>
          <p:nvPr/>
        </p:nvSpPr>
        <p:spPr>
          <a:xfrm>
            <a:off x="374210" y="762000"/>
            <a:ext cx="8305800" cy="3416320"/>
          </a:xfrm>
          <a:prstGeom prst="rect">
            <a:avLst/>
          </a:prstGeom>
          <a:solidFill>
            <a:srgbClr val="CCECFF"/>
          </a:solidFill>
        </p:spPr>
        <p:txBody>
          <a:bodyPr wrap="square">
            <a:spAutoFit/>
          </a:bodyPr>
          <a:lstStyle/>
          <a:p>
            <a:pPr algn="just">
              <a:buFont typeface="Wingdings" pitchFamily="2" charset="2"/>
              <a:buChar char="ü"/>
            </a:pPr>
            <a:r>
              <a:rPr lang="en-US" sz="2400" dirty="0">
                <a:latin typeface="Times New Roman" pitchFamily="18" charset="0"/>
                <a:cs typeface="Times New Roman" pitchFamily="18" charset="0"/>
              </a:rPr>
              <a:t>Another use for communicating devices is for industrial applications. This can be used for remote control of heavy machinery in remote or hazardous places.</a:t>
            </a:r>
          </a:p>
          <a:p>
            <a:pPr algn="just"/>
            <a:endParaRPr lang="en-US" sz="2400" dirty="0">
              <a:latin typeface="Times New Roman" pitchFamily="18" charset="0"/>
              <a:cs typeface="Times New Roman" pitchFamily="18" charset="0"/>
            </a:endParaRPr>
          </a:p>
          <a:p>
            <a:pPr algn="just">
              <a:buFont typeface="Wingdings" pitchFamily="2" charset="2"/>
              <a:buChar char="ü"/>
            </a:pPr>
            <a:r>
              <a:rPr lang="en-US" sz="2400" dirty="0">
                <a:latin typeface="Times New Roman" pitchFamily="18" charset="0"/>
                <a:cs typeface="Times New Roman" pitchFamily="18" charset="0"/>
              </a:rPr>
              <a:t>A </a:t>
            </a:r>
            <a:r>
              <a:rPr lang="en-US" sz="2400" dirty="0">
                <a:solidFill>
                  <a:srgbClr val="0000FF"/>
                </a:solidFill>
                <a:latin typeface="Times New Roman" pitchFamily="18" charset="0"/>
                <a:cs typeface="Times New Roman" pitchFamily="18" charset="0"/>
              </a:rPr>
              <a:t>fleet of drones</a:t>
            </a:r>
            <a:r>
              <a:rPr lang="en-US" sz="2400" dirty="0">
                <a:latin typeface="Times New Roman" pitchFamily="18" charset="0"/>
                <a:cs typeface="Times New Roman" pitchFamily="18" charset="0"/>
              </a:rPr>
              <a:t> (flying robots) equipped with sensors and intelligent algorithms can be used as WSN. A drone could learn a new route and instantly teach it to other drones of the fleet. They could as well exchange environmental information like weather, air-pressure or humidity.</a:t>
            </a:r>
          </a:p>
        </p:txBody>
      </p:sp>
      <p:pic>
        <p:nvPicPr>
          <p:cNvPr id="7" name="Picture 6"/>
          <p:cNvPicPr>
            <a:picLocks noChangeAspect="1"/>
          </p:cNvPicPr>
          <p:nvPr/>
        </p:nvPicPr>
        <p:blipFill>
          <a:blip r:embed="rId2"/>
          <a:stretch>
            <a:fillRect/>
          </a:stretch>
        </p:blipFill>
        <p:spPr>
          <a:xfrm>
            <a:off x="4267200" y="4419600"/>
            <a:ext cx="1905000" cy="1819382"/>
          </a:xfrm>
          <a:prstGeom prst="rect">
            <a:avLst/>
          </a:prstGeom>
        </p:spPr>
      </p:pic>
    </p:spTree>
    <p:extLst>
      <p:ext uri="{BB962C8B-B14F-4D97-AF65-F5344CB8AC3E}">
        <p14:creationId xmlns:p14="http://schemas.microsoft.com/office/powerpoint/2010/main" val="11128944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
        <p:nvSpPr>
          <p:cNvPr id="5" name="TextBox 4"/>
          <p:cNvSpPr txBox="1"/>
          <p:nvPr/>
        </p:nvSpPr>
        <p:spPr>
          <a:xfrm>
            <a:off x="270235" y="381000"/>
            <a:ext cx="8458200" cy="1569660"/>
          </a:xfrm>
          <a:prstGeom prst="rect">
            <a:avLst/>
          </a:prstGeom>
          <a:solidFill>
            <a:srgbClr val="CCECFF"/>
          </a:solidFill>
        </p:spPr>
        <p:txBody>
          <a:bodyPr wrap="square" rtlCol="0">
            <a:spAutoFit/>
          </a:bodyPr>
          <a:lstStyle/>
          <a:p>
            <a:pPr algn="just"/>
            <a:r>
              <a:rPr lang="en-GB" sz="2400" b="1" i="1" dirty="0">
                <a:solidFill>
                  <a:srgbClr val="FF0000"/>
                </a:solidFill>
                <a:latin typeface="Times New Roman" pitchFamily="18" charset="0"/>
                <a:cs typeface="Times New Roman" pitchFamily="18" charset="0"/>
              </a:rPr>
              <a:t>D. Moving Networks </a:t>
            </a:r>
            <a:r>
              <a:rPr lang="en-GB" sz="2400" b="1" dirty="0">
                <a:solidFill>
                  <a:srgbClr val="FF0000"/>
                </a:solidFill>
                <a:latin typeface="Times New Roman" pitchFamily="18" charset="0"/>
                <a:cs typeface="Times New Roman" pitchFamily="18" charset="0"/>
              </a:rPr>
              <a:t>(MN)</a:t>
            </a:r>
          </a:p>
          <a:p>
            <a:pPr algn="just"/>
            <a:r>
              <a:rPr lang="en-GB" sz="2400" dirty="0">
                <a:latin typeface="Times New Roman" pitchFamily="18" charset="0"/>
                <a:cs typeface="Times New Roman" pitchFamily="18" charset="0"/>
              </a:rPr>
              <a:t>A moving network node for example </a:t>
            </a:r>
            <a:r>
              <a:rPr lang="en-GB" sz="2400" dirty="0" err="1">
                <a:latin typeface="Times New Roman" pitchFamily="18" charset="0"/>
                <a:cs typeface="Times New Roman" pitchFamily="18" charset="0"/>
              </a:rPr>
              <a:t>MFemtocell</a:t>
            </a:r>
            <a:r>
              <a:rPr lang="en-GB" sz="2400" dirty="0">
                <a:latin typeface="Times New Roman" pitchFamily="18" charset="0"/>
                <a:cs typeface="Times New Roman" pitchFamily="18" charset="0"/>
              </a:rPr>
              <a:t> (</a:t>
            </a:r>
            <a:r>
              <a:rPr lang="en-US" sz="2400" b="1" dirty="0">
                <a:solidFill>
                  <a:srgbClr val="FF0000"/>
                </a:solidFill>
                <a:latin typeface="Times New Roman" pitchFamily="18" charset="0"/>
                <a:cs typeface="Times New Roman" pitchFamily="18" charset="0"/>
              </a:rPr>
              <a:t>Mobile </a:t>
            </a:r>
            <a:r>
              <a:rPr lang="en-US" sz="2400" b="1" dirty="0" err="1">
                <a:solidFill>
                  <a:srgbClr val="FF0000"/>
                </a:solidFill>
                <a:latin typeface="Times New Roman" pitchFamily="18" charset="0"/>
                <a:cs typeface="Times New Roman" pitchFamily="18" charset="0"/>
              </a:rPr>
              <a:t>Femtocell</a:t>
            </a:r>
            <a:r>
              <a:rPr lang="en-GB" sz="2400" dirty="0">
                <a:latin typeface="Times New Roman" pitchFamily="18" charset="0"/>
                <a:cs typeface="Times New Roman" pitchFamily="18" charset="0"/>
              </a:rPr>
              <a:t>) is a small cell that can move around and dynamically change its connection to an operator’s core network.</a:t>
            </a:r>
          </a:p>
        </p:txBody>
      </p:sp>
      <p:sp>
        <p:nvSpPr>
          <p:cNvPr id="6" name="TextBox 5"/>
          <p:cNvSpPr txBox="1"/>
          <p:nvPr/>
        </p:nvSpPr>
        <p:spPr>
          <a:xfrm>
            <a:off x="270235" y="2133600"/>
            <a:ext cx="8458200" cy="3416320"/>
          </a:xfrm>
          <a:prstGeom prst="rect">
            <a:avLst/>
          </a:prstGeom>
          <a:solidFill>
            <a:srgbClr val="CCECFF"/>
          </a:solidFill>
        </p:spPr>
        <p:txBody>
          <a:bodyPr wrap="square" rtlCol="0">
            <a:spAutoFit/>
          </a:bodyPr>
          <a:lstStyle/>
          <a:p>
            <a:pPr algn="just">
              <a:buFont typeface="Wingdings" pitchFamily="2" charset="2"/>
              <a:buChar char="v"/>
            </a:pPr>
            <a:r>
              <a:rPr lang="en-US" sz="2400" dirty="0">
                <a:latin typeface="Times New Roman" pitchFamily="18" charset="0"/>
                <a:cs typeface="Times New Roman" pitchFamily="18" charset="0"/>
              </a:rPr>
              <a:t>It can be deployed on public transport buses, trains, and even private cars to enhance service quality to users within vehicles.</a:t>
            </a:r>
          </a:p>
          <a:p>
            <a:pPr algn="just">
              <a:buFont typeface="Wingdings" pitchFamily="2" charset="2"/>
              <a:buChar char="v"/>
            </a:pPr>
            <a:endParaRPr lang="en-US" sz="2400" dirty="0">
              <a:latin typeface="Times New Roman" pitchFamily="18" charset="0"/>
              <a:cs typeface="Times New Roman" pitchFamily="18" charset="0"/>
            </a:endParaRPr>
          </a:p>
          <a:p>
            <a:pPr algn="just">
              <a:buFont typeface="Wingdings" pitchFamily="2" charset="2"/>
              <a:buChar char="v"/>
            </a:pPr>
            <a:r>
              <a:rPr lang="en-US" sz="2400" dirty="0">
                <a:latin typeface="Times New Roman" pitchFamily="18" charset="0"/>
                <a:cs typeface="Times New Roman" pitchFamily="18" charset="0"/>
              </a:rPr>
              <a:t>Access point (or BS) of the </a:t>
            </a:r>
            <a:r>
              <a:rPr lang="en-GB" sz="2400" dirty="0" err="1">
                <a:latin typeface="Times New Roman" pitchFamily="18" charset="0"/>
                <a:cs typeface="Times New Roman" pitchFamily="18" charset="0"/>
              </a:rPr>
              <a:t>MFemtocell</a:t>
            </a:r>
            <a:r>
              <a:rPr lang="en-GB" sz="2400" dirty="0">
                <a:latin typeface="Times New Roman" pitchFamily="18" charset="0"/>
                <a:cs typeface="Times New Roman" pitchFamily="18" charset="0"/>
              </a:rPr>
              <a:t> is </a:t>
            </a:r>
            <a:r>
              <a:rPr lang="en-US" sz="2400" dirty="0">
                <a:latin typeface="Times New Roman" pitchFamily="18" charset="0"/>
                <a:cs typeface="Times New Roman" pitchFamily="18" charset="0"/>
              </a:rPr>
              <a:t>located inside vehicles to communicate with users within the vehicle, while large antenna arrays are located outside the vehicle to communicate with outdoor BSs. An </a:t>
            </a:r>
            <a:r>
              <a:rPr lang="en-US" sz="2400" dirty="0" err="1">
                <a:latin typeface="Times New Roman" pitchFamily="18" charset="0"/>
                <a:cs typeface="Times New Roman" pitchFamily="18" charset="0"/>
              </a:rPr>
              <a:t>MFemtocell</a:t>
            </a:r>
            <a:r>
              <a:rPr lang="en-US" sz="2400" dirty="0">
                <a:latin typeface="Times New Roman" pitchFamily="18" charset="0"/>
                <a:cs typeface="Times New Roman" pitchFamily="18" charset="0"/>
              </a:rPr>
              <a:t> and its associated users are all viewed as a single unit to the BS. From the user point of view, an </a:t>
            </a:r>
            <a:r>
              <a:rPr lang="en-US" sz="2400" dirty="0" err="1">
                <a:latin typeface="Times New Roman" pitchFamily="18" charset="0"/>
                <a:cs typeface="Times New Roman" pitchFamily="18" charset="0"/>
              </a:rPr>
              <a:t>MFemtocell</a:t>
            </a:r>
            <a:r>
              <a:rPr lang="en-US" sz="2400" dirty="0">
                <a:latin typeface="Times New Roman" pitchFamily="18" charset="0"/>
                <a:cs typeface="Times New Roman" pitchFamily="18" charset="0"/>
              </a:rPr>
              <a:t> is seen as a regular BS.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914400"/>
            <a:ext cx="8686800" cy="3416320"/>
          </a:xfrm>
          <a:prstGeom prst="rect">
            <a:avLst/>
          </a:prstGeom>
          <a:solidFill>
            <a:srgbClr val="CCECFF"/>
          </a:solidFill>
        </p:spPr>
        <p:txBody>
          <a:bodyPr wrap="square" rtlCol="0">
            <a:spAutoFit/>
          </a:bodyPr>
          <a:lstStyle/>
          <a:p>
            <a:pPr algn="just">
              <a:buFont typeface="Wingdings" pitchFamily="2" charset="2"/>
              <a:buChar char="v"/>
            </a:pPr>
            <a:r>
              <a:rPr lang="en-US" sz="2400" dirty="0" err="1">
                <a:latin typeface="Times New Roman" pitchFamily="18" charset="0"/>
                <a:cs typeface="Times New Roman" pitchFamily="18" charset="0"/>
              </a:rPr>
              <a:t>MFemtocells</a:t>
            </a:r>
            <a:r>
              <a:rPr lang="en-US" sz="2400" dirty="0">
                <a:latin typeface="Times New Roman" pitchFamily="18" charset="0"/>
                <a:cs typeface="Times New Roman" pitchFamily="18" charset="0"/>
              </a:rPr>
              <a:t> can contribute to signaling overhead reduction of the network. For instance, an </a:t>
            </a:r>
            <a:r>
              <a:rPr lang="en-US" sz="2400" dirty="0" err="1">
                <a:latin typeface="Times New Roman" pitchFamily="18" charset="0"/>
                <a:cs typeface="Times New Roman" pitchFamily="18" charset="0"/>
              </a:rPr>
              <a:t>MFemtocell</a:t>
            </a:r>
            <a:r>
              <a:rPr lang="en-US" sz="2400" dirty="0">
                <a:latin typeface="Times New Roman" pitchFamily="18" charset="0"/>
                <a:cs typeface="Times New Roman" pitchFamily="18" charset="0"/>
              </a:rPr>
              <a:t> can perform a handover on behalf of all its associated users, which can reduce the handover activities for users within the </a:t>
            </a:r>
            <a:r>
              <a:rPr lang="en-US" sz="2400" dirty="0" err="1">
                <a:latin typeface="Times New Roman" pitchFamily="18" charset="0"/>
                <a:cs typeface="Times New Roman" pitchFamily="18" charset="0"/>
              </a:rPr>
              <a:t>MFemtocell</a:t>
            </a:r>
            <a:r>
              <a:rPr lang="en-US" sz="2400" dirty="0">
                <a:latin typeface="Times New Roman" pitchFamily="18" charset="0"/>
                <a:cs typeface="Times New Roman" pitchFamily="18" charset="0"/>
              </a:rPr>
              <a:t>. This makes the deployment of </a:t>
            </a:r>
            <a:r>
              <a:rPr lang="en-US" sz="2400" dirty="0" err="1">
                <a:latin typeface="Times New Roman" pitchFamily="18" charset="0"/>
                <a:cs typeface="Times New Roman" pitchFamily="18" charset="0"/>
              </a:rPr>
              <a:t>MFemtocells</a:t>
            </a:r>
            <a:r>
              <a:rPr lang="en-US" sz="2400" dirty="0">
                <a:latin typeface="Times New Roman" pitchFamily="18" charset="0"/>
                <a:cs typeface="Times New Roman" pitchFamily="18" charset="0"/>
              </a:rPr>
              <a:t> suitable for high-mobility environments. </a:t>
            </a:r>
          </a:p>
          <a:p>
            <a:pPr algn="just"/>
            <a:endParaRPr lang="en-US" sz="2400" dirty="0">
              <a:latin typeface="Times New Roman" pitchFamily="18" charset="0"/>
              <a:cs typeface="Times New Roman" pitchFamily="18" charset="0"/>
            </a:endParaRPr>
          </a:p>
          <a:p>
            <a:pPr algn="just">
              <a:buFont typeface="Wingdings" pitchFamily="2" charset="2"/>
              <a:buChar char="v"/>
            </a:pPr>
            <a:r>
              <a:rPr lang="en-US" sz="2400" dirty="0">
                <a:latin typeface="Times New Roman" pitchFamily="18" charset="0"/>
                <a:cs typeface="Times New Roman" pitchFamily="18" charset="0"/>
              </a:rPr>
              <a:t>In addition, the energy consumption of users inside an </a:t>
            </a:r>
            <a:r>
              <a:rPr lang="en-US" sz="2400" dirty="0" err="1">
                <a:latin typeface="Times New Roman" pitchFamily="18" charset="0"/>
                <a:cs typeface="Times New Roman" pitchFamily="18" charset="0"/>
              </a:rPr>
              <a:t>MFemtocell</a:t>
            </a:r>
            <a:r>
              <a:rPr lang="en-US" sz="2400" dirty="0">
                <a:latin typeface="Times New Roman" pitchFamily="18" charset="0"/>
                <a:cs typeface="Times New Roman" pitchFamily="18" charset="0"/>
              </a:rPr>
              <a:t> can be reduced due to relatively shorter communication range and low signaling overhead.</a:t>
            </a:r>
          </a:p>
        </p:txBody>
      </p:sp>
      <p:sp>
        <p:nvSpPr>
          <p:cNvPr id="3" name="Slide Number Placeholder 2"/>
          <p:cNvSpPr>
            <a:spLocks noGrp="1"/>
          </p:cNvSpPr>
          <p:nvPr>
            <p:ph type="sldNum" sz="quarter" idx="12"/>
          </p:nvPr>
        </p:nvSpPr>
        <p:spPr/>
        <p:txBody>
          <a:bodyPr/>
          <a:lstStyle/>
          <a:p>
            <a:fld id="{B6F15528-21DE-4FAA-801E-634DDDAF4B2B}"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1676400"/>
            <a:ext cx="8686800" cy="3416320"/>
          </a:xfrm>
          <a:prstGeom prst="rect">
            <a:avLst/>
          </a:prstGeom>
          <a:solidFill>
            <a:srgbClr val="CCECFF"/>
          </a:solidFill>
        </p:spPr>
        <p:txBody>
          <a:bodyPr wrap="square" rtlCol="0">
            <a:spAutoFit/>
          </a:bodyPr>
          <a:lstStyle/>
          <a:p>
            <a:pPr algn="just">
              <a:buFont typeface="Wingdings" pitchFamily="2" charset="2"/>
              <a:buChar char="v"/>
            </a:pPr>
            <a:r>
              <a:rPr lang="en-US" sz="2400" dirty="0">
                <a:latin typeface="Times New Roman" pitchFamily="18" charset="0"/>
                <a:cs typeface="Times New Roman" pitchFamily="18" charset="0"/>
              </a:rPr>
              <a:t>A straightforward but extremely effective way to increase the network capacity is to make the cells smaller. </a:t>
            </a:r>
          </a:p>
          <a:p>
            <a:pPr algn="just">
              <a:buFont typeface="Wingdings" pitchFamily="2" charset="2"/>
              <a:buChar char="v"/>
            </a:pPr>
            <a:endParaRPr lang="en-US" sz="2400" dirty="0">
              <a:latin typeface="Times New Roman" pitchFamily="18" charset="0"/>
              <a:cs typeface="Times New Roman" pitchFamily="18" charset="0"/>
            </a:endParaRPr>
          </a:p>
          <a:p>
            <a:pPr algn="just">
              <a:buFont typeface="Wingdings" pitchFamily="2" charset="2"/>
              <a:buChar char="v"/>
            </a:pPr>
            <a:r>
              <a:rPr lang="en-US" sz="2400" dirty="0">
                <a:latin typeface="Times New Roman" pitchFamily="18" charset="0"/>
                <a:cs typeface="Times New Roman" pitchFamily="18" charset="0"/>
              </a:rPr>
              <a:t>Cell shrinking has numerous benefits, the most important being the reuse of spectrum across a geographic area and the ensuing reduction in the number of users competing for resources at each BS.</a:t>
            </a:r>
          </a:p>
          <a:p>
            <a:pPr algn="just"/>
            <a:endParaRPr lang="en-US" sz="2400" dirty="0">
              <a:latin typeface="Times New Roman" pitchFamily="18" charset="0"/>
              <a:cs typeface="Times New Roman" pitchFamily="18" charset="0"/>
            </a:endParaRPr>
          </a:p>
          <a:p>
            <a:pPr algn="just"/>
            <a:r>
              <a:rPr lang="en-US" sz="2400" b="1" dirty="0">
                <a:solidFill>
                  <a:srgbClr val="0000FF"/>
                </a:solidFill>
                <a:latin typeface="Times New Roman" pitchFamily="18" charset="0"/>
                <a:cs typeface="Times New Roman" pitchFamily="18" charset="0"/>
              </a:rPr>
              <a:t>Difficult to support mobility of users against frequent handoff and installation cost.</a:t>
            </a:r>
            <a:endParaRPr lang="en-GB" sz="2400" b="1" baseline="-25000" dirty="0">
              <a:solidFill>
                <a:srgbClr val="0000FF"/>
              </a:solidFill>
              <a:latin typeface="Times New Roman" pitchFamily="18" charset="0"/>
              <a:cs typeface="Times New Roman" pitchFamily="18" charset="0"/>
            </a:endParaRPr>
          </a:p>
        </p:txBody>
      </p:sp>
      <p:sp>
        <p:nvSpPr>
          <p:cNvPr id="3" name="Slide Number Placeholder 2"/>
          <p:cNvSpPr>
            <a:spLocks noGrp="1"/>
          </p:cNvSpPr>
          <p:nvPr>
            <p:ph type="sldNum" sz="quarter" idx="12"/>
          </p:nvPr>
        </p:nvSpPr>
        <p:spPr/>
        <p:txBody>
          <a:bodyPr/>
          <a:lstStyle/>
          <a:p>
            <a:fld id="{B6F15528-21DE-4FAA-801E-634DDDAF4B2B}" type="slidenum">
              <a:rPr lang="en-US" smtClean="0"/>
              <a:pPr/>
              <a:t>22</a:t>
            </a:fld>
            <a:endParaRPr lang="en-US"/>
          </a:p>
        </p:txBody>
      </p:sp>
      <p:sp>
        <p:nvSpPr>
          <p:cNvPr id="5" name="Rectangle 4"/>
          <p:cNvSpPr/>
          <p:nvPr/>
        </p:nvSpPr>
        <p:spPr>
          <a:xfrm>
            <a:off x="152400" y="304800"/>
            <a:ext cx="8686800" cy="1200329"/>
          </a:xfrm>
          <a:prstGeom prst="rect">
            <a:avLst/>
          </a:prstGeom>
        </p:spPr>
        <p:txBody>
          <a:bodyPr wrap="square">
            <a:spAutoFit/>
          </a:bodyPr>
          <a:lstStyle/>
          <a:p>
            <a:pPr algn="just"/>
            <a:r>
              <a:rPr lang="en-GB" sz="2400" b="1" i="1" dirty="0">
                <a:solidFill>
                  <a:srgbClr val="FF0000"/>
                </a:solidFill>
                <a:latin typeface="Times New Roman" pitchFamily="18" charset="0"/>
                <a:cs typeface="Times New Roman" pitchFamily="18" charset="0"/>
              </a:rPr>
              <a:t>E. Ultra-dense Networks </a:t>
            </a:r>
            <a:r>
              <a:rPr lang="en-GB" sz="2400" b="1" dirty="0">
                <a:solidFill>
                  <a:srgbClr val="FF0000"/>
                </a:solidFill>
                <a:latin typeface="Times New Roman" pitchFamily="18" charset="0"/>
                <a:cs typeface="Times New Roman" pitchFamily="18" charset="0"/>
              </a:rPr>
              <a:t>(UDN)</a:t>
            </a:r>
          </a:p>
          <a:p>
            <a:pPr algn="just"/>
            <a:r>
              <a:rPr lang="en-GB" sz="2400" dirty="0">
                <a:latin typeface="Times New Roman" pitchFamily="18" charset="0"/>
                <a:cs typeface="Times New Roman" pitchFamily="18" charset="0"/>
              </a:rPr>
              <a:t>Ultra-Dense Networks (UDN) refers to an access node densification far beyond today’s networks.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23</a:t>
            </a:fld>
            <a:endParaRPr lang="en-US"/>
          </a:p>
        </p:txBody>
      </p:sp>
      <p:sp>
        <p:nvSpPr>
          <p:cNvPr id="5" name="TextBox 4"/>
          <p:cNvSpPr txBox="1"/>
          <p:nvPr/>
        </p:nvSpPr>
        <p:spPr>
          <a:xfrm>
            <a:off x="304800" y="1676400"/>
            <a:ext cx="8159015" cy="3785652"/>
          </a:xfrm>
          <a:prstGeom prst="rect">
            <a:avLst/>
          </a:prstGeom>
          <a:solidFill>
            <a:srgbClr val="CCECFF"/>
          </a:solidFill>
        </p:spPr>
        <p:txBody>
          <a:bodyPr wrap="square" rtlCol="0">
            <a:spAutoFit/>
          </a:bodyPr>
          <a:lstStyle/>
          <a:p>
            <a:pPr algn="just"/>
            <a:r>
              <a:rPr lang="en-GB" sz="2400" b="1" i="1" dirty="0">
                <a:solidFill>
                  <a:srgbClr val="FF0000"/>
                </a:solidFill>
                <a:latin typeface="Times New Roman" pitchFamily="18" charset="0"/>
                <a:cs typeface="Times New Roman" pitchFamily="18" charset="0"/>
              </a:rPr>
              <a:t>F. Ultra-reliable Networks </a:t>
            </a:r>
            <a:r>
              <a:rPr lang="en-GB" sz="2400" b="1" dirty="0">
                <a:solidFill>
                  <a:srgbClr val="FF0000"/>
                </a:solidFill>
                <a:latin typeface="Times New Roman" pitchFamily="18" charset="0"/>
                <a:cs typeface="Times New Roman" pitchFamily="18" charset="0"/>
              </a:rPr>
              <a:t>(URN)</a:t>
            </a:r>
          </a:p>
          <a:p>
            <a:pPr marL="342900" indent="-342900" algn="just">
              <a:buFont typeface="Wingdings" panose="05000000000000000000" pitchFamily="2" charset="2"/>
              <a:buChar char="ü"/>
            </a:pPr>
            <a:r>
              <a:rPr lang="en-GB" sz="2400" dirty="0">
                <a:latin typeface="Times New Roman" panose="02020603050405020304" pitchFamily="18" charset="0"/>
                <a:cs typeface="Times New Roman" pitchFamily="18" charset="0"/>
              </a:rPr>
              <a:t>Ultra-Reliable Communication (URC) refers to solutions that will enable high degrees of reliability and availability. </a:t>
            </a:r>
            <a:r>
              <a:rPr lang="en-US" sz="2400" dirty="0">
                <a:latin typeface="Times New Roman" panose="02020603050405020304" pitchFamily="18" charset="0"/>
                <a:cs typeface="Times New Roman" panose="02020603050405020304" pitchFamily="18" charset="0"/>
              </a:rPr>
              <a:t>It is required to provide scalable and cost-efficient solutions for networks supporting services with extreme requirements on availability and reliability. </a:t>
            </a:r>
          </a:p>
          <a:p>
            <a:pPr algn="just"/>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Reliable service decomposition provides mechanisms for graceful degradation of rate and increase of latency, instead of dropped connections, as the number of users increases.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24</a:t>
            </a:fld>
            <a:endParaRPr lang="en-US"/>
          </a:p>
        </p:txBody>
      </p:sp>
      <p:sp>
        <p:nvSpPr>
          <p:cNvPr id="5" name="TextBox 4"/>
          <p:cNvSpPr txBox="1"/>
          <p:nvPr/>
        </p:nvSpPr>
        <p:spPr>
          <a:xfrm>
            <a:off x="114300" y="114430"/>
            <a:ext cx="8915400" cy="6247864"/>
          </a:xfrm>
          <a:prstGeom prst="rect">
            <a:avLst/>
          </a:prstGeom>
          <a:solidFill>
            <a:srgbClr val="CCECFF"/>
          </a:solidFill>
        </p:spPr>
        <p:txBody>
          <a:bodyPr wrap="square" rtlCol="0">
            <a:spAutoFit/>
          </a:bodyPr>
          <a:lstStyle/>
          <a:p>
            <a:pPr algn="just"/>
            <a:r>
              <a:rPr lang="en-US" sz="2400" b="1" dirty="0">
                <a:solidFill>
                  <a:srgbClr val="FF0000"/>
                </a:solidFill>
                <a:latin typeface="Times New Roman" pitchFamily="18" charset="0"/>
                <a:cs typeface="Times New Roman" pitchFamily="18" charset="0"/>
              </a:rPr>
              <a:t>G. Millimeter Wave</a:t>
            </a:r>
          </a:p>
          <a:p>
            <a:pPr algn="just">
              <a:buFont typeface="Wingdings" pitchFamily="2" charset="2"/>
              <a:buChar char="v"/>
            </a:pPr>
            <a:r>
              <a:rPr lang="en-US" sz="2400" dirty="0">
                <a:latin typeface="Times New Roman" pitchFamily="18" charset="0"/>
                <a:cs typeface="Times New Roman" pitchFamily="18" charset="0"/>
              </a:rPr>
              <a:t>The frequency band 1GHz to 6GHz is very crowdy since this band is used by WiMAX, GPS, Wi-Fi, 4G, 3G, L band, S band, C band of satellite etc.</a:t>
            </a:r>
          </a:p>
          <a:p>
            <a:pPr algn="just">
              <a:buFont typeface="Wingdings" pitchFamily="2" charset="2"/>
              <a:buChar char="v"/>
            </a:pPr>
            <a:endParaRPr lang="en-US" sz="2400" dirty="0">
              <a:latin typeface="Times New Roman" pitchFamily="18" charset="0"/>
              <a:cs typeface="Times New Roman" pitchFamily="18" charset="0"/>
            </a:endParaRPr>
          </a:p>
          <a:p>
            <a:pPr algn="just">
              <a:buFont typeface="Wingdings" pitchFamily="2" charset="2"/>
              <a:buChar char="v"/>
            </a:pPr>
            <a:endParaRPr lang="en-US" sz="2400" dirty="0">
              <a:latin typeface="Times New Roman" pitchFamily="18" charset="0"/>
              <a:cs typeface="Times New Roman" pitchFamily="18" charset="0"/>
            </a:endParaRPr>
          </a:p>
          <a:p>
            <a:pPr algn="just">
              <a:buFont typeface="Wingdings" pitchFamily="2" charset="2"/>
              <a:buChar char="v"/>
            </a:pPr>
            <a:endParaRPr lang="en-US" sz="2400" dirty="0">
              <a:latin typeface="Times New Roman" pitchFamily="18" charset="0"/>
              <a:cs typeface="Times New Roman" pitchFamily="18" charset="0"/>
            </a:endParaRPr>
          </a:p>
          <a:p>
            <a:pPr algn="just">
              <a:buFont typeface="Wingdings" pitchFamily="2" charset="2"/>
              <a:buChar char="v"/>
            </a:pPr>
            <a:endParaRPr lang="en-US" sz="2400" dirty="0">
              <a:latin typeface="Times New Roman" pitchFamily="18" charset="0"/>
              <a:cs typeface="Times New Roman" pitchFamily="18" charset="0"/>
            </a:endParaRPr>
          </a:p>
          <a:p>
            <a:pPr algn="just">
              <a:buFont typeface="Wingdings" pitchFamily="2" charset="2"/>
              <a:buChar char="v"/>
            </a:pPr>
            <a:endParaRPr lang="en-US" sz="2400" dirty="0">
              <a:latin typeface="Times New Roman" pitchFamily="18" charset="0"/>
              <a:cs typeface="Times New Roman" pitchFamily="18" charset="0"/>
            </a:endParaRPr>
          </a:p>
          <a:p>
            <a:pPr algn="just">
              <a:buFont typeface="Wingdings" pitchFamily="2" charset="2"/>
              <a:buChar char="v"/>
            </a:pPr>
            <a:endParaRPr lang="en-US" sz="2400" dirty="0">
              <a:latin typeface="Times New Roman" pitchFamily="18" charset="0"/>
              <a:cs typeface="Times New Roman" pitchFamily="18" charset="0"/>
            </a:endParaRPr>
          </a:p>
          <a:p>
            <a:pPr algn="just">
              <a:buFont typeface="Wingdings" pitchFamily="2" charset="2"/>
              <a:buChar char="v"/>
            </a:pPr>
            <a:r>
              <a:rPr lang="en-US" sz="2000" dirty="0">
                <a:latin typeface="Times New Roman" pitchFamily="18" charset="0"/>
                <a:cs typeface="Times New Roman" pitchFamily="18" charset="0"/>
              </a:rPr>
              <a:t>Fortunately, vast amounts of relatively idle spectrum do exist in the mm Wave range of 30– 300 GHz, where wavelengths are 1–10 mm as shown above.</a:t>
            </a:r>
          </a:p>
          <a:p>
            <a:pPr algn="just">
              <a:buFont typeface="Wingdings" pitchFamily="2" charset="2"/>
              <a:buChar char="v"/>
            </a:pPr>
            <a:r>
              <a:rPr lang="en-US" sz="2000" dirty="0">
                <a:latin typeface="Times New Roman" pitchFamily="18" charset="0"/>
                <a:cs typeface="Times New Roman" pitchFamily="18" charset="0"/>
              </a:rPr>
              <a:t>It is new and less used band.</a:t>
            </a:r>
          </a:p>
          <a:p>
            <a:pPr algn="just">
              <a:buFont typeface="Wingdings" pitchFamily="2" charset="2"/>
              <a:buChar char="v"/>
            </a:pPr>
            <a:r>
              <a:rPr lang="en-US" sz="2000" dirty="0">
                <a:latin typeface="Times New Roman" pitchFamily="18" charset="0"/>
                <a:cs typeface="Times New Roman" pitchFamily="18" charset="0"/>
              </a:rPr>
              <a:t>Higher frequency wave carries more data than low frequency wave i.e. bits/Hz (spectral efficiency) is higher. </a:t>
            </a:r>
          </a:p>
          <a:p>
            <a:pPr algn="just">
              <a:buFont typeface="Wingdings" pitchFamily="2" charset="2"/>
              <a:buChar char="v"/>
            </a:pPr>
            <a:r>
              <a:rPr lang="en-US" sz="2000" dirty="0">
                <a:latin typeface="Times New Roman" pitchFamily="18" charset="0"/>
                <a:cs typeface="Times New Roman" pitchFamily="18" charset="0"/>
              </a:rPr>
              <a:t>Millimeter wave makes it possible to implement massive MIMO since size of antenna element and their separation is lower therefore large number of antenna elements can be accommodate on the array antenna panel called massive MIMO. </a:t>
            </a:r>
          </a:p>
        </p:txBody>
      </p:sp>
      <p:pic>
        <p:nvPicPr>
          <p:cNvPr id="3" name="Picture 2">
            <a:extLst>
              <a:ext uri="{FF2B5EF4-FFF2-40B4-BE49-F238E27FC236}">
                <a16:creationId xmlns:a16="http://schemas.microsoft.com/office/drawing/2014/main" xmlns="" id="{66B8B7B5-592B-4328-AE8D-F3E9ADA7FD01}"/>
              </a:ext>
            </a:extLst>
          </p:cNvPr>
          <p:cNvPicPr>
            <a:picLocks noChangeAspect="1"/>
          </p:cNvPicPr>
          <p:nvPr/>
        </p:nvPicPr>
        <p:blipFill>
          <a:blip r:embed="rId2"/>
          <a:stretch>
            <a:fillRect/>
          </a:stretch>
        </p:blipFill>
        <p:spPr>
          <a:xfrm>
            <a:off x="914400" y="1676400"/>
            <a:ext cx="7097142" cy="213316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9076ACB4-30B8-4934-AFD4-9A9388F015C4}"/>
              </a:ext>
            </a:extLst>
          </p:cNvPr>
          <p:cNvSpPr>
            <a:spLocks noGrp="1"/>
          </p:cNvSpPr>
          <p:nvPr>
            <p:ph type="sldNum" sz="quarter" idx="12"/>
          </p:nvPr>
        </p:nvSpPr>
        <p:spPr/>
        <p:txBody>
          <a:bodyPr/>
          <a:lstStyle/>
          <a:p>
            <a:fld id="{B6F15528-21DE-4FAA-801E-634DDDAF4B2B}" type="slidenum">
              <a:rPr lang="en-US" smtClean="0"/>
              <a:pPr/>
              <a:t>25</a:t>
            </a:fld>
            <a:endParaRPr lang="en-US"/>
          </a:p>
        </p:txBody>
      </p:sp>
      <p:sp>
        <p:nvSpPr>
          <p:cNvPr id="5" name="Rectangle 4">
            <a:extLst>
              <a:ext uri="{FF2B5EF4-FFF2-40B4-BE49-F238E27FC236}">
                <a16:creationId xmlns:a16="http://schemas.microsoft.com/office/drawing/2014/main" xmlns="" id="{A087E461-CFA9-4343-9066-8AA17B30EC01}"/>
              </a:ext>
            </a:extLst>
          </p:cNvPr>
          <p:cNvSpPr/>
          <p:nvPr/>
        </p:nvSpPr>
        <p:spPr>
          <a:xfrm>
            <a:off x="114300" y="136525"/>
            <a:ext cx="8877300" cy="1569660"/>
          </a:xfrm>
          <a:prstGeom prst="rect">
            <a:avLst/>
          </a:prstGeom>
          <a:solidFill>
            <a:srgbClr val="CCECFF"/>
          </a:solidFill>
        </p:spPr>
        <p:txBody>
          <a:bodyPr wrap="square">
            <a:spAutoFit/>
          </a:bodyPr>
          <a:lstStyle/>
          <a:p>
            <a:pPr algn="just">
              <a:buFont typeface="Wingdings" pitchFamily="2" charset="2"/>
              <a:buChar char="v"/>
            </a:pPr>
            <a:r>
              <a:rPr lang="en-US" sz="2400" dirty="0">
                <a:latin typeface="Times New Roman" pitchFamily="18" charset="0"/>
                <a:cs typeface="Times New Roman" pitchFamily="18" charset="0"/>
              </a:rPr>
              <a:t>Millimeter wave has some drawbacks like, hostile propagation qualities, including strong pathloss, atmospheric and rain absorption, low diffraction around obstacles and penetration through objects and exorbitant equipment costs.</a:t>
            </a:r>
          </a:p>
        </p:txBody>
      </p:sp>
      <p:pic>
        <p:nvPicPr>
          <p:cNvPr id="6" name="Picture 5">
            <a:extLst>
              <a:ext uri="{FF2B5EF4-FFF2-40B4-BE49-F238E27FC236}">
                <a16:creationId xmlns:a16="http://schemas.microsoft.com/office/drawing/2014/main" xmlns="" id="{6D24194D-C88B-4895-8AA2-7EAB21341E35}"/>
              </a:ext>
            </a:extLst>
          </p:cNvPr>
          <p:cNvPicPr>
            <a:picLocks noChangeAspect="1"/>
          </p:cNvPicPr>
          <p:nvPr/>
        </p:nvPicPr>
        <p:blipFill>
          <a:blip r:embed="rId2"/>
          <a:stretch>
            <a:fillRect/>
          </a:stretch>
        </p:blipFill>
        <p:spPr>
          <a:xfrm>
            <a:off x="428515" y="1741528"/>
            <a:ext cx="8134570" cy="3769329"/>
          </a:xfrm>
          <a:prstGeom prst="rect">
            <a:avLst/>
          </a:prstGeom>
        </p:spPr>
      </p:pic>
      <p:sp>
        <p:nvSpPr>
          <p:cNvPr id="7" name="TextBox 6">
            <a:extLst>
              <a:ext uri="{FF2B5EF4-FFF2-40B4-BE49-F238E27FC236}">
                <a16:creationId xmlns:a16="http://schemas.microsoft.com/office/drawing/2014/main" xmlns="" id="{36758EB5-11BC-435A-BB67-7FD0B8E12D34}"/>
              </a:ext>
            </a:extLst>
          </p:cNvPr>
          <p:cNvSpPr txBox="1"/>
          <p:nvPr/>
        </p:nvSpPr>
        <p:spPr>
          <a:xfrm>
            <a:off x="304800" y="5638800"/>
            <a:ext cx="838200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Signal of mm wave is interrupted by obstacle more severely.  </a:t>
            </a:r>
          </a:p>
        </p:txBody>
      </p:sp>
    </p:spTree>
    <p:extLst>
      <p:ext uri="{BB962C8B-B14F-4D97-AF65-F5344CB8AC3E}">
        <p14:creationId xmlns:p14="http://schemas.microsoft.com/office/powerpoint/2010/main" val="25714187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E630B21A-31B8-407A-A027-E2B0FFC0054E}"/>
              </a:ext>
            </a:extLst>
          </p:cNvPr>
          <p:cNvSpPr>
            <a:spLocks noGrp="1"/>
          </p:cNvSpPr>
          <p:nvPr>
            <p:ph type="sldNum" sz="quarter" idx="12"/>
          </p:nvPr>
        </p:nvSpPr>
        <p:spPr/>
        <p:txBody>
          <a:bodyPr/>
          <a:lstStyle/>
          <a:p>
            <a:fld id="{B6F15528-21DE-4FAA-801E-634DDDAF4B2B}" type="slidenum">
              <a:rPr lang="en-US" smtClean="0"/>
              <a:pPr/>
              <a:t>26</a:t>
            </a:fld>
            <a:endParaRPr lang="en-US"/>
          </a:p>
        </p:txBody>
      </p:sp>
      <p:pic>
        <p:nvPicPr>
          <p:cNvPr id="6" name="Picture 5">
            <a:extLst>
              <a:ext uri="{FF2B5EF4-FFF2-40B4-BE49-F238E27FC236}">
                <a16:creationId xmlns:a16="http://schemas.microsoft.com/office/drawing/2014/main" xmlns="" id="{2FCEF2EB-A575-476D-BFD4-F3D15BF5BE66}"/>
              </a:ext>
            </a:extLst>
          </p:cNvPr>
          <p:cNvPicPr>
            <a:picLocks noChangeAspect="1"/>
          </p:cNvPicPr>
          <p:nvPr/>
        </p:nvPicPr>
        <p:blipFill>
          <a:blip r:embed="rId2"/>
          <a:stretch>
            <a:fillRect/>
          </a:stretch>
        </p:blipFill>
        <p:spPr>
          <a:xfrm>
            <a:off x="23662" y="5896"/>
            <a:ext cx="9132010" cy="4337504"/>
          </a:xfrm>
          <a:prstGeom prst="rect">
            <a:avLst/>
          </a:prstGeom>
        </p:spPr>
      </p:pic>
      <p:sp>
        <p:nvSpPr>
          <p:cNvPr id="7" name="TextBox 6">
            <a:extLst>
              <a:ext uri="{FF2B5EF4-FFF2-40B4-BE49-F238E27FC236}">
                <a16:creationId xmlns:a16="http://schemas.microsoft.com/office/drawing/2014/main" xmlns="" id="{276A8DC8-CA6F-4C0A-B4BB-2CE25283507E}"/>
              </a:ext>
            </a:extLst>
          </p:cNvPr>
          <p:cNvSpPr txBox="1"/>
          <p:nvPr/>
        </p:nvSpPr>
        <p:spPr>
          <a:xfrm>
            <a:off x="62540" y="4489360"/>
            <a:ext cx="8776660" cy="1200329"/>
          </a:xfrm>
          <a:prstGeom prst="rect">
            <a:avLst/>
          </a:prstGeom>
          <a:noFill/>
        </p:spPr>
        <p:txBody>
          <a:bodyPr wrap="square" rtlCol="0">
            <a:spAutoFit/>
          </a:bodyPr>
          <a:lstStyle/>
          <a:p>
            <a:pPr marL="342900" indent="-342900" algn="jus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Small </a:t>
            </a:r>
            <a:r>
              <a:rPr lang="en-US" sz="2400" dirty="0">
                <a:solidFill>
                  <a:srgbClr val="FF0000"/>
                </a:solidFill>
                <a:latin typeface="Times New Roman" panose="02020603050405020304" pitchFamily="18" charset="0"/>
                <a:cs typeface="Times New Roman" panose="02020603050405020304" pitchFamily="18" charset="0"/>
              </a:rPr>
              <a:t>cell stations </a:t>
            </a:r>
            <a:r>
              <a:rPr lang="en-US" sz="2400" dirty="0">
                <a:latin typeface="Times New Roman" panose="02020603050405020304" pitchFamily="18" charset="0"/>
                <a:cs typeface="Times New Roman" panose="02020603050405020304" pitchFamily="18" charset="0"/>
              </a:rPr>
              <a:t>are introduced to fill the coverage gap between UE and BS, where each cell station covers small area. Usually its coverage radius varies from 10 to 100 meters.   </a:t>
            </a:r>
          </a:p>
        </p:txBody>
      </p:sp>
    </p:spTree>
    <p:extLst>
      <p:ext uri="{BB962C8B-B14F-4D97-AF65-F5344CB8AC3E}">
        <p14:creationId xmlns:p14="http://schemas.microsoft.com/office/powerpoint/2010/main" val="41640828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9ADA004E-17F1-4252-9AED-948B97689970}"/>
              </a:ext>
            </a:extLst>
          </p:cNvPr>
          <p:cNvSpPr>
            <a:spLocks noGrp="1"/>
          </p:cNvSpPr>
          <p:nvPr>
            <p:ph type="sldNum" sz="quarter" idx="12"/>
          </p:nvPr>
        </p:nvSpPr>
        <p:spPr/>
        <p:txBody>
          <a:bodyPr/>
          <a:lstStyle/>
          <a:p>
            <a:fld id="{B6F15528-21DE-4FAA-801E-634DDDAF4B2B}" type="slidenum">
              <a:rPr lang="en-US" smtClean="0"/>
              <a:pPr/>
              <a:t>27</a:t>
            </a:fld>
            <a:endParaRPr lang="en-US"/>
          </a:p>
        </p:txBody>
      </p:sp>
      <p:sp>
        <p:nvSpPr>
          <p:cNvPr id="6" name="TextBox 5">
            <a:extLst>
              <a:ext uri="{FF2B5EF4-FFF2-40B4-BE49-F238E27FC236}">
                <a16:creationId xmlns:a16="http://schemas.microsoft.com/office/drawing/2014/main" xmlns="" id="{EDD26A6F-A402-4051-A634-364B1155D009}"/>
              </a:ext>
            </a:extLst>
          </p:cNvPr>
          <p:cNvSpPr txBox="1"/>
          <p:nvPr/>
        </p:nvSpPr>
        <p:spPr>
          <a:xfrm>
            <a:off x="342900" y="5525353"/>
            <a:ext cx="8458199" cy="830997"/>
          </a:xfrm>
          <a:prstGeom prst="rect">
            <a:avLst/>
          </a:prstGeom>
          <a:solidFill>
            <a:srgbClr val="CCECFF"/>
          </a:solid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Users are very closed to high </a:t>
            </a:r>
            <a:r>
              <a:rPr lang="en-US" sz="2400" dirty="0">
                <a:solidFill>
                  <a:srgbClr val="FF0000"/>
                </a:solidFill>
                <a:latin typeface="Times New Roman" panose="02020603050405020304" pitchFamily="18" charset="0"/>
                <a:cs typeface="Times New Roman" panose="02020603050405020304" pitchFamily="18" charset="0"/>
              </a:rPr>
              <a:t>intense radiation </a:t>
            </a:r>
            <a:r>
              <a:rPr lang="en-US" sz="2400" dirty="0">
                <a:latin typeface="Times New Roman" panose="02020603050405020304" pitchFamily="18" charset="0"/>
                <a:cs typeface="Times New Roman" panose="02020603050405020304" pitchFamily="18" charset="0"/>
              </a:rPr>
              <a:t>hence has impact on human health. </a:t>
            </a:r>
          </a:p>
        </p:txBody>
      </p:sp>
      <p:pic>
        <p:nvPicPr>
          <p:cNvPr id="2" name="Picture 1">
            <a:extLst>
              <a:ext uri="{FF2B5EF4-FFF2-40B4-BE49-F238E27FC236}">
                <a16:creationId xmlns:a16="http://schemas.microsoft.com/office/drawing/2014/main" xmlns="" id="{1A1B141D-2497-4EC3-A1F6-6C3ECF63995B}"/>
              </a:ext>
            </a:extLst>
          </p:cNvPr>
          <p:cNvPicPr>
            <a:picLocks noChangeAspect="1"/>
          </p:cNvPicPr>
          <p:nvPr/>
        </p:nvPicPr>
        <p:blipFill>
          <a:blip r:embed="rId2"/>
          <a:stretch>
            <a:fillRect/>
          </a:stretch>
        </p:blipFill>
        <p:spPr>
          <a:xfrm>
            <a:off x="1447800" y="228600"/>
            <a:ext cx="5867400" cy="5054600"/>
          </a:xfrm>
          <a:prstGeom prst="rect">
            <a:avLst/>
          </a:prstGeom>
        </p:spPr>
      </p:pic>
    </p:spTree>
    <p:extLst>
      <p:ext uri="{BB962C8B-B14F-4D97-AF65-F5344CB8AC3E}">
        <p14:creationId xmlns:p14="http://schemas.microsoft.com/office/powerpoint/2010/main" val="18904036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C6D3BE70-1253-46B7-8689-88B43E9E2FB9}"/>
              </a:ext>
            </a:extLst>
          </p:cNvPr>
          <p:cNvSpPr>
            <a:spLocks noGrp="1"/>
          </p:cNvSpPr>
          <p:nvPr>
            <p:ph type="sldNum" sz="quarter" idx="12"/>
          </p:nvPr>
        </p:nvSpPr>
        <p:spPr/>
        <p:txBody>
          <a:bodyPr/>
          <a:lstStyle/>
          <a:p>
            <a:fld id="{B6F15528-21DE-4FAA-801E-634DDDAF4B2B}" type="slidenum">
              <a:rPr lang="en-US" smtClean="0"/>
              <a:pPr/>
              <a:t>28</a:t>
            </a:fld>
            <a:endParaRPr lang="en-US"/>
          </a:p>
        </p:txBody>
      </p:sp>
      <p:sp>
        <p:nvSpPr>
          <p:cNvPr id="5" name="TextBox 4">
            <a:extLst>
              <a:ext uri="{FF2B5EF4-FFF2-40B4-BE49-F238E27FC236}">
                <a16:creationId xmlns:a16="http://schemas.microsoft.com/office/drawing/2014/main" xmlns="" id="{BB9CEC66-31DD-4C76-A18A-EDDB5BD843EB}"/>
              </a:ext>
            </a:extLst>
          </p:cNvPr>
          <p:cNvSpPr txBox="1"/>
          <p:nvPr/>
        </p:nvSpPr>
        <p:spPr>
          <a:xfrm>
            <a:off x="152400" y="173847"/>
            <a:ext cx="8763000" cy="3477875"/>
          </a:xfrm>
          <a:prstGeom prst="rect">
            <a:avLst/>
          </a:prstGeom>
          <a:solidFill>
            <a:srgbClr val="CCECFF"/>
          </a:solidFill>
        </p:spPr>
        <p:txBody>
          <a:bodyPr wrap="square" rtlCol="0">
            <a:spAutoFit/>
          </a:bodyPr>
          <a:lstStyle/>
          <a:p>
            <a:pPr algn="just"/>
            <a:r>
              <a:rPr lang="en-US" sz="2800" b="1" dirty="0">
                <a:solidFill>
                  <a:srgbClr val="FF0000"/>
                </a:solidFill>
                <a:latin typeface="Times New Roman" pitchFamily="18" charset="0"/>
                <a:cs typeface="Times New Roman" pitchFamily="18" charset="0"/>
              </a:rPr>
              <a:t>H. Massive MIMO in Beamforming</a:t>
            </a:r>
            <a:endParaRPr lang="en-US" sz="2800" dirty="0">
              <a:solidFill>
                <a:srgbClr val="FF0000"/>
              </a:solidFill>
              <a:latin typeface="Times New Roman" pitchFamily="18" charset="0"/>
              <a:cs typeface="Times New Roman" pitchFamily="18" charset="0"/>
            </a:endParaRPr>
          </a:p>
          <a:p>
            <a:pPr marL="342900"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For massive MIMO systems, beamforming helps with increasing spectrum efficiency, and for millimeter waves, it helps in boosting data rate. </a:t>
            </a:r>
          </a:p>
          <a:p>
            <a:pPr marL="342900"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Since the millimeter waves cannot penetrate through obstacles and do not propagate to longer distances due to a shorter wavelength, beamforming here helps to send concentrated beams towards the users. Thus, </a:t>
            </a:r>
            <a:r>
              <a:rPr lang="en-US" sz="2400" dirty="0">
                <a:solidFill>
                  <a:srgbClr val="FF0000"/>
                </a:solidFill>
                <a:latin typeface="Times New Roman" panose="02020603050405020304" pitchFamily="18" charset="0"/>
                <a:cs typeface="Times New Roman" panose="02020603050405020304" pitchFamily="18" charset="0"/>
              </a:rPr>
              <a:t>beamforming</a:t>
            </a:r>
            <a:r>
              <a:rPr lang="en-US" sz="2400" dirty="0">
                <a:latin typeface="Times New Roman" panose="02020603050405020304" pitchFamily="18" charset="0"/>
                <a:cs typeface="Times New Roman" panose="02020603050405020304" pitchFamily="18" charset="0"/>
              </a:rPr>
              <a:t> helps a user to receive a strong signal without interference with other users.</a:t>
            </a:r>
          </a:p>
        </p:txBody>
      </p:sp>
      <p:pic>
        <p:nvPicPr>
          <p:cNvPr id="2" name="Picture 1">
            <a:extLst>
              <a:ext uri="{FF2B5EF4-FFF2-40B4-BE49-F238E27FC236}">
                <a16:creationId xmlns:a16="http://schemas.microsoft.com/office/drawing/2014/main" xmlns="" id="{B89E9E12-EF5F-44E0-A2E0-1C307E800D79}"/>
              </a:ext>
            </a:extLst>
          </p:cNvPr>
          <p:cNvPicPr>
            <a:picLocks noChangeAspect="1"/>
          </p:cNvPicPr>
          <p:nvPr/>
        </p:nvPicPr>
        <p:blipFill>
          <a:blip r:embed="rId2"/>
          <a:stretch>
            <a:fillRect/>
          </a:stretch>
        </p:blipFill>
        <p:spPr>
          <a:xfrm>
            <a:off x="152400" y="4095872"/>
            <a:ext cx="4071258" cy="1879319"/>
          </a:xfrm>
          <a:prstGeom prst="rect">
            <a:avLst/>
          </a:prstGeom>
        </p:spPr>
      </p:pic>
      <p:pic>
        <p:nvPicPr>
          <p:cNvPr id="3" name="Picture 2">
            <a:extLst>
              <a:ext uri="{FF2B5EF4-FFF2-40B4-BE49-F238E27FC236}">
                <a16:creationId xmlns:a16="http://schemas.microsoft.com/office/drawing/2014/main" xmlns="" id="{EA631F22-37F7-4548-B10D-3B18252991E8}"/>
              </a:ext>
            </a:extLst>
          </p:cNvPr>
          <p:cNvPicPr>
            <a:picLocks noChangeAspect="1"/>
          </p:cNvPicPr>
          <p:nvPr/>
        </p:nvPicPr>
        <p:blipFill>
          <a:blip r:embed="rId3"/>
          <a:stretch>
            <a:fillRect/>
          </a:stretch>
        </p:blipFill>
        <p:spPr>
          <a:xfrm>
            <a:off x="4544613" y="3971952"/>
            <a:ext cx="4370787" cy="2001683"/>
          </a:xfrm>
          <a:prstGeom prst="rect">
            <a:avLst/>
          </a:prstGeom>
        </p:spPr>
      </p:pic>
      <p:sp>
        <p:nvSpPr>
          <p:cNvPr id="6" name="TextBox 5">
            <a:extLst>
              <a:ext uri="{FF2B5EF4-FFF2-40B4-BE49-F238E27FC236}">
                <a16:creationId xmlns:a16="http://schemas.microsoft.com/office/drawing/2014/main" xmlns="" id="{5501719E-614C-44FF-9776-469DE9839AF0}"/>
              </a:ext>
            </a:extLst>
          </p:cNvPr>
          <p:cNvSpPr txBox="1"/>
          <p:nvPr/>
        </p:nvSpPr>
        <p:spPr>
          <a:xfrm>
            <a:off x="802419" y="6023844"/>
            <a:ext cx="310134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Omni directional beam</a:t>
            </a:r>
          </a:p>
        </p:txBody>
      </p:sp>
      <p:sp>
        <p:nvSpPr>
          <p:cNvPr id="8" name="TextBox 7">
            <a:extLst>
              <a:ext uri="{FF2B5EF4-FFF2-40B4-BE49-F238E27FC236}">
                <a16:creationId xmlns:a16="http://schemas.microsoft.com/office/drawing/2014/main" xmlns="" id="{34AA2B92-5609-4273-9CDA-5E6EEEBF7743}"/>
              </a:ext>
            </a:extLst>
          </p:cNvPr>
          <p:cNvSpPr txBox="1"/>
          <p:nvPr/>
        </p:nvSpPr>
        <p:spPr>
          <a:xfrm>
            <a:off x="4786906" y="6063032"/>
            <a:ext cx="3886199"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Directional beam with MIMO</a:t>
            </a:r>
          </a:p>
        </p:txBody>
      </p:sp>
    </p:spTree>
    <p:extLst>
      <p:ext uri="{BB962C8B-B14F-4D97-AF65-F5344CB8AC3E}">
        <p14:creationId xmlns:p14="http://schemas.microsoft.com/office/powerpoint/2010/main" val="16479432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1F0114C0-7D29-4839-8CE7-D485CF938494}"/>
              </a:ext>
            </a:extLst>
          </p:cNvPr>
          <p:cNvSpPr>
            <a:spLocks noGrp="1"/>
          </p:cNvSpPr>
          <p:nvPr>
            <p:ph type="sldNum" sz="quarter" idx="12"/>
          </p:nvPr>
        </p:nvSpPr>
        <p:spPr/>
        <p:txBody>
          <a:bodyPr/>
          <a:lstStyle/>
          <a:p>
            <a:fld id="{B6F15528-21DE-4FAA-801E-634DDDAF4B2B}" type="slidenum">
              <a:rPr lang="en-US" smtClean="0"/>
              <a:pPr/>
              <a:t>29</a:t>
            </a:fld>
            <a:endParaRPr lang="en-US"/>
          </a:p>
        </p:txBody>
      </p:sp>
      <p:grpSp>
        <p:nvGrpSpPr>
          <p:cNvPr id="5" name="Group 4">
            <a:extLst>
              <a:ext uri="{FF2B5EF4-FFF2-40B4-BE49-F238E27FC236}">
                <a16:creationId xmlns:a16="http://schemas.microsoft.com/office/drawing/2014/main" xmlns="" id="{8989A1DB-DCAF-46F1-9CA8-DFA0F980CDE8}"/>
              </a:ext>
            </a:extLst>
          </p:cNvPr>
          <p:cNvGrpSpPr/>
          <p:nvPr/>
        </p:nvGrpSpPr>
        <p:grpSpPr>
          <a:xfrm>
            <a:off x="533400" y="533400"/>
            <a:ext cx="3117202" cy="241369"/>
            <a:chOff x="5737549" y="350127"/>
            <a:chExt cx="3117202" cy="241369"/>
          </a:xfrm>
        </p:grpSpPr>
        <p:sp>
          <p:nvSpPr>
            <p:cNvPr id="6" name="Oval 5">
              <a:extLst>
                <a:ext uri="{FF2B5EF4-FFF2-40B4-BE49-F238E27FC236}">
                  <a16:creationId xmlns:a16="http://schemas.microsoft.com/office/drawing/2014/main" xmlns="" id="{8F33AAAE-C7EE-436F-905F-7DF31A9146A7}"/>
                </a:ext>
              </a:extLst>
            </p:cNvPr>
            <p:cNvSpPr/>
            <p:nvPr/>
          </p:nvSpPr>
          <p:spPr>
            <a:xfrm>
              <a:off x="6972300" y="380999"/>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7" name="Oval 6">
              <a:extLst>
                <a:ext uri="{FF2B5EF4-FFF2-40B4-BE49-F238E27FC236}">
                  <a16:creationId xmlns:a16="http://schemas.microsoft.com/office/drawing/2014/main" xmlns="" id="{0A6E2A2F-A345-4F1C-857A-C84FC9E223C4}"/>
                </a:ext>
              </a:extLst>
            </p:cNvPr>
            <p:cNvSpPr/>
            <p:nvPr/>
          </p:nvSpPr>
          <p:spPr>
            <a:xfrm>
              <a:off x="7505700" y="375832"/>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8" name="Oval 7">
              <a:extLst>
                <a:ext uri="{FF2B5EF4-FFF2-40B4-BE49-F238E27FC236}">
                  <a16:creationId xmlns:a16="http://schemas.microsoft.com/office/drawing/2014/main" xmlns="" id="{5CFBC6F1-2935-42E5-B8D4-6AB5A19355D8}"/>
                </a:ext>
              </a:extLst>
            </p:cNvPr>
            <p:cNvSpPr/>
            <p:nvPr/>
          </p:nvSpPr>
          <p:spPr>
            <a:xfrm>
              <a:off x="8086531" y="380998"/>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9" name="Oval 8">
              <a:extLst>
                <a:ext uri="{FF2B5EF4-FFF2-40B4-BE49-F238E27FC236}">
                  <a16:creationId xmlns:a16="http://schemas.microsoft.com/office/drawing/2014/main" xmlns="" id="{EE065E9A-CB7A-401B-BB18-BBEBE7952400}"/>
                </a:ext>
              </a:extLst>
            </p:cNvPr>
            <p:cNvSpPr/>
            <p:nvPr/>
          </p:nvSpPr>
          <p:spPr>
            <a:xfrm>
              <a:off x="6310215" y="380997"/>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0" name="Oval 9">
              <a:extLst>
                <a:ext uri="{FF2B5EF4-FFF2-40B4-BE49-F238E27FC236}">
                  <a16:creationId xmlns:a16="http://schemas.microsoft.com/office/drawing/2014/main" xmlns="" id="{AD36EB63-F1A6-4D02-B11B-C00DF3C6E145}"/>
                </a:ext>
              </a:extLst>
            </p:cNvPr>
            <p:cNvSpPr/>
            <p:nvPr/>
          </p:nvSpPr>
          <p:spPr>
            <a:xfrm>
              <a:off x="5737549" y="375833"/>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1" name="Oval 10">
              <a:extLst>
                <a:ext uri="{FF2B5EF4-FFF2-40B4-BE49-F238E27FC236}">
                  <a16:creationId xmlns:a16="http://schemas.microsoft.com/office/drawing/2014/main" xmlns="" id="{CB6EEC21-BD2F-4EB6-8CD0-B39E00AB9D4F}"/>
                </a:ext>
              </a:extLst>
            </p:cNvPr>
            <p:cNvSpPr/>
            <p:nvPr/>
          </p:nvSpPr>
          <p:spPr>
            <a:xfrm>
              <a:off x="8626151" y="350127"/>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sp>
        <p:nvSpPr>
          <p:cNvPr id="12" name="TextBox 11">
            <a:extLst>
              <a:ext uri="{FF2B5EF4-FFF2-40B4-BE49-F238E27FC236}">
                <a16:creationId xmlns:a16="http://schemas.microsoft.com/office/drawing/2014/main" xmlns="" id="{8820DB29-05E1-47B3-BE8D-5D4B9962EE23}"/>
              </a:ext>
            </a:extLst>
          </p:cNvPr>
          <p:cNvSpPr txBox="1"/>
          <p:nvPr/>
        </p:nvSpPr>
        <p:spPr>
          <a:xfrm>
            <a:off x="264951" y="1085764"/>
            <a:ext cx="35052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Linear array antenna system (AAS)</a:t>
            </a:r>
          </a:p>
        </p:txBody>
      </p:sp>
      <p:grpSp>
        <p:nvGrpSpPr>
          <p:cNvPr id="13" name="Group 12">
            <a:extLst>
              <a:ext uri="{FF2B5EF4-FFF2-40B4-BE49-F238E27FC236}">
                <a16:creationId xmlns:a16="http://schemas.microsoft.com/office/drawing/2014/main" xmlns="" id="{8992D32E-93F2-439B-A2AB-00EE95755AAE}"/>
              </a:ext>
            </a:extLst>
          </p:cNvPr>
          <p:cNvGrpSpPr/>
          <p:nvPr/>
        </p:nvGrpSpPr>
        <p:grpSpPr>
          <a:xfrm>
            <a:off x="361950" y="2540303"/>
            <a:ext cx="3117202" cy="241369"/>
            <a:chOff x="5737549" y="350127"/>
            <a:chExt cx="3117202" cy="241369"/>
          </a:xfrm>
        </p:grpSpPr>
        <p:sp>
          <p:nvSpPr>
            <p:cNvPr id="14" name="Oval 13">
              <a:extLst>
                <a:ext uri="{FF2B5EF4-FFF2-40B4-BE49-F238E27FC236}">
                  <a16:creationId xmlns:a16="http://schemas.microsoft.com/office/drawing/2014/main" xmlns="" id="{2FF247E5-8F67-4DFF-91C7-BD57A9D6DEB6}"/>
                </a:ext>
              </a:extLst>
            </p:cNvPr>
            <p:cNvSpPr/>
            <p:nvPr/>
          </p:nvSpPr>
          <p:spPr>
            <a:xfrm>
              <a:off x="6972300" y="380999"/>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5" name="Oval 14">
              <a:extLst>
                <a:ext uri="{FF2B5EF4-FFF2-40B4-BE49-F238E27FC236}">
                  <a16:creationId xmlns:a16="http://schemas.microsoft.com/office/drawing/2014/main" xmlns="" id="{04959EFE-E545-4D6E-85B9-BBE28D3F6A5A}"/>
                </a:ext>
              </a:extLst>
            </p:cNvPr>
            <p:cNvSpPr/>
            <p:nvPr/>
          </p:nvSpPr>
          <p:spPr>
            <a:xfrm>
              <a:off x="7505700" y="375832"/>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6" name="Oval 15">
              <a:extLst>
                <a:ext uri="{FF2B5EF4-FFF2-40B4-BE49-F238E27FC236}">
                  <a16:creationId xmlns:a16="http://schemas.microsoft.com/office/drawing/2014/main" xmlns="" id="{07E9F2CB-8C43-4152-AD3D-11958E74796C}"/>
                </a:ext>
              </a:extLst>
            </p:cNvPr>
            <p:cNvSpPr/>
            <p:nvPr/>
          </p:nvSpPr>
          <p:spPr>
            <a:xfrm>
              <a:off x="8086531" y="380998"/>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7" name="Oval 16">
              <a:extLst>
                <a:ext uri="{FF2B5EF4-FFF2-40B4-BE49-F238E27FC236}">
                  <a16:creationId xmlns:a16="http://schemas.microsoft.com/office/drawing/2014/main" xmlns="" id="{00D461FB-47BD-4809-BBA3-1D7110F39FDA}"/>
                </a:ext>
              </a:extLst>
            </p:cNvPr>
            <p:cNvSpPr/>
            <p:nvPr/>
          </p:nvSpPr>
          <p:spPr>
            <a:xfrm>
              <a:off x="6310215" y="380997"/>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Oval 17">
              <a:extLst>
                <a:ext uri="{FF2B5EF4-FFF2-40B4-BE49-F238E27FC236}">
                  <a16:creationId xmlns:a16="http://schemas.microsoft.com/office/drawing/2014/main" xmlns="" id="{2611211E-F950-4088-9D35-4E5CCB0564E2}"/>
                </a:ext>
              </a:extLst>
            </p:cNvPr>
            <p:cNvSpPr/>
            <p:nvPr/>
          </p:nvSpPr>
          <p:spPr>
            <a:xfrm>
              <a:off x="5737549" y="375833"/>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9" name="Oval 18">
              <a:extLst>
                <a:ext uri="{FF2B5EF4-FFF2-40B4-BE49-F238E27FC236}">
                  <a16:creationId xmlns:a16="http://schemas.microsoft.com/office/drawing/2014/main" xmlns="" id="{72EC66ED-1A55-4376-8E55-CCC1E35A50DD}"/>
                </a:ext>
              </a:extLst>
            </p:cNvPr>
            <p:cNvSpPr/>
            <p:nvPr/>
          </p:nvSpPr>
          <p:spPr>
            <a:xfrm>
              <a:off x="8626151" y="350127"/>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grpSp>
        <p:nvGrpSpPr>
          <p:cNvPr id="20" name="Group 19">
            <a:extLst>
              <a:ext uri="{FF2B5EF4-FFF2-40B4-BE49-F238E27FC236}">
                <a16:creationId xmlns:a16="http://schemas.microsoft.com/office/drawing/2014/main" xmlns="" id="{5BF56DA1-D6A4-4203-8C75-B57CB9351FCE}"/>
              </a:ext>
            </a:extLst>
          </p:cNvPr>
          <p:cNvGrpSpPr/>
          <p:nvPr/>
        </p:nvGrpSpPr>
        <p:grpSpPr>
          <a:xfrm>
            <a:off x="361950" y="2063407"/>
            <a:ext cx="3117202" cy="241369"/>
            <a:chOff x="5737549" y="350127"/>
            <a:chExt cx="3117202" cy="241369"/>
          </a:xfrm>
        </p:grpSpPr>
        <p:sp>
          <p:nvSpPr>
            <p:cNvPr id="21" name="Oval 20">
              <a:extLst>
                <a:ext uri="{FF2B5EF4-FFF2-40B4-BE49-F238E27FC236}">
                  <a16:creationId xmlns:a16="http://schemas.microsoft.com/office/drawing/2014/main" xmlns="" id="{348FA347-F254-4942-9156-E7DBE06E6F50}"/>
                </a:ext>
              </a:extLst>
            </p:cNvPr>
            <p:cNvSpPr/>
            <p:nvPr/>
          </p:nvSpPr>
          <p:spPr>
            <a:xfrm>
              <a:off x="6972300" y="380999"/>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2" name="Oval 21">
              <a:extLst>
                <a:ext uri="{FF2B5EF4-FFF2-40B4-BE49-F238E27FC236}">
                  <a16:creationId xmlns:a16="http://schemas.microsoft.com/office/drawing/2014/main" xmlns="" id="{D68A2838-F74F-4A58-8081-C716239C8587}"/>
                </a:ext>
              </a:extLst>
            </p:cNvPr>
            <p:cNvSpPr/>
            <p:nvPr/>
          </p:nvSpPr>
          <p:spPr>
            <a:xfrm>
              <a:off x="7505700" y="375832"/>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3" name="Oval 22">
              <a:extLst>
                <a:ext uri="{FF2B5EF4-FFF2-40B4-BE49-F238E27FC236}">
                  <a16:creationId xmlns:a16="http://schemas.microsoft.com/office/drawing/2014/main" xmlns="" id="{9DF713AE-B590-43AF-9C9E-682DDBEDB88E}"/>
                </a:ext>
              </a:extLst>
            </p:cNvPr>
            <p:cNvSpPr/>
            <p:nvPr/>
          </p:nvSpPr>
          <p:spPr>
            <a:xfrm>
              <a:off x="8086531" y="380998"/>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4" name="Oval 23">
              <a:extLst>
                <a:ext uri="{FF2B5EF4-FFF2-40B4-BE49-F238E27FC236}">
                  <a16:creationId xmlns:a16="http://schemas.microsoft.com/office/drawing/2014/main" xmlns="" id="{3CB89FE2-109B-4A7C-81D4-CD757037EF78}"/>
                </a:ext>
              </a:extLst>
            </p:cNvPr>
            <p:cNvSpPr/>
            <p:nvPr/>
          </p:nvSpPr>
          <p:spPr>
            <a:xfrm>
              <a:off x="6310215" y="380997"/>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5" name="Oval 24">
              <a:extLst>
                <a:ext uri="{FF2B5EF4-FFF2-40B4-BE49-F238E27FC236}">
                  <a16:creationId xmlns:a16="http://schemas.microsoft.com/office/drawing/2014/main" xmlns="" id="{D25D995E-A888-4A44-B915-947786A8C526}"/>
                </a:ext>
              </a:extLst>
            </p:cNvPr>
            <p:cNvSpPr/>
            <p:nvPr/>
          </p:nvSpPr>
          <p:spPr>
            <a:xfrm>
              <a:off x="5737549" y="375833"/>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6" name="Oval 25">
              <a:extLst>
                <a:ext uri="{FF2B5EF4-FFF2-40B4-BE49-F238E27FC236}">
                  <a16:creationId xmlns:a16="http://schemas.microsoft.com/office/drawing/2014/main" xmlns="" id="{FAAE7B9A-ACC0-4CD6-A956-0A61B8EBA054}"/>
                </a:ext>
              </a:extLst>
            </p:cNvPr>
            <p:cNvSpPr/>
            <p:nvPr/>
          </p:nvSpPr>
          <p:spPr>
            <a:xfrm>
              <a:off x="8626151" y="350127"/>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grpSp>
        <p:nvGrpSpPr>
          <p:cNvPr id="27" name="Group 26">
            <a:extLst>
              <a:ext uri="{FF2B5EF4-FFF2-40B4-BE49-F238E27FC236}">
                <a16:creationId xmlns:a16="http://schemas.microsoft.com/office/drawing/2014/main" xmlns="" id="{05B1B866-9018-4369-B29E-60F34FA549B5}"/>
              </a:ext>
            </a:extLst>
          </p:cNvPr>
          <p:cNvGrpSpPr/>
          <p:nvPr/>
        </p:nvGrpSpPr>
        <p:grpSpPr>
          <a:xfrm>
            <a:off x="347565" y="2952589"/>
            <a:ext cx="3117202" cy="241369"/>
            <a:chOff x="5737549" y="350127"/>
            <a:chExt cx="3117202" cy="241369"/>
          </a:xfrm>
        </p:grpSpPr>
        <p:sp>
          <p:nvSpPr>
            <p:cNvPr id="28" name="Oval 27">
              <a:extLst>
                <a:ext uri="{FF2B5EF4-FFF2-40B4-BE49-F238E27FC236}">
                  <a16:creationId xmlns:a16="http://schemas.microsoft.com/office/drawing/2014/main" xmlns="" id="{5B265203-80B9-4BEE-B635-E50D731D4298}"/>
                </a:ext>
              </a:extLst>
            </p:cNvPr>
            <p:cNvSpPr/>
            <p:nvPr/>
          </p:nvSpPr>
          <p:spPr>
            <a:xfrm>
              <a:off x="6972300" y="380999"/>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9" name="Oval 28">
              <a:extLst>
                <a:ext uri="{FF2B5EF4-FFF2-40B4-BE49-F238E27FC236}">
                  <a16:creationId xmlns:a16="http://schemas.microsoft.com/office/drawing/2014/main" xmlns="" id="{E8A5F9E3-C79A-44BE-BE18-1F58733C378B}"/>
                </a:ext>
              </a:extLst>
            </p:cNvPr>
            <p:cNvSpPr/>
            <p:nvPr/>
          </p:nvSpPr>
          <p:spPr>
            <a:xfrm>
              <a:off x="7505700" y="375832"/>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0" name="Oval 29">
              <a:extLst>
                <a:ext uri="{FF2B5EF4-FFF2-40B4-BE49-F238E27FC236}">
                  <a16:creationId xmlns:a16="http://schemas.microsoft.com/office/drawing/2014/main" xmlns="" id="{26C2604B-42A5-437F-BAF6-0FC5326C66EF}"/>
                </a:ext>
              </a:extLst>
            </p:cNvPr>
            <p:cNvSpPr/>
            <p:nvPr/>
          </p:nvSpPr>
          <p:spPr>
            <a:xfrm>
              <a:off x="8086531" y="380998"/>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1" name="Oval 30">
              <a:extLst>
                <a:ext uri="{FF2B5EF4-FFF2-40B4-BE49-F238E27FC236}">
                  <a16:creationId xmlns:a16="http://schemas.microsoft.com/office/drawing/2014/main" xmlns="" id="{A572C2BD-24FC-4619-BBA0-B4FE30A0FEF4}"/>
                </a:ext>
              </a:extLst>
            </p:cNvPr>
            <p:cNvSpPr/>
            <p:nvPr/>
          </p:nvSpPr>
          <p:spPr>
            <a:xfrm>
              <a:off x="6310215" y="380997"/>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2" name="Oval 31">
              <a:extLst>
                <a:ext uri="{FF2B5EF4-FFF2-40B4-BE49-F238E27FC236}">
                  <a16:creationId xmlns:a16="http://schemas.microsoft.com/office/drawing/2014/main" xmlns="" id="{F4426143-DFAD-4A1C-95A2-2597C1D664A6}"/>
                </a:ext>
              </a:extLst>
            </p:cNvPr>
            <p:cNvSpPr/>
            <p:nvPr/>
          </p:nvSpPr>
          <p:spPr>
            <a:xfrm>
              <a:off x="5737549" y="375833"/>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3" name="Oval 32">
              <a:extLst>
                <a:ext uri="{FF2B5EF4-FFF2-40B4-BE49-F238E27FC236}">
                  <a16:creationId xmlns:a16="http://schemas.microsoft.com/office/drawing/2014/main" xmlns="" id="{93E37115-E7BD-483C-B4A4-8757AA080020}"/>
                </a:ext>
              </a:extLst>
            </p:cNvPr>
            <p:cNvSpPr/>
            <p:nvPr/>
          </p:nvSpPr>
          <p:spPr>
            <a:xfrm>
              <a:off x="8626151" y="350127"/>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grpSp>
        <p:nvGrpSpPr>
          <p:cNvPr id="34" name="Group 33">
            <a:extLst>
              <a:ext uri="{FF2B5EF4-FFF2-40B4-BE49-F238E27FC236}">
                <a16:creationId xmlns:a16="http://schemas.microsoft.com/office/drawing/2014/main" xmlns="" id="{665E8E7A-B90B-4C7B-82F5-FAFE7D37A954}"/>
              </a:ext>
            </a:extLst>
          </p:cNvPr>
          <p:cNvGrpSpPr/>
          <p:nvPr/>
        </p:nvGrpSpPr>
        <p:grpSpPr>
          <a:xfrm>
            <a:off x="364671" y="3413841"/>
            <a:ext cx="3117202" cy="241369"/>
            <a:chOff x="5737549" y="350127"/>
            <a:chExt cx="3117202" cy="241369"/>
          </a:xfrm>
        </p:grpSpPr>
        <p:sp>
          <p:nvSpPr>
            <p:cNvPr id="35" name="Oval 34">
              <a:extLst>
                <a:ext uri="{FF2B5EF4-FFF2-40B4-BE49-F238E27FC236}">
                  <a16:creationId xmlns:a16="http://schemas.microsoft.com/office/drawing/2014/main" xmlns="" id="{50CB2B48-787B-44CF-BD37-85583D217B3E}"/>
                </a:ext>
              </a:extLst>
            </p:cNvPr>
            <p:cNvSpPr/>
            <p:nvPr/>
          </p:nvSpPr>
          <p:spPr>
            <a:xfrm>
              <a:off x="6972300" y="380999"/>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6" name="Oval 35">
              <a:extLst>
                <a:ext uri="{FF2B5EF4-FFF2-40B4-BE49-F238E27FC236}">
                  <a16:creationId xmlns:a16="http://schemas.microsoft.com/office/drawing/2014/main" xmlns="" id="{D7501A5F-E7BD-416A-86A3-21C84E321C49}"/>
                </a:ext>
              </a:extLst>
            </p:cNvPr>
            <p:cNvSpPr/>
            <p:nvPr/>
          </p:nvSpPr>
          <p:spPr>
            <a:xfrm>
              <a:off x="7505700" y="375832"/>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7" name="Oval 36">
              <a:extLst>
                <a:ext uri="{FF2B5EF4-FFF2-40B4-BE49-F238E27FC236}">
                  <a16:creationId xmlns:a16="http://schemas.microsoft.com/office/drawing/2014/main" xmlns="" id="{613466EC-7894-4161-ADF2-00C3F4104636}"/>
                </a:ext>
              </a:extLst>
            </p:cNvPr>
            <p:cNvSpPr/>
            <p:nvPr/>
          </p:nvSpPr>
          <p:spPr>
            <a:xfrm>
              <a:off x="8086531" y="380998"/>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8" name="Oval 37">
              <a:extLst>
                <a:ext uri="{FF2B5EF4-FFF2-40B4-BE49-F238E27FC236}">
                  <a16:creationId xmlns:a16="http://schemas.microsoft.com/office/drawing/2014/main" xmlns="" id="{9BF7D2E8-8EDB-485C-95F7-B6E9E44C5097}"/>
                </a:ext>
              </a:extLst>
            </p:cNvPr>
            <p:cNvSpPr/>
            <p:nvPr/>
          </p:nvSpPr>
          <p:spPr>
            <a:xfrm>
              <a:off x="6310215" y="380997"/>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9" name="Oval 38">
              <a:extLst>
                <a:ext uri="{FF2B5EF4-FFF2-40B4-BE49-F238E27FC236}">
                  <a16:creationId xmlns:a16="http://schemas.microsoft.com/office/drawing/2014/main" xmlns="" id="{67CD5870-7A4E-4B54-8D03-F09E0D756FC1}"/>
                </a:ext>
              </a:extLst>
            </p:cNvPr>
            <p:cNvSpPr/>
            <p:nvPr/>
          </p:nvSpPr>
          <p:spPr>
            <a:xfrm>
              <a:off x="5737549" y="375833"/>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0" name="Oval 39">
              <a:extLst>
                <a:ext uri="{FF2B5EF4-FFF2-40B4-BE49-F238E27FC236}">
                  <a16:creationId xmlns:a16="http://schemas.microsoft.com/office/drawing/2014/main" xmlns="" id="{7AC55D78-1962-4128-A6DF-9C45610E2406}"/>
                </a:ext>
              </a:extLst>
            </p:cNvPr>
            <p:cNvSpPr/>
            <p:nvPr/>
          </p:nvSpPr>
          <p:spPr>
            <a:xfrm>
              <a:off x="8626151" y="350127"/>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grpSp>
        <p:nvGrpSpPr>
          <p:cNvPr id="41" name="Group 40">
            <a:extLst>
              <a:ext uri="{FF2B5EF4-FFF2-40B4-BE49-F238E27FC236}">
                <a16:creationId xmlns:a16="http://schemas.microsoft.com/office/drawing/2014/main" xmlns="" id="{D6DF0BB8-B6F8-4BA9-89A1-E021530D6700}"/>
              </a:ext>
            </a:extLst>
          </p:cNvPr>
          <p:cNvGrpSpPr/>
          <p:nvPr/>
        </p:nvGrpSpPr>
        <p:grpSpPr>
          <a:xfrm>
            <a:off x="419100" y="3866205"/>
            <a:ext cx="3117202" cy="241369"/>
            <a:chOff x="5737549" y="350127"/>
            <a:chExt cx="3117202" cy="241369"/>
          </a:xfrm>
        </p:grpSpPr>
        <p:sp>
          <p:nvSpPr>
            <p:cNvPr id="42" name="Oval 41">
              <a:extLst>
                <a:ext uri="{FF2B5EF4-FFF2-40B4-BE49-F238E27FC236}">
                  <a16:creationId xmlns:a16="http://schemas.microsoft.com/office/drawing/2014/main" xmlns="" id="{460B064F-7802-4F30-B7B8-6CD6A7DA7568}"/>
                </a:ext>
              </a:extLst>
            </p:cNvPr>
            <p:cNvSpPr/>
            <p:nvPr/>
          </p:nvSpPr>
          <p:spPr>
            <a:xfrm>
              <a:off x="6972300" y="380999"/>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3" name="Oval 42">
              <a:extLst>
                <a:ext uri="{FF2B5EF4-FFF2-40B4-BE49-F238E27FC236}">
                  <a16:creationId xmlns:a16="http://schemas.microsoft.com/office/drawing/2014/main" xmlns="" id="{7D2FB48A-C998-4D7F-8C59-47E1CD89F57A}"/>
                </a:ext>
              </a:extLst>
            </p:cNvPr>
            <p:cNvSpPr/>
            <p:nvPr/>
          </p:nvSpPr>
          <p:spPr>
            <a:xfrm>
              <a:off x="7505700" y="375832"/>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4" name="Oval 43">
              <a:extLst>
                <a:ext uri="{FF2B5EF4-FFF2-40B4-BE49-F238E27FC236}">
                  <a16:creationId xmlns:a16="http://schemas.microsoft.com/office/drawing/2014/main" xmlns="" id="{CC3E8B77-1199-4E5F-870F-BE9815046123}"/>
                </a:ext>
              </a:extLst>
            </p:cNvPr>
            <p:cNvSpPr/>
            <p:nvPr/>
          </p:nvSpPr>
          <p:spPr>
            <a:xfrm>
              <a:off x="8086531" y="380998"/>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5" name="Oval 44">
              <a:extLst>
                <a:ext uri="{FF2B5EF4-FFF2-40B4-BE49-F238E27FC236}">
                  <a16:creationId xmlns:a16="http://schemas.microsoft.com/office/drawing/2014/main" xmlns="" id="{3DA42BDC-CA9E-4C07-9D4A-7E1E1803F407}"/>
                </a:ext>
              </a:extLst>
            </p:cNvPr>
            <p:cNvSpPr/>
            <p:nvPr/>
          </p:nvSpPr>
          <p:spPr>
            <a:xfrm>
              <a:off x="6310215" y="380997"/>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6" name="Oval 45">
              <a:extLst>
                <a:ext uri="{FF2B5EF4-FFF2-40B4-BE49-F238E27FC236}">
                  <a16:creationId xmlns:a16="http://schemas.microsoft.com/office/drawing/2014/main" xmlns="" id="{CEB2A7D0-F568-4B79-B209-372A37F844A3}"/>
                </a:ext>
              </a:extLst>
            </p:cNvPr>
            <p:cNvSpPr/>
            <p:nvPr/>
          </p:nvSpPr>
          <p:spPr>
            <a:xfrm>
              <a:off x="5737549" y="375833"/>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7" name="Oval 46">
              <a:extLst>
                <a:ext uri="{FF2B5EF4-FFF2-40B4-BE49-F238E27FC236}">
                  <a16:creationId xmlns:a16="http://schemas.microsoft.com/office/drawing/2014/main" xmlns="" id="{2B9D3C13-902D-4BC6-B8A6-704B53E19AC8}"/>
                </a:ext>
              </a:extLst>
            </p:cNvPr>
            <p:cNvSpPr/>
            <p:nvPr/>
          </p:nvSpPr>
          <p:spPr>
            <a:xfrm>
              <a:off x="8626151" y="350127"/>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sp>
        <p:nvSpPr>
          <p:cNvPr id="48" name="TextBox 47">
            <a:extLst>
              <a:ext uri="{FF2B5EF4-FFF2-40B4-BE49-F238E27FC236}">
                <a16:creationId xmlns:a16="http://schemas.microsoft.com/office/drawing/2014/main" xmlns="" id="{A03E1774-343C-4F36-A3BF-C040D730D2BF}"/>
              </a:ext>
            </a:extLst>
          </p:cNvPr>
          <p:cNvSpPr txBox="1"/>
          <p:nvPr/>
        </p:nvSpPr>
        <p:spPr>
          <a:xfrm>
            <a:off x="347564" y="4353596"/>
            <a:ext cx="3919635" cy="64633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Rectangular array antenna system (AAS)</a:t>
            </a:r>
          </a:p>
        </p:txBody>
      </p:sp>
      <p:grpSp>
        <p:nvGrpSpPr>
          <p:cNvPr id="60" name="Group 59">
            <a:extLst>
              <a:ext uri="{FF2B5EF4-FFF2-40B4-BE49-F238E27FC236}">
                <a16:creationId xmlns:a16="http://schemas.microsoft.com/office/drawing/2014/main" xmlns="" id="{2146EEA8-0E6F-4413-9F15-F303D05FCBEB}"/>
              </a:ext>
            </a:extLst>
          </p:cNvPr>
          <p:cNvGrpSpPr/>
          <p:nvPr/>
        </p:nvGrpSpPr>
        <p:grpSpPr>
          <a:xfrm>
            <a:off x="5064579" y="1190151"/>
            <a:ext cx="2831062" cy="2620894"/>
            <a:chOff x="5064579" y="1190151"/>
            <a:chExt cx="2831062" cy="2620894"/>
          </a:xfrm>
        </p:grpSpPr>
        <p:sp>
          <p:nvSpPr>
            <p:cNvPr id="49" name="Oval 48">
              <a:extLst>
                <a:ext uri="{FF2B5EF4-FFF2-40B4-BE49-F238E27FC236}">
                  <a16:creationId xmlns:a16="http://schemas.microsoft.com/office/drawing/2014/main" xmlns="" id="{0EDE83CB-8939-494F-A08D-4ABA005AA6DE}"/>
                </a:ext>
              </a:extLst>
            </p:cNvPr>
            <p:cNvSpPr/>
            <p:nvPr/>
          </p:nvSpPr>
          <p:spPr>
            <a:xfrm>
              <a:off x="5181600" y="1295400"/>
              <a:ext cx="2667000" cy="2514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0" name="Oval 49">
              <a:extLst>
                <a:ext uri="{FF2B5EF4-FFF2-40B4-BE49-F238E27FC236}">
                  <a16:creationId xmlns:a16="http://schemas.microsoft.com/office/drawing/2014/main" xmlns="" id="{E195A6E0-64EF-429B-A210-C815C87CCAF6}"/>
                </a:ext>
              </a:extLst>
            </p:cNvPr>
            <p:cNvSpPr/>
            <p:nvPr/>
          </p:nvSpPr>
          <p:spPr>
            <a:xfrm>
              <a:off x="5980145" y="1225635"/>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1" name="Oval 50">
              <a:extLst>
                <a:ext uri="{FF2B5EF4-FFF2-40B4-BE49-F238E27FC236}">
                  <a16:creationId xmlns:a16="http://schemas.microsoft.com/office/drawing/2014/main" xmlns="" id="{96E6137C-F2E7-450A-BF53-9A158A8BBAA0}"/>
                </a:ext>
              </a:extLst>
            </p:cNvPr>
            <p:cNvSpPr/>
            <p:nvPr/>
          </p:nvSpPr>
          <p:spPr>
            <a:xfrm>
              <a:off x="6685772" y="1190151"/>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2" name="Oval 51">
              <a:extLst>
                <a:ext uri="{FF2B5EF4-FFF2-40B4-BE49-F238E27FC236}">
                  <a16:creationId xmlns:a16="http://schemas.microsoft.com/office/drawing/2014/main" xmlns="" id="{384D61AB-ED21-45E6-9805-50455A33D8E4}"/>
                </a:ext>
              </a:extLst>
            </p:cNvPr>
            <p:cNvSpPr/>
            <p:nvPr/>
          </p:nvSpPr>
          <p:spPr>
            <a:xfrm>
              <a:off x="7239000" y="1524000"/>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3" name="Oval 52">
              <a:extLst>
                <a:ext uri="{FF2B5EF4-FFF2-40B4-BE49-F238E27FC236}">
                  <a16:creationId xmlns:a16="http://schemas.microsoft.com/office/drawing/2014/main" xmlns="" id="{A6B4D712-AA19-4C48-AF53-374166FF1CF7}"/>
                </a:ext>
              </a:extLst>
            </p:cNvPr>
            <p:cNvSpPr/>
            <p:nvPr/>
          </p:nvSpPr>
          <p:spPr>
            <a:xfrm>
              <a:off x="5405146" y="1642032"/>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4" name="Oval 53">
              <a:extLst>
                <a:ext uri="{FF2B5EF4-FFF2-40B4-BE49-F238E27FC236}">
                  <a16:creationId xmlns:a16="http://schemas.microsoft.com/office/drawing/2014/main" xmlns="" id="{4D49F25E-8CCE-45EC-AE2C-F6CC7B7A48E8}"/>
                </a:ext>
              </a:extLst>
            </p:cNvPr>
            <p:cNvSpPr/>
            <p:nvPr/>
          </p:nvSpPr>
          <p:spPr>
            <a:xfrm>
              <a:off x="5064579" y="2460759"/>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5" name="Oval 54">
              <a:extLst>
                <a:ext uri="{FF2B5EF4-FFF2-40B4-BE49-F238E27FC236}">
                  <a16:creationId xmlns:a16="http://schemas.microsoft.com/office/drawing/2014/main" xmlns="" id="{A97894D1-0924-483D-9615-874AB79C22AB}"/>
                </a:ext>
              </a:extLst>
            </p:cNvPr>
            <p:cNvSpPr/>
            <p:nvPr/>
          </p:nvSpPr>
          <p:spPr>
            <a:xfrm>
              <a:off x="5323503" y="3163086"/>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6" name="Oval 55">
              <a:extLst>
                <a:ext uri="{FF2B5EF4-FFF2-40B4-BE49-F238E27FC236}">
                  <a16:creationId xmlns:a16="http://schemas.microsoft.com/office/drawing/2014/main" xmlns="" id="{252F8B31-5CA4-4973-BFA3-151D35F247EF}"/>
                </a:ext>
              </a:extLst>
            </p:cNvPr>
            <p:cNvSpPr/>
            <p:nvPr/>
          </p:nvSpPr>
          <p:spPr>
            <a:xfrm>
              <a:off x="5921439" y="3599503"/>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7" name="Oval 56">
              <a:extLst>
                <a:ext uri="{FF2B5EF4-FFF2-40B4-BE49-F238E27FC236}">
                  <a16:creationId xmlns:a16="http://schemas.microsoft.com/office/drawing/2014/main" xmlns="" id="{25DA2901-6AC4-41C6-8AD1-A365710B0C5B}"/>
                </a:ext>
              </a:extLst>
            </p:cNvPr>
            <p:cNvSpPr/>
            <p:nvPr/>
          </p:nvSpPr>
          <p:spPr>
            <a:xfrm>
              <a:off x="6915538" y="3600548"/>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8" name="Oval 57">
              <a:extLst>
                <a:ext uri="{FF2B5EF4-FFF2-40B4-BE49-F238E27FC236}">
                  <a16:creationId xmlns:a16="http://schemas.microsoft.com/office/drawing/2014/main" xmlns="" id="{6AC200AF-0CD6-44A3-81BA-40D3FEEFEB4E}"/>
                </a:ext>
              </a:extLst>
            </p:cNvPr>
            <p:cNvSpPr/>
            <p:nvPr/>
          </p:nvSpPr>
          <p:spPr>
            <a:xfrm>
              <a:off x="7579567" y="2978294"/>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9" name="Oval 58">
              <a:extLst>
                <a:ext uri="{FF2B5EF4-FFF2-40B4-BE49-F238E27FC236}">
                  <a16:creationId xmlns:a16="http://schemas.microsoft.com/office/drawing/2014/main" xmlns="" id="{559633F2-4841-4808-BBF9-24190BE3B359}"/>
                </a:ext>
              </a:extLst>
            </p:cNvPr>
            <p:cNvSpPr/>
            <p:nvPr/>
          </p:nvSpPr>
          <p:spPr>
            <a:xfrm>
              <a:off x="7667041" y="2089112"/>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sp>
        <p:nvSpPr>
          <p:cNvPr id="61" name="TextBox 60">
            <a:extLst>
              <a:ext uri="{FF2B5EF4-FFF2-40B4-BE49-F238E27FC236}">
                <a16:creationId xmlns:a16="http://schemas.microsoft.com/office/drawing/2014/main" xmlns="" id="{8AA9BBA2-3B78-4D00-B63D-F10AD70C9BD1}"/>
              </a:ext>
            </a:extLst>
          </p:cNvPr>
          <p:cNvSpPr txBox="1"/>
          <p:nvPr/>
        </p:nvSpPr>
        <p:spPr>
          <a:xfrm>
            <a:off x="4800600" y="4092237"/>
            <a:ext cx="38862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Circular array antenna system (AAS)</a:t>
            </a:r>
          </a:p>
        </p:txBody>
      </p:sp>
    </p:spTree>
    <p:extLst>
      <p:ext uri="{BB962C8B-B14F-4D97-AF65-F5344CB8AC3E}">
        <p14:creationId xmlns:p14="http://schemas.microsoft.com/office/powerpoint/2010/main" val="29998810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6E7D02BC-E637-462F-AD86-EE643B8A7EBE}"/>
              </a:ext>
            </a:extLst>
          </p:cNvPr>
          <p:cNvSpPr>
            <a:spLocks noGrp="1"/>
          </p:cNvSpPr>
          <p:nvPr>
            <p:ph type="sldNum" sz="quarter" idx="12"/>
          </p:nvPr>
        </p:nvSpPr>
        <p:spPr/>
        <p:txBody>
          <a:bodyPr/>
          <a:lstStyle/>
          <a:p>
            <a:fld id="{B6F15528-21DE-4FAA-801E-634DDDAF4B2B}" type="slidenum">
              <a:rPr lang="en-US" smtClean="0"/>
              <a:pPr/>
              <a:t>30</a:t>
            </a:fld>
            <a:endParaRPr lang="en-US"/>
          </a:p>
        </p:txBody>
      </p:sp>
      <p:pic>
        <p:nvPicPr>
          <p:cNvPr id="5" name="Picture 4">
            <a:extLst>
              <a:ext uri="{FF2B5EF4-FFF2-40B4-BE49-F238E27FC236}">
                <a16:creationId xmlns:a16="http://schemas.microsoft.com/office/drawing/2014/main" xmlns="" id="{A634F0FE-EEE2-4DDC-8F4C-642C94E1E7C2}"/>
              </a:ext>
            </a:extLst>
          </p:cNvPr>
          <p:cNvPicPr>
            <a:picLocks noChangeAspect="1"/>
          </p:cNvPicPr>
          <p:nvPr/>
        </p:nvPicPr>
        <p:blipFill>
          <a:blip r:embed="rId2"/>
          <a:stretch>
            <a:fillRect/>
          </a:stretch>
        </p:blipFill>
        <p:spPr>
          <a:xfrm>
            <a:off x="317369" y="649018"/>
            <a:ext cx="4267200" cy="2744631"/>
          </a:xfrm>
          <a:prstGeom prst="rect">
            <a:avLst/>
          </a:prstGeom>
        </p:spPr>
      </p:pic>
      <p:sp>
        <p:nvSpPr>
          <p:cNvPr id="6" name="TextBox 5">
            <a:extLst>
              <a:ext uri="{FF2B5EF4-FFF2-40B4-BE49-F238E27FC236}">
                <a16:creationId xmlns:a16="http://schemas.microsoft.com/office/drawing/2014/main" xmlns="" id="{00B5CF92-DC35-43F6-91B2-345DA6A41913}"/>
              </a:ext>
            </a:extLst>
          </p:cNvPr>
          <p:cNvSpPr txBox="1"/>
          <p:nvPr/>
        </p:nvSpPr>
        <p:spPr>
          <a:xfrm>
            <a:off x="4824952" y="1447800"/>
            <a:ext cx="4090447" cy="830997"/>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In 4G,  8 antenna elements in an array. </a:t>
            </a:r>
          </a:p>
        </p:txBody>
      </p:sp>
      <p:pic>
        <p:nvPicPr>
          <p:cNvPr id="8" name="Picture 7">
            <a:extLst>
              <a:ext uri="{FF2B5EF4-FFF2-40B4-BE49-F238E27FC236}">
                <a16:creationId xmlns:a16="http://schemas.microsoft.com/office/drawing/2014/main" xmlns="" id="{9496C5BE-4775-436A-8A72-C65BBD035CAE}"/>
              </a:ext>
            </a:extLst>
          </p:cNvPr>
          <p:cNvPicPr>
            <a:picLocks noChangeAspect="1"/>
          </p:cNvPicPr>
          <p:nvPr/>
        </p:nvPicPr>
        <p:blipFill>
          <a:blip r:embed="rId3"/>
          <a:stretch>
            <a:fillRect/>
          </a:stretch>
        </p:blipFill>
        <p:spPr>
          <a:xfrm>
            <a:off x="457201" y="3675186"/>
            <a:ext cx="4267200" cy="2954214"/>
          </a:xfrm>
          <a:prstGeom prst="rect">
            <a:avLst/>
          </a:prstGeom>
        </p:spPr>
      </p:pic>
      <p:sp>
        <p:nvSpPr>
          <p:cNvPr id="9" name="TextBox 8">
            <a:extLst>
              <a:ext uri="{FF2B5EF4-FFF2-40B4-BE49-F238E27FC236}">
                <a16:creationId xmlns:a16="http://schemas.microsoft.com/office/drawing/2014/main" xmlns="" id="{A5A52F22-AE8D-43A6-A30A-2946633F1CD1}"/>
              </a:ext>
            </a:extLst>
          </p:cNvPr>
          <p:cNvSpPr txBox="1"/>
          <p:nvPr/>
        </p:nvSpPr>
        <p:spPr>
          <a:xfrm>
            <a:off x="4800600" y="4572000"/>
            <a:ext cx="4191000" cy="830997"/>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In 5G,  more than 100 antenna elements in an array. </a:t>
            </a:r>
          </a:p>
        </p:txBody>
      </p:sp>
    </p:spTree>
    <p:extLst>
      <p:ext uri="{BB962C8B-B14F-4D97-AF65-F5344CB8AC3E}">
        <p14:creationId xmlns:p14="http://schemas.microsoft.com/office/powerpoint/2010/main" val="1046231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488FA018-A4F1-4AEB-972D-C043EF5031D2}"/>
              </a:ext>
            </a:extLst>
          </p:cNvPr>
          <p:cNvSpPr>
            <a:spLocks noGrp="1"/>
          </p:cNvSpPr>
          <p:nvPr>
            <p:ph type="sldNum" sz="quarter" idx="12"/>
          </p:nvPr>
        </p:nvSpPr>
        <p:spPr/>
        <p:txBody>
          <a:bodyPr/>
          <a:lstStyle/>
          <a:p>
            <a:fld id="{B6F15528-21DE-4FAA-801E-634DDDAF4B2B}" type="slidenum">
              <a:rPr lang="en-US" smtClean="0"/>
              <a:pPr/>
              <a:t>31</a:t>
            </a:fld>
            <a:endParaRPr lang="en-US"/>
          </a:p>
        </p:txBody>
      </p:sp>
      <p:pic>
        <p:nvPicPr>
          <p:cNvPr id="5" name="Picture 2">
            <a:extLst>
              <a:ext uri="{FF2B5EF4-FFF2-40B4-BE49-F238E27FC236}">
                <a16:creationId xmlns:a16="http://schemas.microsoft.com/office/drawing/2014/main" xmlns="" id="{17C72D06-A35C-4057-8100-11B2CA7891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591497"/>
            <a:ext cx="4343400" cy="287171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xmlns="" id="{8AD63B89-7BED-47FF-B909-42C36F2D8C3F}"/>
              </a:ext>
            </a:extLst>
          </p:cNvPr>
          <p:cNvSpPr/>
          <p:nvPr/>
        </p:nvSpPr>
        <p:spPr>
          <a:xfrm>
            <a:off x="304800" y="3657600"/>
            <a:ext cx="8534400" cy="1569660"/>
          </a:xfrm>
          <a:prstGeom prst="rect">
            <a:avLst/>
          </a:prstGeom>
          <a:solidFill>
            <a:srgbClr val="99CCFF"/>
          </a:solidFill>
        </p:spPr>
        <p:txBody>
          <a:bodyPr wrap="square">
            <a:spAutoFit/>
          </a:bodyPr>
          <a:lstStyle/>
          <a:p>
            <a:pPr marL="342900" indent="-342900" algn="just">
              <a:buFont typeface="Wingdings" panose="05000000000000000000" pitchFamily="2" charset="2"/>
              <a:buChar char="ü"/>
            </a:pPr>
            <a:r>
              <a:rPr lang="en-US" sz="2400" dirty="0" smtClean="0">
                <a:solidFill>
                  <a:srgbClr val="FF0000"/>
                </a:solidFill>
                <a:latin typeface="Times New Roman" panose="02020603050405020304" pitchFamily="18" charset="0"/>
                <a:cs typeface="Times New Roman" panose="02020603050405020304" pitchFamily="18" charset="0"/>
              </a:rPr>
              <a:t>Beam-steering</a:t>
            </a:r>
            <a:r>
              <a:rPr lang="en-US" sz="2400" dirty="0" smtClean="0">
                <a:solidFill>
                  <a:srgbClr val="333333"/>
                </a:solidFill>
                <a:latin typeface="Times New Roman" panose="02020603050405020304" pitchFamily="18" charset="0"/>
                <a:cs typeface="Times New Roman" panose="02020603050405020304" pitchFamily="18" charset="0"/>
              </a:rPr>
              <a:t> technology has also been adopted to enable the transmitter and receiver antenna beams to be focused towards the mobiles with which they are communicating. Using adaptive algorithm a focused beam can track an user while moving.</a:t>
            </a:r>
            <a:endParaRPr lang="en-US" sz="2400" dirty="0">
              <a:latin typeface="Times New Roman" panose="02020603050405020304" pitchFamily="18" charset="0"/>
              <a:cs typeface="Times New Roman" panose="02020603050405020304" pitchFamily="18" charset="0"/>
            </a:endParaRPr>
          </a:p>
        </p:txBody>
      </p:sp>
      <p:grpSp>
        <p:nvGrpSpPr>
          <p:cNvPr id="3" name="Group 2">
            <a:extLst>
              <a:ext uri="{FF2B5EF4-FFF2-40B4-BE49-F238E27FC236}">
                <a16:creationId xmlns:a16="http://schemas.microsoft.com/office/drawing/2014/main" xmlns="" id="{171FEC28-DEA8-4232-A43A-E7B4075125F9}"/>
              </a:ext>
            </a:extLst>
          </p:cNvPr>
          <p:cNvGrpSpPr/>
          <p:nvPr/>
        </p:nvGrpSpPr>
        <p:grpSpPr>
          <a:xfrm>
            <a:off x="5737549" y="350127"/>
            <a:ext cx="3117202" cy="241369"/>
            <a:chOff x="5737549" y="350127"/>
            <a:chExt cx="3117202" cy="241369"/>
          </a:xfrm>
        </p:grpSpPr>
        <p:sp>
          <p:nvSpPr>
            <p:cNvPr id="2" name="Oval 1">
              <a:extLst>
                <a:ext uri="{FF2B5EF4-FFF2-40B4-BE49-F238E27FC236}">
                  <a16:creationId xmlns:a16="http://schemas.microsoft.com/office/drawing/2014/main" xmlns="" id="{1332FDD9-5E82-41FF-A494-64FD6E938501}"/>
                </a:ext>
              </a:extLst>
            </p:cNvPr>
            <p:cNvSpPr/>
            <p:nvPr/>
          </p:nvSpPr>
          <p:spPr>
            <a:xfrm>
              <a:off x="6972300" y="380999"/>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xmlns="" id="{703DEC8A-9723-459D-8151-1E7314B7A095}"/>
                </a:ext>
              </a:extLst>
            </p:cNvPr>
            <p:cNvSpPr/>
            <p:nvPr/>
          </p:nvSpPr>
          <p:spPr>
            <a:xfrm>
              <a:off x="7505700" y="375832"/>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xmlns="" id="{A8C34101-B66A-41A1-BA59-55F074D2FE2D}"/>
                </a:ext>
              </a:extLst>
            </p:cNvPr>
            <p:cNvSpPr/>
            <p:nvPr/>
          </p:nvSpPr>
          <p:spPr>
            <a:xfrm>
              <a:off x="8086531" y="380998"/>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xmlns="" id="{4D6A7BC5-F93C-4590-9A1F-FE2A9E63D647}"/>
                </a:ext>
              </a:extLst>
            </p:cNvPr>
            <p:cNvSpPr/>
            <p:nvPr/>
          </p:nvSpPr>
          <p:spPr>
            <a:xfrm>
              <a:off x="6310215" y="380997"/>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xmlns="" id="{27601124-1767-4433-85C7-0918DF7DC71B}"/>
                </a:ext>
              </a:extLst>
            </p:cNvPr>
            <p:cNvSpPr/>
            <p:nvPr/>
          </p:nvSpPr>
          <p:spPr>
            <a:xfrm>
              <a:off x="5737549" y="375833"/>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xmlns="" id="{0E6127CC-94DF-40AD-89BB-117B5A93C8EF}"/>
                </a:ext>
              </a:extLst>
            </p:cNvPr>
            <p:cNvSpPr/>
            <p:nvPr/>
          </p:nvSpPr>
          <p:spPr>
            <a:xfrm>
              <a:off x="8626151" y="350127"/>
              <a:ext cx="228600" cy="21049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81482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r>
              <a:rPr lang="en-US" dirty="0"/>
              <a:t>Beam-steering is a technique used in modern wireless communication systems (like </a:t>
            </a:r>
            <a:r>
              <a:rPr lang="en-US" b="1" dirty="0"/>
              <a:t>5G, Wi-Fi 6, and satellite communications</a:t>
            </a:r>
            <a:r>
              <a:rPr lang="en-US" dirty="0"/>
              <a:t>) where the direction of the antenna’s radiation pattern is electronically controlled instead of physically moving the antenna.</a:t>
            </a:r>
          </a:p>
          <a:p>
            <a:r>
              <a:rPr lang="en-US" dirty="0"/>
              <a:t>Traditional antennas radiate signals in </a:t>
            </a:r>
            <a:r>
              <a:rPr lang="en-US" b="1" dirty="0"/>
              <a:t>all directions</a:t>
            </a:r>
            <a:r>
              <a:rPr lang="en-US" dirty="0"/>
              <a:t> (omnidirectional).</a:t>
            </a:r>
          </a:p>
          <a:p>
            <a:r>
              <a:rPr lang="en-US" dirty="0"/>
              <a:t>Beam-steering antennas use </a:t>
            </a:r>
            <a:r>
              <a:rPr lang="en-US" b="1" dirty="0"/>
              <a:t>phased arrays</a:t>
            </a:r>
            <a:r>
              <a:rPr lang="en-US" dirty="0"/>
              <a:t> or other techniques to </a:t>
            </a:r>
            <a:r>
              <a:rPr lang="en-US" b="1" dirty="0"/>
              <a:t>concentrate energy in specific directions</a:t>
            </a:r>
            <a:r>
              <a:rPr lang="en-US" dirty="0"/>
              <a:t>.</a:t>
            </a:r>
          </a:p>
          <a:p>
            <a:r>
              <a:rPr lang="en-US" dirty="0"/>
              <a:t>This improves </a:t>
            </a:r>
            <a:r>
              <a:rPr lang="en-US" b="1" dirty="0"/>
              <a:t>signal strength, coverage, and efficiency</a:t>
            </a:r>
            <a:r>
              <a:rPr lang="en-US" dirty="0"/>
              <a: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val="36308182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r>
              <a:rPr lang="en-US" b="1" dirty="0"/>
              <a:t>Why is Beam-Steering Used?</a:t>
            </a:r>
          </a:p>
          <a:p>
            <a:r>
              <a:rPr lang="en-US" b="1" dirty="0"/>
              <a:t>Improved Signal Quality</a:t>
            </a:r>
            <a:r>
              <a:rPr lang="en-US" dirty="0"/>
              <a:t> – By focusing energy towards a user, the </a:t>
            </a:r>
            <a:r>
              <a:rPr lang="en-US" b="1" dirty="0"/>
              <a:t>Signal-to-Noise Ratio (SNR)</a:t>
            </a:r>
            <a:r>
              <a:rPr lang="en-US" dirty="0"/>
              <a:t> increases, improving data rates.</a:t>
            </a:r>
          </a:p>
          <a:p>
            <a:r>
              <a:rPr lang="en-US" b="1" dirty="0"/>
              <a:t>Interference Reduction</a:t>
            </a:r>
            <a:r>
              <a:rPr lang="en-US" dirty="0"/>
              <a:t> – Since beams are narrow, they cause less interference with other users.</a:t>
            </a:r>
          </a:p>
          <a:p>
            <a:r>
              <a:rPr lang="en-US" b="1" dirty="0"/>
              <a:t>Energy Efficiency</a:t>
            </a:r>
            <a:r>
              <a:rPr lang="en-US" dirty="0"/>
              <a:t> – Transmit power is concentrated instead of wasted in unnecessary directions.</a:t>
            </a:r>
          </a:p>
          <a:p>
            <a:r>
              <a:rPr lang="en-US" b="1" dirty="0"/>
              <a:t>Support for Mobility</a:t>
            </a:r>
            <a:r>
              <a:rPr lang="en-US" dirty="0"/>
              <a:t> – Beams can be dynamically adjusted to track moving users.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33</a:t>
            </a:fld>
            <a:endParaRPr lang="en-US"/>
          </a:p>
        </p:txBody>
      </p:sp>
    </p:spTree>
    <p:extLst>
      <p:ext uri="{BB962C8B-B14F-4D97-AF65-F5344CB8AC3E}">
        <p14:creationId xmlns:p14="http://schemas.microsoft.com/office/powerpoint/2010/main" val="16193001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135563"/>
          </a:xfrm>
        </p:spPr>
        <p:txBody>
          <a:bodyPr>
            <a:normAutofit fontScale="62500" lnSpcReduction="20000"/>
          </a:bodyPr>
          <a:lstStyle/>
          <a:p>
            <a:pPr marL="0" indent="0">
              <a:buNone/>
            </a:pPr>
            <a:r>
              <a:rPr lang="en-US" b="1" dirty="0"/>
              <a:t>Adaptive Algorithms in Beam-Steering</a:t>
            </a:r>
          </a:p>
          <a:p>
            <a:r>
              <a:rPr lang="en-US" dirty="0">
                <a:latin typeface="Times New Roman" panose="02020603050405020304" pitchFamily="18" charset="0"/>
                <a:cs typeface="Times New Roman" panose="02020603050405020304" pitchFamily="18" charset="0"/>
              </a:rPr>
              <a:t>Adaptive </a:t>
            </a:r>
            <a:r>
              <a:rPr lang="en-US" dirty="0" err="1">
                <a:latin typeface="Times New Roman" panose="02020603050405020304" pitchFamily="18" charset="0"/>
                <a:cs typeface="Times New Roman" panose="02020603050405020304" pitchFamily="18" charset="0"/>
              </a:rPr>
              <a:t>beamforming</a:t>
            </a:r>
            <a:r>
              <a:rPr lang="en-US" dirty="0">
                <a:latin typeface="Times New Roman" panose="02020603050405020304" pitchFamily="18" charset="0"/>
                <a:cs typeface="Times New Roman" panose="02020603050405020304" pitchFamily="18" charset="0"/>
              </a:rPr>
              <a:t> algorithms continuously monitor the user’s position and channel conditions.</a:t>
            </a:r>
          </a:p>
          <a:p>
            <a:r>
              <a:rPr lang="en-US" dirty="0">
                <a:latin typeface="Times New Roman" panose="02020603050405020304" pitchFamily="18" charset="0"/>
                <a:cs typeface="Times New Roman" panose="02020603050405020304" pitchFamily="18" charset="0"/>
              </a:rPr>
              <a:t>When a user moves, the algorithm updates the phase and amplitude of antenna elements to keep the beam aligned with the user.</a:t>
            </a:r>
          </a:p>
          <a:p>
            <a:r>
              <a:rPr lang="en-US" dirty="0">
                <a:latin typeface="Times New Roman" panose="02020603050405020304" pitchFamily="18" charset="0"/>
                <a:cs typeface="Times New Roman" panose="02020603050405020304" pitchFamily="18" charset="0"/>
              </a:rPr>
              <a:t>Common techniques:</a:t>
            </a:r>
          </a:p>
          <a:p>
            <a:pPr lvl="1"/>
            <a:r>
              <a:rPr lang="en-US" dirty="0">
                <a:latin typeface="Times New Roman" panose="02020603050405020304" pitchFamily="18" charset="0"/>
                <a:cs typeface="Times New Roman" panose="02020603050405020304" pitchFamily="18" charset="0"/>
              </a:rPr>
              <a:t>Least Mean Squares (LMS)</a:t>
            </a:r>
          </a:p>
          <a:p>
            <a:pPr lvl="1"/>
            <a:r>
              <a:rPr lang="en-US" dirty="0">
                <a:latin typeface="Times New Roman" panose="02020603050405020304" pitchFamily="18" charset="0"/>
                <a:cs typeface="Times New Roman" panose="02020603050405020304" pitchFamily="18" charset="0"/>
              </a:rPr>
              <a:t>Recursive Least Squares (RLS)</a:t>
            </a:r>
          </a:p>
          <a:p>
            <a:pPr lvl="1"/>
            <a:r>
              <a:rPr lang="en-US" dirty="0">
                <a:latin typeface="Times New Roman" panose="02020603050405020304" pitchFamily="18" charset="0"/>
                <a:cs typeface="Times New Roman" panose="02020603050405020304" pitchFamily="18" charset="0"/>
              </a:rPr>
              <a:t>Direction of Arrival (</a:t>
            </a:r>
            <a:r>
              <a:rPr lang="en-US" dirty="0" err="1">
                <a:latin typeface="Times New Roman" panose="02020603050405020304" pitchFamily="18" charset="0"/>
                <a:cs typeface="Times New Roman" panose="02020603050405020304" pitchFamily="18" charset="0"/>
              </a:rPr>
              <a:t>DoA</a:t>
            </a:r>
            <a:r>
              <a:rPr lang="en-US" dirty="0">
                <a:latin typeface="Times New Roman" panose="02020603050405020304" pitchFamily="18" charset="0"/>
                <a:cs typeface="Times New Roman" panose="02020603050405020304" pitchFamily="18" charset="0"/>
              </a:rPr>
              <a:t>) estimation using algorithms like MUSIC or ESPRIT.</a:t>
            </a:r>
          </a:p>
          <a:p>
            <a:r>
              <a:rPr lang="en-US" dirty="0">
                <a:latin typeface="Times New Roman" panose="02020603050405020304" pitchFamily="18" charset="0"/>
                <a:cs typeface="Times New Roman" panose="02020603050405020304" pitchFamily="18" charset="0"/>
              </a:rPr>
              <a:t>These allow the system to “steer” the beam in real time without physical </a:t>
            </a:r>
            <a:r>
              <a:rPr lang="en-US" dirty="0" smtClean="0">
                <a:latin typeface="Times New Roman" panose="02020603050405020304" pitchFamily="18" charset="0"/>
                <a:cs typeface="Times New Roman" panose="02020603050405020304" pitchFamily="18" charset="0"/>
              </a:rPr>
              <a:t>rotation.</a:t>
            </a:r>
          </a:p>
          <a:p>
            <a:pPr marL="0" indent="0">
              <a:buNone/>
            </a:pPr>
            <a:r>
              <a:rPr lang="en-US" b="1" dirty="0" smtClean="0"/>
              <a:t>Example </a:t>
            </a:r>
            <a:r>
              <a:rPr lang="en-US" b="1" dirty="0"/>
              <a:t>in Practice</a:t>
            </a:r>
          </a:p>
          <a:p>
            <a:r>
              <a:rPr lang="en-US" dirty="0">
                <a:latin typeface="Times New Roman" panose="02020603050405020304" pitchFamily="18" charset="0"/>
                <a:cs typeface="Times New Roman" panose="02020603050405020304" pitchFamily="18" charset="0"/>
              </a:rPr>
              <a:t>In 5G networks, base stations use Massive MIMO antennas with beam-steering:</a:t>
            </a:r>
          </a:p>
          <a:p>
            <a:r>
              <a:rPr lang="en-US" dirty="0">
                <a:latin typeface="Times New Roman" panose="02020603050405020304" pitchFamily="18" charset="0"/>
                <a:cs typeface="Times New Roman" panose="02020603050405020304" pitchFamily="18" charset="0"/>
              </a:rPr>
              <a:t>When you walk while streaming a video, the base station tracks your movement and keeps a focused beam pointed at your phone.</a:t>
            </a:r>
          </a:p>
          <a:p>
            <a:r>
              <a:rPr lang="en-US" dirty="0">
                <a:latin typeface="Times New Roman" panose="02020603050405020304" pitchFamily="18" charset="0"/>
                <a:cs typeface="Times New Roman" panose="02020603050405020304" pitchFamily="18" charset="0"/>
              </a:rPr>
              <a:t>This ensures consistent data rates and low latency even in crowded areas</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val="2021722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0372" y="1313914"/>
            <a:ext cx="8610600" cy="2308324"/>
          </a:xfrm>
          <a:prstGeom prst="rect">
            <a:avLst/>
          </a:prstGeom>
          <a:solidFill>
            <a:srgbClr val="99CCFF"/>
          </a:solidFill>
        </p:spPr>
        <p:txBody>
          <a:bodyPr wrap="square" rtlCol="0">
            <a:spAutoFit/>
          </a:bodyPr>
          <a:lstStyle/>
          <a:p>
            <a:pPr marL="342900" indent="-342900" algn="just">
              <a:buFont typeface="Wingdings" panose="05000000000000000000" pitchFamily="2" charset="2"/>
              <a:buChar char="v"/>
            </a:pPr>
            <a:r>
              <a:rPr lang="en-GB" sz="2400" dirty="0">
                <a:latin typeface="Times New Roman" pitchFamily="18" charset="0"/>
                <a:cs typeface="Times New Roman" pitchFamily="18" charset="0"/>
              </a:rPr>
              <a:t>Cloud computing allows consumers and business to use applications without installation and access their personal files at any computer with internet access. </a:t>
            </a:r>
          </a:p>
          <a:p>
            <a:pPr algn="just"/>
            <a:endParaRPr lang="en-GB" sz="2400" dirty="0">
              <a:latin typeface="Times New Roman" pitchFamily="18" charset="0"/>
              <a:cs typeface="Times New Roman" pitchFamily="18" charset="0"/>
            </a:endParaRPr>
          </a:p>
          <a:p>
            <a:pPr marL="342900" indent="-342900" algn="just">
              <a:buFont typeface="Wingdings" panose="05000000000000000000" pitchFamily="2" charset="2"/>
              <a:buChar char="v"/>
            </a:pPr>
            <a:r>
              <a:rPr lang="en-GB" sz="2400" dirty="0">
                <a:latin typeface="Times New Roman" pitchFamily="18" charset="0"/>
                <a:cs typeface="Times New Roman" pitchFamily="18" charset="0"/>
              </a:rPr>
              <a:t>Cloud service may be far way from a user physically but 5G makes it closer and reduce latency. </a:t>
            </a:r>
          </a:p>
        </p:txBody>
      </p:sp>
      <p:sp>
        <p:nvSpPr>
          <p:cNvPr id="3" name="Slide Number Placeholder 2"/>
          <p:cNvSpPr>
            <a:spLocks noGrp="1"/>
          </p:cNvSpPr>
          <p:nvPr>
            <p:ph type="sldNum" sz="quarter" idx="12"/>
          </p:nvPr>
        </p:nvSpPr>
        <p:spPr/>
        <p:txBody>
          <a:bodyPr/>
          <a:lstStyle/>
          <a:p>
            <a:fld id="{B6F15528-21DE-4FAA-801E-634DDDAF4B2B}" type="slidenum">
              <a:rPr lang="en-US" smtClean="0"/>
              <a:pPr/>
              <a:t>35</a:t>
            </a:fld>
            <a:endParaRPr lang="en-US"/>
          </a:p>
        </p:txBody>
      </p:sp>
      <p:sp>
        <p:nvSpPr>
          <p:cNvPr id="2" name="Rectangle 1">
            <a:extLst>
              <a:ext uri="{FF2B5EF4-FFF2-40B4-BE49-F238E27FC236}">
                <a16:creationId xmlns:a16="http://schemas.microsoft.com/office/drawing/2014/main" xmlns="" id="{6EAAD103-F170-416B-9044-2C4C46095681}"/>
              </a:ext>
            </a:extLst>
          </p:cNvPr>
          <p:cNvSpPr/>
          <p:nvPr/>
        </p:nvSpPr>
        <p:spPr>
          <a:xfrm>
            <a:off x="266700" y="4191000"/>
            <a:ext cx="8610600" cy="1200329"/>
          </a:xfrm>
          <a:prstGeom prst="rect">
            <a:avLst/>
          </a:prstGeom>
          <a:solidFill>
            <a:srgbClr val="FFCCFF"/>
          </a:solid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Depending on the location of the data center in the cloud, </a:t>
            </a:r>
            <a:r>
              <a:rPr lang="en-US" sz="2400" dirty="0">
                <a:solidFill>
                  <a:srgbClr val="FF0000"/>
                </a:solidFill>
                <a:latin typeface="Times New Roman" panose="02020603050405020304" pitchFamily="18" charset="0"/>
                <a:cs typeface="Times New Roman" panose="02020603050405020304" pitchFamily="18" charset="0"/>
              </a:rPr>
              <a:t>mobile cloud </a:t>
            </a:r>
            <a:r>
              <a:rPr lang="en-US" sz="2400" dirty="0">
                <a:latin typeface="Times New Roman" panose="02020603050405020304" pitchFamily="18" charset="0"/>
                <a:cs typeface="Times New Roman" panose="02020603050405020304" pitchFamily="18" charset="0"/>
              </a:rPr>
              <a:t>can be divided into three kinds, namely remote cloud, local cloud, and hybrid cloud.</a:t>
            </a:r>
          </a:p>
        </p:txBody>
      </p:sp>
      <p:sp>
        <p:nvSpPr>
          <p:cNvPr id="5" name="Rectangle 4">
            <a:extLst>
              <a:ext uri="{FF2B5EF4-FFF2-40B4-BE49-F238E27FC236}">
                <a16:creationId xmlns:a16="http://schemas.microsoft.com/office/drawing/2014/main" xmlns="" id="{6C27527B-C92B-46ED-A536-77FCBC168B22}"/>
              </a:ext>
            </a:extLst>
          </p:cNvPr>
          <p:cNvSpPr/>
          <p:nvPr/>
        </p:nvSpPr>
        <p:spPr>
          <a:xfrm>
            <a:off x="235653" y="98822"/>
            <a:ext cx="4865434" cy="646331"/>
          </a:xfrm>
          <a:prstGeom prst="rect">
            <a:avLst/>
          </a:prstGeom>
          <a:solidFill>
            <a:srgbClr val="FFC000"/>
          </a:solidFill>
        </p:spPr>
        <p:txBody>
          <a:bodyPr wrap="none">
            <a:spAutoFit/>
          </a:bodyPr>
          <a:lstStyle/>
          <a:p>
            <a:pPr fontAlgn="base"/>
            <a:r>
              <a:rPr lang="en-US" sz="3600" b="1" dirty="0">
                <a:latin typeface="Times New Roman" panose="02020603050405020304" pitchFamily="18" charset="0"/>
                <a:cs typeface="Times New Roman" panose="02020603050405020304" pitchFamily="18" charset="0"/>
              </a:rPr>
              <a:t>5G In </a:t>
            </a:r>
            <a:r>
              <a:rPr lang="en-GB" sz="3600" b="1" dirty="0">
                <a:latin typeface="Times New Roman" pitchFamily="18" charset="0"/>
                <a:cs typeface="Times New Roman" pitchFamily="18" charset="0"/>
              </a:rPr>
              <a:t>Cloud computing</a:t>
            </a:r>
            <a:endParaRPr lang="en-US" sz="3600" b="1" i="0" dirty="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581FD016-2083-43F0-8728-A6A8B34588E0}"/>
              </a:ext>
            </a:extLst>
          </p:cNvPr>
          <p:cNvSpPr>
            <a:spLocks noGrp="1"/>
          </p:cNvSpPr>
          <p:nvPr>
            <p:ph type="sldNum" sz="quarter" idx="12"/>
          </p:nvPr>
        </p:nvSpPr>
        <p:spPr/>
        <p:txBody>
          <a:bodyPr/>
          <a:lstStyle/>
          <a:p>
            <a:fld id="{B6F15528-21DE-4FAA-801E-634DDDAF4B2B}" type="slidenum">
              <a:rPr lang="en-US" smtClean="0"/>
              <a:pPr/>
              <a:t>36</a:t>
            </a:fld>
            <a:endParaRPr lang="en-US"/>
          </a:p>
        </p:txBody>
      </p:sp>
      <p:sp>
        <p:nvSpPr>
          <p:cNvPr id="5" name="Rectangle 4">
            <a:extLst>
              <a:ext uri="{FF2B5EF4-FFF2-40B4-BE49-F238E27FC236}">
                <a16:creationId xmlns:a16="http://schemas.microsoft.com/office/drawing/2014/main" xmlns="" id="{88B91D15-8263-442A-ACDB-87E701BF5966}"/>
              </a:ext>
            </a:extLst>
          </p:cNvPr>
          <p:cNvSpPr/>
          <p:nvPr/>
        </p:nvSpPr>
        <p:spPr>
          <a:xfrm>
            <a:off x="96224" y="231596"/>
            <a:ext cx="5638800" cy="6124754"/>
          </a:xfrm>
          <a:prstGeom prst="rect">
            <a:avLst/>
          </a:prstGeom>
          <a:solidFill>
            <a:srgbClr val="CCECFF"/>
          </a:solidFill>
        </p:spPr>
        <p:txBody>
          <a:bodyPr wrap="square">
            <a:spAutoFit/>
          </a:bodyPr>
          <a:lstStyle/>
          <a:p>
            <a:pPr algn="just"/>
            <a:r>
              <a:rPr lang="en-US" sz="3200" b="1" dirty="0">
                <a:latin typeface="Times New Roman" panose="02020603050405020304" pitchFamily="18" charset="0"/>
                <a:cs typeface="Times New Roman" panose="02020603050405020304" pitchFamily="18" charset="0"/>
              </a:rPr>
              <a:t>Remote cloud </a:t>
            </a:r>
          </a:p>
          <a:p>
            <a:pPr marL="342900"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Remote cloud is the traditional cloud computing for mobile network. Mobile devices, acting as a resource consumer, get </a:t>
            </a:r>
            <a:r>
              <a:rPr lang="en-US" sz="2400" dirty="0">
                <a:solidFill>
                  <a:srgbClr val="FF0000"/>
                </a:solidFill>
                <a:latin typeface="Times New Roman" panose="02020603050405020304" pitchFamily="18" charset="0"/>
                <a:cs typeface="Times New Roman" panose="02020603050405020304" pitchFamily="18" charset="0"/>
              </a:rPr>
              <a:t>rich computing </a:t>
            </a:r>
            <a:r>
              <a:rPr lang="en-US" sz="2400" dirty="0">
                <a:latin typeface="Times New Roman" panose="02020603050405020304" pitchFamily="18" charset="0"/>
                <a:cs typeface="Times New Roman" panose="02020603050405020304" pitchFamily="18" charset="0"/>
              </a:rPr>
              <a:t>and</a:t>
            </a:r>
            <a:r>
              <a:rPr lang="en-US" sz="2400" dirty="0">
                <a:solidFill>
                  <a:srgbClr val="FF0000"/>
                </a:solidFill>
                <a:latin typeface="Times New Roman" panose="02020603050405020304" pitchFamily="18" charset="0"/>
                <a:cs typeface="Times New Roman" panose="02020603050405020304" pitchFamily="18" charset="0"/>
              </a:rPr>
              <a:t> storage resources</a:t>
            </a:r>
            <a:r>
              <a:rPr lang="en-US" sz="2400" dirty="0">
                <a:latin typeface="Times New Roman" panose="02020603050405020304" pitchFamily="18" charset="0"/>
                <a:cs typeface="Times New Roman" panose="02020603050405020304" pitchFamily="18" charset="0"/>
              </a:rPr>
              <a:t> provided by remote servers through the mobile network, ensuring OnDemand, scalable and easy access. </a:t>
            </a:r>
          </a:p>
          <a:p>
            <a:pPr algn="just"/>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Since mobile devices usually need to upload data or to request large amounts of data from the cloud, the remote cloud model may experience high latency, large communication overhead and other shortcomings, which do not apply to real-time application scenarios.</a:t>
            </a:r>
          </a:p>
        </p:txBody>
      </p:sp>
      <p:pic>
        <p:nvPicPr>
          <p:cNvPr id="6" name="Picture 5">
            <a:extLst>
              <a:ext uri="{FF2B5EF4-FFF2-40B4-BE49-F238E27FC236}">
                <a16:creationId xmlns:a16="http://schemas.microsoft.com/office/drawing/2014/main" xmlns="" id="{744A932C-AAA2-46EA-9474-4567C58A8A1C}"/>
              </a:ext>
            </a:extLst>
          </p:cNvPr>
          <p:cNvPicPr>
            <a:picLocks noChangeAspect="1"/>
          </p:cNvPicPr>
          <p:nvPr/>
        </p:nvPicPr>
        <p:blipFill>
          <a:blip r:embed="rId2"/>
          <a:stretch>
            <a:fillRect/>
          </a:stretch>
        </p:blipFill>
        <p:spPr>
          <a:xfrm>
            <a:off x="5791200" y="1066800"/>
            <a:ext cx="3256576" cy="3962400"/>
          </a:xfrm>
          <a:prstGeom prst="rect">
            <a:avLst/>
          </a:prstGeom>
        </p:spPr>
      </p:pic>
    </p:spTree>
    <p:extLst>
      <p:ext uri="{BB962C8B-B14F-4D97-AF65-F5344CB8AC3E}">
        <p14:creationId xmlns:p14="http://schemas.microsoft.com/office/powerpoint/2010/main" val="14936338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a:solidFill>
            <a:schemeClr val="accent5">
              <a:lumMod val="40000"/>
              <a:lumOff val="60000"/>
            </a:schemeClr>
          </a:solidFill>
        </p:spPr>
        <p:txBody>
          <a:bodyPr>
            <a:normAutofit fontScale="77500" lnSpcReduction="20000"/>
          </a:bodyPr>
          <a:lstStyle/>
          <a:p>
            <a:pPr marL="0" indent="0">
              <a:buNone/>
            </a:pPr>
            <a:r>
              <a:rPr lang="en-US" sz="3100" b="1" dirty="0">
                <a:latin typeface="Times New Roman" panose="02020603050405020304" pitchFamily="18" charset="0"/>
                <a:cs typeface="Times New Roman" panose="02020603050405020304" pitchFamily="18" charset="0"/>
              </a:rPr>
              <a:t>Limitations of Remote Cloud for Mobile Networks</a:t>
            </a:r>
          </a:p>
          <a:p>
            <a:pPr marL="0" indent="0">
              <a:buNone/>
            </a:pPr>
            <a:r>
              <a:rPr lang="en-US" sz="3100" dirty="0">
                <a:latin typeface="Times New Roman" panose="02020603050405020304" pitchFamily="18" charset="0"/>
                <a:cs typeface="Times New Roman" panose="02020603050405020304" pitchFamily="18" charset="0"/>
              </a:rPr>
              <a:t>While remote cloud provides scalability and cost efficiency, it has some shortcomings in real-time or latency-sensitive applications</a:t>
            </a:r>
            <a:r>
              <a:rPr lang="en-US" sz="3100" dirty="0" smtClean="0">
                <a:latin typeface="Times New Roman" panose="02020603050405020304" pitchFamily="18" charset="0"/>
                <a:cs typeface="Times New Roman" panose="02020603050405020304" pitchFamily="18" charset="0"/>
              </a:rPr>
              <a:t>:</a:t>
            </a:r>
          </a:p>
          <a:p>
            <a:pPr marL="0" indent="0">
              <a:buNone/>
            </a:pPr>
            <a:endParaRPr lang="en-US" sz="3100" dirty="0">
              <a:latin typeface="Times New Roman" panose="02020603050405020304" pitchFamily="18" charset="0"/>
              <a:cs typeface="Times New Roman" panose="02020603050405020304" pitchFamily="18" charset="0"/>
            </a:endParaRPr>
          </a:p>
          <a:p>
            <a:pPr>
              <a:buFont typeface="+mj-lt"/>
              <a:buAutoNum type="arabicPeriod"/>
            </a:pPr>
            <a:r>
              <a:rPr lang="en-US" sz="3100" b="1" dirty="0">
                <a:latin typeface="Times New Roman" panose="02020603050405020304" pitchFamily="18" charset="0"/>
                <a:cs typeface="Times New Roman" panose="02020603050405020304" pitchFamily="18" charset="0"/>
              </a:rPr>
              <a:t>High Latency </a:t>
            </a:r>
            <a:r>
              <a:rPr lang="en-US" sz="3100" dirty="0">
                <a:latin typeface="Times New Roman" panose="02020603050405020304" pitchFamily="18" charset="0"/>
                <a:cs typeface="Times New Roman" panose="02020603050405020304" pitchFamily="18" charset="0"/>
              </a:rPr>
              <a:t>– Data must travel from the mobile device to the remote cloud server (often many kilometers away) and back. This round-trip delay can be too high for applications like autonomous driving, AR/VR, and online gaming.</a:t>
            </a:r>
          </a:p>
          <a:p>
            <a:pPr>
              <a:buFont typeface="+mj-lt"/>
              <a:buAutoNum type="arabicPeriod"/>
            </a:pPr>
            <a:r>
              <a:rPr lang="en-US" sz="3100" b="1" dirty="0">
                <a:latin typeface="Times New Roman" panose="02020603050405020304" pitchFamily="18" charset="0"/>
                <a:cs typeface="Times New Roman" panose="02020603050405020304" pitchFamily="18" charset="0"/>
              </a:rPr>
              <a:t>Large Communication Overhead </a:t>
            </a:r>
            <a:r>
              <a:rPr lang="en-US" sz="3100" dirty="0">
                <a:latin typeface="Times New Roman" panose="02020603050405020304" pitchFamily="18" charset="0"/>
                <a:cs typeface="Times New Roman" panose="02020603050405020304" pitchFamily="18" charset="0"/>
              </a:rPr>
              <a:t>– Mobile devices often need to upload huge datasets (e.g., video streams, sensor data), leading to bandwidth consumption and network congestion.</a:t>
            </a:r>
          </a:p>
          <a:p>
            <a:pPr>
              <a:buFont typeface="+mj-lt"/>
              <a:buAutoNum type="arabicPeriod"/>
            </a:pPr>
            <a:r>
              <a:rPr lang="en-US" sz="3100" b="1" dirty="0">
                <a:latin typeface="Times New Roman" panose="02020603050405020304" pitchFamily="18" charset="0"/>
                <a:cs typeface="Times New Roman" panose="02020603050405020304" pitchFamily="18" charset="0"/>
              </a:rPr>
              <a:t>Unreliable Performance for Real-Time Applications – </a:t>
            </a:r>
            <a:r>
              <a:rPr lang="en-US" sz="3100" dirty="0">
                <a:latin typeface="Times New Roman" panose="02020603050405020304" pitchFamily="18" charset="0"/>
                <a:cs typeface="Times New Roman" panose="02020603050405020304" pitchFamily="18" charset="0"/>
              </a:rPr>
              <a:t>Applications that require ultra-low latency (e.g., healthcare monitoring, mission-critical </a:t>
            </a:r>
            <a:r>
              <a:rPr lang="en-US" sz="3100" dirty="0" err="1">
                <a:latin typeface="Times New Roman" panose="02020603050405020304" pitchFamily="18" charset="0"/>
                <a:cs typeface="Times New Roman" panose="02020603050405020304" pitchFamily="18" charset="0"/>
              </a:rPr>
              <a:t>IoT</a:t>
            </a:r>
            <a:r>
              <a:rPr lang="en-US" sz="3100" dirty="0">
                <a:latin typeface="Times New Roman" panose="02020603050405020304" pitchFamily="18" charset="0"/>
                <a:cs typeface="Times New Roman" panose="02020603050405020304" pitchFamily="18" charset="0"/>
              </a:rPr>
              <a:t>) cannot tolerate the delays introduced by remote cloud.</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37</a:t>
            </a:fld>
            <a:endParaRPr lang="en-US"/>
          </a:p>
        </p:txBody>
      </p:sp>
    </p:spTree>
    <p:extLst>
      <p:ext uri="{BB962C8B-B14F-4D97-AF65-F5344CB8AC3E}">
        <p14:creationId xmlns:p14="http://schemas.microsoft.com/office/powerpoint/2010/main" val="24782156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1BD329C1-FCE6-48B5-BD05-141F2B99B0DB}"/>
              </a:ext>
            </a:extLst>
          </p:cNvPr>
          <p:cNvSpPr>
            <a:spLocks noGrp="1"/>
          </p:cNvSpPr>
          <p:nvPr>
            <p:ph type="sldNum" sz="quarter" idx="12"/>
          </p:nvPr>
        </p:nvSpPr>
        <p:spPr/>
        <p:txBody>
          <a:bodyPr/>
          <a:lstStyle/>
          <a:p>
            <a:fld id="{B6F15528-21DE-4FAA-801E-634DDDAF4B2B}" type="slidenum">
              <a:rPr lang="en-US" smtClean="0"/>
              <a:pPr/>
              <a:t>38</a:t>
            </a:fld>
            <a:endParaRPr lang="en-US"/>
          </a:p>
        </p:txBody>
      </p:sp>
      <p:sp>
        <p:nvSpPr>
          <p:cNvPr id="6" name="Rectangle 5">
            <a:extLst>
              <a:ext uri="{FF2B5EF4-FFF2-40B4-BE49-F238E27FC236}">
                <a16:creationId xmlns:a16="http://schemas.microsoft.com/office/drawing/2014/main" xmlns="" id="{243C0366-D2FE-45DD-B916-6B76B360D89B}"/>
              </a:ext>
            </a:extLst>
          </p:cNvPr>
          <p:cNvSpPr/>
          <p:nvPr/>
        </p:nvSpPr>
        <p:spPr>
          <a:xfrm>
            <a:off x="160648" y="533400"/>
            <a:ext cx="8068952" cy="3600986"/>
          </a:xfrm>
          <a:prstGeom prst="rect">
            <a:avLst/>
          </a:prstGeom>
          <a:solidFill>
            <a:srgbClr val="CCECFF"/>
          </a:solid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Local cloud</a:t>
            </a:r>
          </a:p>
          <a:p>
            <a:pPr algn="just"/>
            <a:r>
              <a:rPr lang="en-US" sz="2000" dirty="0">
                <a:latin typeface="Times New Roman" panose="02020603050405020304" pitchFamily="18" charset="0"/>
                <a:cs typeface="Times New Roman" panose="02020603050405020304" pitchFamily="18" charset="0"/>
              </a:rPr>
              <a:t>A local cloud (also called a cloudlet) refers to a small-scale data center located close to end users within the 5G network infrastructure.</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is typically made up of a set of interconnected computers or servers deployed at the network edge (e.g., at a base station, access point, or local facility).</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These servers provide computing, storage, and application services to mobile devices in close proximity.</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Since the cloudlet is physically closer than a remote cloud data center, it offers low latency, reduced communication overhead, and faster response times.</a:t>
            </a:r>
          </a:p>
        </p:txBody>
      </p:sp>
      <p:pic>
        <p:nvPicPr>
          <p:cNvPr id="7" name="Picture 2" descr="Inside 5G Edge Cloud Opportunities - Futuriom">
            <a:extLst>
              <a:ext uri="{FF2B5EF4-FFF2-40B4-BE49-F238E27FC236}">
                <a16:creationId xmlns:a16="http://schemas.microsoft.com/office/drawing/2014/main" xmlns="" id="{1A2DB20D-9216-4D22-9E65-2EFA188E29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3883025"/>
            <a:ext cx="4381500" cy="2838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0715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1BD329C1-FCE6-48B5-BD05-141F2B99B0DB}"/>
              </a:ext>
            </a:extLst>
          </p:cNvPr>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39</a:t>
            </a:fld>
            <a:endParaRPr lang="en-US">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xmlns="" id="{64338769-ADF1-47E7-B739-308874383692}"/>
              </a:ext>
            </a:extLst>
          </p:cNvPr>
          <p:cNvSpPr/>
          <p:nvPr/>
        </p:nvSpPr>
        <p:spPr>
          <a:xfrm>
            <a:off x="97536" y="228600"/>
            <a:ext cx="8610600" cy="3477875"/>
          </a:xfrm>
          <a:prstGeom prst="rect">
            <a:avLst/>
          </a:prstGeom>
          <a:solidFill>
            <a:srgbClr val="CCECFF"/>
          </a:solidFill>
        </p:spPr>
        <p:txBody>
          <a:bodyPr wrap="square">
            <a:spAutoFit/>
          </a:bodyPr>
          <a:lstStyle/>
          <a:p>
            <a:r>
              <a:rPr lang="en-US" sz="2000" b="1" dirty="0">
                <a:latin typeface="Times New Roman" panose="02020603050405020304" pitchFamily="18" charset="0"/>
                <a:cs typeface="Times New Roman" panose="02020603050405020304" pitchFamily="18" charset="0"/>
              </a:rPr>
              <a:t>Key Features</a:t>
            </a:r>
          </a:p>
          <a:p>
            <a:pPr>
              <a:buFont typeface="+mj-lt"/>
              <a:buAutoNum type="arabicPeriod"/>
            </a:pPr>
            <a:r>
              <a:rPr lang="en-US" sz="2000" b="1" dirty="0">
                <a:latin typeface="Times New Roman" panose="02020603050405020304" pitchFamily="18" charset="0"/>
                <a:cs typeface="Times New Roman" panose="02020603050405020304" pitchFamily="18" charset="0"/>
              </a:rPr>
              <a:t>Low Latency</a:t>
            </a:r>
            <a:r>
              <a:rPr lang="en-US" sz="2000" dirty="0">
                <a:latin typeface="Times New Roman" panose="02020603050405020304" pitchFamily="18" charset="0"/>
                <a:cs typeface="Times New Roman" panose="02020603050405020304" pitchFamily="18" charset="0"/>
              </a:rPr>
              <a:t> – Processing happens at the edge, avoiding delays of distant remote clouds.</a:t>
            </a:r>
          </a:p>
          <a:p>
            <a:pPr>
              <a:buFont typeface="+mj-lt"/>
              <a:buAutoNum type="arabicPeriod"/>
            </a:pPr>
            <a:r>
              <a:rPr lang="en-US" sz="2000" b="1" dirty="0">
                <a:latin typeface="Times New Roman" panose="02020603050405020304" pitchFamily="18" charset="0"/>
                <a:cs typeface="Times New Roman" panose="02020603050405020304" pitchFamily="18" charset="0"/>
              </a:rPr>
              <a:t>Support for Mobility</a:t>
            </a:r>
            <a:r>
              <a:rPr lang="en-US" sz="2000" dirty="0">
                <a:latin typeface="Times New Roman" panose="02020603050405020304" pitchFamily="18" charset="0"/>
                <a:cs typeface="Times New Roman" panose="02020603050405020304" pitchFamily="18" charset="0"/>
              </a:rPr>
              <a:t> – Ideal for users who move frequently, since services are deployed within the network they connect to.</a:t>
            </a:r>
          </a:p>
          <a:p>
            <a:pPr>
              <a:buFont typeface="+mj-lt"/>
              <a:buAutoNum type="arabicPeriod"/>
            </a:pPr>
            <a:r>
              <a:rPr lang="en-US" sz="2000" b="1" dirty="0">
                <a:latin typeface="Times New Roman" panose="02020603050405020304" pitchFamily="18" charset="0"/>
                <a:cs typeface="Times New Roman" panose="02020603050405020304" pitchFamily="18" charset="0"/>
              </a:rPr>
              <a:t>Real-Time Application Support</a:t>
            </a:r>
            <a:r>
              <a:rPr lang="en-US" sz="2000" dirty="0">
                <a:latin typeface="Times New Roman" panose="02020603050405020304" pitchFamily="18" charset="0"/>
                <a:cs typeface="Times New Roman" panose="02020603050405020304" pitchFamily="18" charset="0"/>
              </a:rPr>
              <a:t> – Enables latency-sensitive applications such as AR/VR, autonomous vehicles, real-time gaming, and smart healthcare monitoring.</a:t>
            </a:r>
          </a:p>
          <a:p>
            <a:pPr>
              <a:buFont typeface="+mj-lt"/>
              <a:buAutoNum type="arabicPeriod"/>
            </a:pPr>
            <a:r>
              <a:rPr lang="en-US" sz="2000" b="1" dirty="0">
                <a:latin typeface="Times New Roman" panose="02020603050405020304" pitchFamily="18" charset="0"/>
                <a:cs typeface="Times New Roman" panose="02020603050405020304" pitchFamily="18" charset="0"/>
              </a:rPr>
              <a:t>Offloading for Resource-Constrained Devices</a:t>
            </a:r>
            <a:r>
              <a:rPr lang="en-US" sz="2000" dirty="0">
                <a:latin typeface="Times New Roman" panose="02020603050405020304" pitchFamily="18" charset="0"/>
                <a:cs typeface="Times New Roman" panose="02020603050405020304" pitchFamily="18" charset="0"/>
              </a:rPr>
              <a:t> – Mobile devices can offload computation-heavy tasks (like AI inference, video processing) to the local cloudlet.</a:t>
            </a:r>
          </a:p>
        </p:txBody>
      </p:sp>
      <p:sp>
        <p:nvSpPr>
          <p:cNvPr id="2" name="Rectangle 1"/>
          <p:cNvSpPr/>
          <p:nvPr/>
        </p:nvSpPr>
        <p:spPr>
          <a:xfrm>
            <a:off x="228600" y="3982222"/>
            <a:ext cx="6019800" cy="1477328"/>
          </a:xfrm>
          <a:prstGeom prst="rect">
            <a:avLst/>
          </a:prstGeom>
          <a:solidFill>
            <a:schemeClr val="accent6">
              <a:lumMod val="40000"/>
              <a:lumOff val="60000"/>
            </a:schemeClr>
          </a:solidFill>
        </p:spPr>
        <p:txBody>
          <a:bodyPr wrap="square">
            <a:spAutoFit/>
          </a:bodyPr>
          <a:lstStyle/>
          <a:p>
            <a:r>
              <a:rPr lang="en-US" b="1" dirty="0">
                <a:latin typeface="Times New Roman" panose="02020603050405020304" pitchFamily="18" charset="0"/>
                <a:cs typeface="Times New Roman" panose="02020603050405020304" pitchFamily="18" charset="0"/>
              </a:rPr>
              <a:t>Comparison with Remote Cloud</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Remote Cloud</a:t>
            </a:r>
            <a:r>
              <a:rPr lang="en-US" dirty="0">
                <a:latin typeface="Times New Roman" panose="02020603050405020304" pitchFamily="18" charset="0"/>
                <a:cs typeface="Times New Roman" panose="02020603050405020304" pitchFamily="18" charset="0"/>
              </a:rPr>
              <a:t>: Centralized, powerful, scalable, but suffers from high latency and network congestion.</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Local Cloud</a:t>
            </a:r>
            <a:r>
              <a:rPr lang="en-US" dirty="0">
                <a:latin typeface="Times New Roman" panose="02020603050405020304" pitchFamily="18" charset="0"/>
                <a:cs typeface="Times New Roman" panose="02020603050405020304" pitchFamily="18" charset="0"/>
              </a:rPr>
              <a:t>: Smaller scale, closer to users, provides faster service with limited capacity compared to remote cloud.</a:t>
            </a:r>
          </a:p>
        </p:txBody>
      </p:sp>
    </p:spTree>
    <p:extLst>
      <p:ext uri="{BB962C8B-B14F-4D97-AF65-F5344CB8AC3E}">
        <p14:creationId xmlns:p14="http://schemas.microsoft.com/office/powerpoint/2010/main" val="34760762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1BD329C1-FCE6-48B5-BD05-141F2B99B0DB}"/>
              </a:ext>
            </a:extLst>
          </p:cNvPr>
          <p:cNvSpPr>
            <a:spLocks noGrp="1"/>
          </p:cNvSpPr>
          <p:nvPr>
            <p:ph type="sldNum" sz="quarter" idx="12"/>
          </p:nvPr>
        </p:nvSpPr>
        <p:spPr/>
        <p:txBody>
          <a:bodyPr/>
          <a:lstStyle/>
          <a:p>
            <a:fld id="{B6F15528-21DE-4FAA-801E-634DDDAF4B2B}" type="slidenum">
              <a:rPr lang="en-US" smtClean="0"/>
              <a:pPr/>
              <a:t>40</a:t>
            </a:fld>
            <a:endParaRPr lang="en-US"/>
          </a:p>
        </p:txBody>
      </p:sp>
      <p:sp>
        <p:nvSpPr>
          <p:cNvPr id="5" name="Rectangle 4">
            <a:extLst>
              <a:ext uri="{FF2B5EF4-FFF2-40B4-BE49-F238E27FC236}">
                <a16:creationId xmlns:a16="http://schemas.microsoft.com/office/drawing/2014/main" xmlns="" id="{64338769-ADF1-47E7-B739-308874383692}"/>
              </a:ext>
            </a:extLst>
          </p:cNvPr>
          <p:cNvSpPr/>
          <p:nvPr/>
        </p:nvSpPr>
        <p:spPr>
          <a:xfrm>
            <a:off x="152400" y="228600"/>
            <a:ext cx="8839200" cy="3908762"/>
          </a:xfrm>
          <a:prstGeom prst="rect">
            <a:avLst/>
          </a:prstGeom>
          <a:solidFill>
            <a:srgbClr val="CCECFF"/>
          </a:solid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Hybrid cloud</a:t>
            </a:r>
          </a:p>
          <a:p>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Hybrid Cloud in Mobile Networks</a:t>
            </a:r>
          </a:p>
          <a:p>
            <a:r>
              <a:rPr lang="en-US" sz="2000" dirty="0">
                <a:latin typeface="Times New Roman" panose="02020603050405020304" pitchFamily="18" charset="0"/>
                <a:cs typeface="Times New Roman" panose="02020603050405020304" pitchFamily="18" charset="0"/>
              </a:rPr>
              <a:t>A hybrid cloud combines the strengths of both local cloud (cloudlet) and remote cloud to optimize mobile computing performance.</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 this model, a mobile device first </a:t>
            </a:r>
            <a:r>
              <a:rPr lang="en-US" sz="2000" b="1" dirty="0">
                <a:latin typeface="Times New Roman" panose="02020603050405020304" pitchFamily="18" charset="0"/>
                <a:cs typeface="Times New Roman" panose="02020603050405020304" pitchFamily="18" charset="0"/>
              </a:rPr>
              <a:t>offloads</a:t>
            </a:r>
            <a:r>
              <a:rPr lang="en-US" sz="2000" dirty="0">
                <a:latin typeface="Times New Roman" panose="02020603050405020304" pitchFamily="18" charset="0"/>
                <a:cs typeface="Times New Roman" panose="02020603050405020304" pitchFamily="18" charset="0"/>
              </a:rPr>
              <a:t> tasks to a nearby local cloud for fast processing.</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If the task is too computationally intensive or requires large-scale resources, the local cloud can further offload it to the remote cloud, which has virtually unlimited computing and storage capacity.</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creates a multi-layered hierarchy where tasks are executed at the most appropriate level depending on latency, resource demand, and application requirements.</a:t>
            </a:r>
          </a:p>
        </p:txBody>
      </p:sp>
      <p:sp>
        <p:nvSpPr>
          <p:cNvPr id="2" name="Rectangle 1"/>
          <p:cNvSpPr/>
          <p:nvPr/>
        </p:nvSpPr>
        <p:spPr>
          <a:xfrm>
            <a:off x="161544" y="4136152"/>
            <a:ext cx="8830056" cy="2585323"/>
          </a:xfrm>
          <a:prstGeom prst="rect">
            <a:avLst/>
          </a:prstGeom>
          <a:solidFill>
            <a:schemeClr val="accent3">
              <a:lumMod val="20000"/>
              <a:lumOff val="80000"/>
            </a:schemeClr>
          </a:solidFill>
        </p:spPr>
        <p:txBody>
          <a:bodyPr wrap="square">
            <a:spAutoFit/>
          </a:bodyPr>
          <a:lstStyle/>
          <a:p>
            <a:r>
              <a:rPr lang="en-US" b="1" dirty="0">
                <a:latin typeface="Times New Roman" panose="02020603050405020304" pitchFamily="18" charset="0"/>
                <a:cs typeface="Times New Roman" panose="02020603050405020304" pitchFamily="18" charset="0"/>
              </a:rPr>
              <a:t>Key Features of Hybrid Cloud</a:t>
            </a:r>
          </a:p>
          <a:p>
            <a:pPr>
              <a:buFont typeface="+mj-lt"/>
              <a:buAutoNum type="arabicPeriod"/>
            </a:pPr>
            <a:r>
              <a:rPr lang="en-US" b="1" dirty="0">
                <a:latin typeface="Times New Roman" panose="02020603050405020304" pitchFamily="18" charset="0"/>
                <a:cs typeface="Times New Roman" panose="02020603050405020304" pitchFamily="18" charset="0"/>
              </a:rPr>
              <a:t>Flexibility</a:t>
            </a:r>
            <a:r>
              <a:rPr lang="en-US" dirty="0">
                <a:latin typeface="Times New Roman" panose="02020603050405020304" pitchFamily="18" charset="0"/>
                <a:cs typeface="Times New Roman" panose="02020603050405020304" pitchFamily="18" charset="0"/>
              </a:rPr>
              <a:t> – Can balance between local (fast but limited resources) and remote (scalable but higher latency) clouds.</a:t>
            </a:r>
          </a:p>
          <a:p>
            <a:pPr>
              <a:buFont typeface="+mj-lt"/>
              <a:buAutoNum type="arabicPeriod"/>
            </a:pPr>
            <a:r>
              <a:rPr lang="en-US" b="1" dirty="0">
                <a:latin typeface="Times New Roman" panose="02020603050405020304" pitchFamily="18" charset="0"/>
                <a:cs typeface="Times New Roman" panose="02020603050405020304" pitchFamily="18" charset="0"/>
              </a:rPr>
              <a:t>Resource Optimization</a:t>
            </a:r>
            <a:r>
              <a:rPr lang="en-US" dirty="0">
                <a:latin typeface="Times New Roman" panose="02020603050405020304" pitchFamily="18" charset="0"/>
                <a:cs typeface="Times New Roman" panose="02020603050405020304" pitchFamily="18" charset="0"/>
              </a:rPr>
              <a:t> – Ensures that resource-hungry tasks don’t overload the local cloud.</a:t>
            </a:r>
          </a:p>
          <a:p>
            <a:pPr>
              <a:buFont typeface="+mj-lt"/>
              <a:buAutoNum type="arabicPeriod"/>
            </a:pPr>
            <a:r>
              <a:rPr lang="en-US" b="1" dirty="0">
                <a:latin typeface="Times New Roman" panose="02020603050405020304" pitchFamily="18" charset="0"/>
                <a:cs typeface="Times New Roman" panose="02020603050405020304" pitchFamily="18" charset="0"/>
              </a:rPr>
              <a:t>Seamless Scalability</a:t>
            </a:r>
            <a:r>
              <a:rPr lang="en-US" dirty="0">
                <a:latin typeface="Times New Roman" panose="02020603050405020304" pitchFamily="18" charset="0"/>
                <a:cs typeface="Times New Roman" panose="02020603050405020304" pitchFamily="18" charset="0"/>
              </a:rPr>
              <a:t> – Local clouds can scale on demand by leveraging remote cloud resources.</a:t>
            </a:r>
          </a:p>
          <a:p>
            <a:pPr>
              <a:buFont typeface="+mj-lt"/>
              <a:buAutoNum type="arabicPeriod"/>
            </a:pPr>
            <a:r>
              <a:rPr lang="en-US" b="1" dirty="0">
                <a:latin typeface="Times New Roman" panose="02020603050405020304" pitchFamily="18" charset="0"/>
                <a:cs typeface="Times New Roman" panose="02020603050405020304" pitchFamily="18" charset="0"/>
              </a:rPr>
              <a:t>Support for Diverse Applications</a:t>
            </a:r>
            <a:r>
              <a:rPr lang="en-US" dirty="0">
                <a:latin typeface="Times New Roman" panose="02020603050405020304" pitchFamily="18" charset="0"/>
                <a:cs typeface="Times New Roman" panose="02020603050405020304" pitchFamily="18" charset="0"/>
              </a:rPr>
              <a:t> – Real-time tasks handled locally, while data-heavy tasks go to the remote cloud.</a:t>
            </a:r>
          </a:p>
        </p:txBody>
      </p:sp>
    </p:spTree>
    <p:extLst>
      <p:ext uri="{BB962C8B-B14F-4D97-AF65-F5344CB8AC3E}">
        <p14:creationId xmlns:p14="http://schemas.microsoft.com/office/powerpoint/2010/main" val="23819739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13C658B6-1C09-469D-A785-B0E781898050}"/>
              </a:ext>
            </a:extLst>
          </p:cNvPr>
          <p:cNvSpPr>
            <a:spLocks noGrp="1"/>
          </p:cNvSpPr>
          <p:nvPr>
            <p:ph type="sldNum" sz="quarter" idx="12"/>
          </p:nvPr>
        </p:nvSpPr>
        <p:spPr/>
        <p:txBody>
          <a:bodyPr/>
          <a:lstStyle/>
          <a:p>
            <a:fld id="{B6F15528-21DE-4FAA-801E-634DDDAF4B2B}" type="slidenum">
              <a:rPr lang="en-US" smtClean="0"/>
              <a:pPr/>
              <a:t>41</a:t>
            </a:fld>
            <a:endParaRPr lang="en-US"/>
          </a:p>
        </p:txBody>
      </p:sp>
      <p:sp>
        <p:nvSpPr>
          <p:cNvPr id="5" name="Rectangle 4">
            <a:extLst>
              <a:ext uri="{FF2B5EF4-FFF2-40B4-BE49-F238E27FC236}">
                <a16:creationId xmlns:a16="http://schemas.microsoft.com/office/drawing/2014/main" xmlns="" id="{ADE64C23-CE82-4B7C-B6B2-E81AE38D2386}"/>
              </a:ext>
            </a:extLst>
          </p:cNvPr>
          <p:cNvSpPr/>
          <p:nvPr/>
        </p:nvSpPr>
        <p:spPr>
          <a:xfrm>
            <a:off x="228600" y="914400"/>
            <a:ext cx="8643815" cy="4893647"/>
          </a:xfrm>
          <a:prstGeom prst="rect">
            <a:avLst/>
          </a:prstGeom>
          <a:solidFill>
            <a:srgbClr val="CCECFF"/>
          </a:solidFill>
        </p:spPr>
        <p:txBody>
          <a:bodyPr wrap="square">
            <a:spAutoFit/>
          </a:bodyPr>
          <a:lstStyle/>
          <a:p>
            <a:pPr algn="just" fontAlgn="base"/>
            <a:r>
              <a:rPr lang="en-US" sz="2400" dirty="0">
                <a:latin typeface="Times New Roman" panose="02020603050405020304" pitchFamily="18" charset="0"/>
                <a:cs typeface="Times New Roman" panose="02020603050405020304" pitchFamily="18" charset="0"/>
              </a:rPr>
              <a:t>The 5G technology is integrated with the healthcare industry to improve patient care. The technology enables remote diagnostics, enhance telemedicine, and increase the efficiency of healthcare operations.</a:t>
            </a:r>
          </a:p>
          <a:p>
            <a:pPr algn="just" fontAlgn="base"/>
            <a:endParaRPr lang="en-US" sz="2400" b="1" dirty="0">
              <a:latin typeface="Times New Roman" panose="02020603050405020304" pitchFamily="18" charset="0"/>
              <a:cs typeface="Times New Roman" panose="02020603050405020304" pitchFamily="18" charset="0"/>
            </a:endParaRPr>
          </a:p>
          <a:p>
            <a:pPr algn="just" fontAlgn="base"/>
            <a:r>
              <a:rPr lang="en-US" sz="2400" b="1" dirty="0">
                <a:latin typeface="Times New Roman" panose="02020603050405020304" pitchFamily="18" charset="0"/>
                <a:cs typeface="Times New Roman" panose="02020603050405020304" pitchFamily="18" charset="0"/>
              </a:rPr>
              <a:t>Telemedicine</a:t>
            </a:r>
            <a:r>
              <a:rPr lang="en-US" sz="2400" dirty="0">
                <a:latin typeface="Times New Roman" panose="02020603050405020304" pitchFamily="18" charset="0"/>
                <a:cs typeface="Times New Roman" panose="02020603050405020304" pitchFamily="18" charset="0"/>
              </a:rPr>
              <a:t>: Offering remote consultations and diagnostics, improving access to care for people in rural or underserved areas.</a:t>
            </a:r>
          </a:p>
          <a:p>
            <a:pPr algn="just" fontAlgn="base"/>
            <a:endParaRPr lang="en-US" sz="2400" b="1" dirty="0">
              <a:latin typeface="Times New Roman" panose="02020603050405020304" pitchFamily="18" charset="0"/>
              <a:cs typeface="Times New Roman" panose="02020603050405020304" pitchFamily="18" charset="0"/>
            </a:endParaRPr>
          </a:p>
          <a:p>
            <a:pPr algn="just" fontAlgn="base"/>
            <a:r>
              <a:rPr lang="en-US" sz="2400" b="1" dirty="0">
                <a:latin typeface="Times New Roman" panose="02020603050405020304" pitchFamily="18" charset="0"/>
                <a:cs typeface="Times New Roman" panose="02020603050405020304" pitchFamily="18" charset="0"/>
              </a:rPr>
              <a:t>Remote diagnostics and monitoring</a:t>
            </a:r>
            <a:r>
              <a:rPr lang="en-US" sz="2400" dirty="0">
                <a:latin typeface="Times New Roman" panose="02020603050405020304" pitchFamily="18" charset="0"/>
                <a:cs typeface="Times New Roman" panose="02020603050405020304" pitchFamily="18" charset="0"/>
              </a:rPr>
              <a:t>: 5G technology can support the transmission of high-resolution medical imaging and real-time data from medical devices. This allows for remote diagnostics and continuous monitoring of patients, potentially leading to faster treatment decisions and better outcomes.</a:t>
            </a:r>
          </a:p>
        </p:txBody>
      </p:sp>
      <p:sp>
        <p:nvSpPr>
          <p:cNvPr id="6" name="Rectangle 5">
            <a:extLst>
              <a:ext uri="{FF2B5EF4-FFF2-40B4-BE49-F238E27FC236}">
                <a16:creationId xmlns:a16="http://schemas.microsoft.com/office/drawing/2014/main" xmlns="" id="{6C27527B-C92B-46ED-A536-77FCBC168B22}"/>
              </a:ext>
            </a:extLst>
          </p:cNvPr>
          <p:cNvSpPr/>
          <p:nvPr/>
        </p:nvSpPr>
        <p:spPr>
          <a:xfrm>
            <a:off x="228600" y="98822"/>
            <a:ext cx="3728585" cy="646331"/>
          </a:xfrm>
          <a:prstGeom prst="rect">
            <a:avLst/>
          </a:prstGeom>
          <a:solidFill>
            <a:srgbClr val="FFC000"/>
          </a:solidFill>
        </p:spPr>
        <p:txBody>
          <a:bodyPr wrap="none">
            <a:spAutoFit/>
          </a:bodyPr>
          <a:lstStyle/>
          <a:p>
            <a:pPr fontAlgn="base"/>
            <a:r>
              <a:rPr lang="en-US" sz="3600" b="1" dirty="0">
                <a:latin typeface="Times New Roman" panose="02020603050405020304" pitchFamily="18" charset="0"/>
                <a:cs typeface="Times New Roman" panose="02020603050405020304" pitchFamily="18" charset="0"/>
              </a:rPr>
              <a:t>5G In Healthcare </a:t>
            </a:r>
            <a:endParaRPr lang="en-US" sz="3600" b="1"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85230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1A9784D2-4E50-4287-ACC5-42A95E43228E}"/>
              </a:ext>
            </a:extLst>
          </p:cNvPr>
          <p:cNvSpPr>
            <a:spLocks noGrp="1"/>
          </p:cNvSpPr>
          <p:nvPr>
            <p:ph type="sldNum" sz="quarter" idx="12"/>
          </p:nvPr>
        </p:nvSpPr>
        <p:spPr/>
        <p:txBody>
          <a:bodyPr/>
          <a:lstStyle/>
          <a:p>
            <a:fld id="{B6F15528-21DE-4FAA-801E-634DDDAF4B2B}" type="slidenum">
              <a:rPr lang="en-US" smtClean="0"/>
              <a:pPr/>
              <a:t>42</a:t>
            </a:fld>
            <a:endParaRPr lang="en-US"/>
          </a:p>
        </p:txBody>
      </p:sp>
      <p:sp>
        <p:nvSpPr>
          <p:cNvPr id="5" name="Rectangle 4">
            <a:extLst>
              <a:ext uri="{FF2B5EF4-FFF2-40B4-BE49-F238E27FC236}">
                <a16:creationId xmlns:a16="http://schemas.microsoft.com/office/drawing/2014/main" xmlns="" id="{1F422BA8-0F31-415A-964B-05CD089E3317}"/>
              </a:ext>
            </a:extLst>
          </p:cNvPr>
          <p:cNvSpPr/>
          <p:nvPr/>
        </p:nvSpPr>
        <p:spPr>
          <a:xfrm>
            <a:off x="332763" y="724039"/>
            <a:ext cx="8478473" cy="5632311"/>
          </a:xfrm>
          <a:prstGeom prst="rect">
            <a:avLst/>
          </a:prstGeom>
          <a:solidFill>
            <a:srgbClr val="CCECFF"/>
          </a:solidFill>
        </p:spPr>
        <p:txBody>
          <a:bodyPr wrap="square">
            <a:spAutoFit/>
          </a:bodyPr>
          <a:lstStyle/>
          <a:p>
            <a:pPr algn="just" fontAlgn="base"/>
            <a:r>
              <a:rPr lang="en-US" sz="2400" b="1" dirty="0">
                <a:latin typeface="Times New Roman" panose="02020603050405020304" pitchFamily="18" charset="0"/>
                <a:cs typeface="Times New Roman" panose="02020603050405020304" pitchFamily="18" charset="0"/>
              </a:rPr>
              <a:t>Internet of Medical Things (</a:t>
            </a:r>
            <a:r>
              <a:rPr lang="en-US" sz="2400" b="1" dirty="0" err="1">
                <a:latin typeface="Times New Roman" panose="02020603050405020304" pitchFamily="18" charset="0"/>
                <a:cs typeface="Times New Roman" panose="02020603050405020304" pitchFamily="18" charset="0"/>
              </a:rPr>
              <a:t>IoMT</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5G can support a vast number of connected medical devices, which enables real-time monitoring of  patients' conditions.</a:t>
            </a:r>
          </a:p>
          <a:p>
            <a:pPr algn="just" fontAlgn="base"/>
            <a:endParaRPr lang="en-US" sz="2400" b="1" dirty="0">
              <a:latin typeface="Times New Roman" panose="02020603050405020304" pitchFamily="18" charset="0"/>
              <a:cs typeface="Times New Roman" panose="02020603050405020304" pitchFamily="18" charset="0"/>
            </a:endParaRPr>
          </a:p>
          <a:p>
            <a:pPr algn="just" fontAlgn="base"/>
            <a:r>
              <a:rPr lang="en-US" sz="2400" b="1" dirty="0">
                <a:latin typeface="Times New Roman" panose="02020603050405020304" pitchFamily="18" charset="0"/>
                <a:cs typeface="Times New Roman" panose="02020603050405020304" pitchFamily="18" charset="0"/>
              </a:rPr>
              <a:t>Remote surgery</a:t>
            </a:r>
            <a:r>
              <a:rPr lang="en-US" sz="2400" dirty="0">
                <a:latin typeface="Times New Roman" panose="02020603050405020304" pitchFamily="18" charset="0"/>
                <a:cs typeface="Times New Roman" panose="02020603050405020304" pitchFamily="18" charset="0"/>
              </a:rPr>
              <a:t>: 5G's low latency and high bandwidth capabilities may enable surgeons to perform telesurgery or remote surgery, using robotic systems controlled from a distance. </a:t>
            </a:r>
            <a:endParaRPr lang="en-US" sz="2400" b="1" dirty="0">
              <a:latin typeface="Times New Roman" panose="02020603050405020304" pitchFamily="18" charset="0"/>
              <a:cs typeface="Times New Roman" panose="02020603050405020304" pitchFamily="18" charset="0"/>
            </a:endParaRPr>
          </a:p>
          <a:p>
            <a:pPr algn="just" fontAlgn="base"/>
            <a:endParaRPr lang="en-US" sz="2400" b="1" dirty="0">
              <a:latin typeface="Times New Roman" panose="02020603050405020304" pitchFamily="18" charset="0"/>
              <a:cs typeface="Times New Roman" panose="02020603050405020304" pitchFamily="18" charset="0"/>
            </a:endParaRPr>
          </a:p>
          <a:p>
            <a:pPr algn="just" fontAlgn="base"/>
            <a:r>
              <a:rPr lang="en-US" sz="2400" b="1" dirty="0">
                <a:latin typeface="Times New Roman" panose="02020603050405020304" pitchFamily="18" charset="0"/>
                <a:cs typeface="Times New Roman" panose="02020603050405020304" pitchFamily="18" charset="0"/>
              </a:rPr>
              <a:t>AI and big data</a:t>
            </a:r>
            <a:r>
              <a:rPr lang="en-US" sz="2400" dirty="0">
                <a:latin typeface="Times New Roman" panose="02020603050405020304" pitchFamily="18" charset="0"/>
                <a:cs typeface="Times New Roman" panose="02020603050405020304" pitchFamily="18" charset="0"/>
              </a:rPr>
              <a:t>: The healthcare business may benefit greatly from artificial intelligence and Machine learning. AI can assist in diagnosing illnesses such as cancer, heart disease, skin blemishes, and others. The high-speed data transfer enabled by 5G can support the integration of AI and big data analytics in healthcare, helping providers make more informed decisions, predict health trends, and optimize resource allocation.</a:t>
            </a:r>
          </a:p>
        </p:txBody>
      </p:sp>
    </p:spTree>
    <p:extLst>
      <p:ext uri="{BB962C8B-B14F-4D97-AF65-F5344CB8AC3E}">
        <p14:creationId xmlns:p14="http://schemas.microsoft.com/office/powerpoint/2010/main" val="382555758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B66AA3B9-70CD-46F7-BEBA-859E5FB6F943}"/>
              </a:ext>
            </a:extLst>
          </p:cNvPr>
          <p:cNvSpPr>
            <a:spLocks noGrp="1"/>
          </p:cNvSpPr>
          <p:nvPr>
            <p:ph type="sldNum" sz="quarter" idx="12"/>
          </p:nvPr>
        </p:nvSpPr>
        <p:spPr/>
        <p:txBody>
          <a:bodyPr/>
          <a:lstStyle/>
          <a:p>
            <a:fld id="{B6F15528-21DE-4FAA-801E-634DDDAF4B2B}" type="slidenum">
              <a:rPr lang="en-US" smtClean="0"/>
              <a:pPr/>
              <a:t>43</a:t>
            </a:fld>
            <a:endParaRPr lang="en-US"/>
          </a:p>
        </p:txBody>
      </p:sp>
      <p:sp>
        <p:nvSpPr>
          <p:cNvPr id="5" name="TextBox 4">
            <a:extLst>
              <a:ext uri="{FF2B5EF4-FFF2-40B4-BE49-F238E27FC236}">
                <a16:creationId xmlns:a16="http://schemas.microsoft.com/office/drawing/2014/main" xmlns="" id="{9E58F78B-98A8-42C2-8686-3AD1766DF6DC}"/>
              </a:ext>
            </a:extLst>
          </p:cNvPr>
          <p:cNvSpPr txBox="1"/>
          <p:nvPr/>
        </p:nvSpPr>
        <p:spPr>
          <a:xfrm>
            <a:off x="457200" y="838934"/>
            <a:ext cx="7620000" cy="3170099"/>
          </a:xfrm>
          <a:prstGeom prst="rect">
            <a:avLst/>
          </a:prstGeom>
          <a:solidFill>
            <a:schemeClr val="accent3">
              <a:lumMod val="20000"/>
              <a:lumOff val="80000"/>
            </a:schemeClr>
          </a:solidFill>
        </p:spPr>
        <p:txBody>
          <a:bodyPr wrap="square" rtlCol="0">
            <a:spAutoFit/>
          </a:bodyPr>
          <a:lstStyle/>
          <a:p>
            <a:r>
              <a:rPr lang="en-US" sz="2000" dirty="0">
                <a:latin typeface="Times New Roman" panose="02020603050405020304" pitchFamily="18" charset="0"/>
                <a:cs typeface="Times New Roman" panose="02020603050405020304" pitchFamily="18" charset="0"/>
              </a:rPr>
              <a:t>Non-Orthogonal Multiple Access (NOMA) is a multiple access technique used in 5G and beyond wireless networks that allows multiple users to share the same time, frequency, and code resources by superimposing their signals with different power levels</a:t>
            </a:r>
            <a:r>
              <a:rPr lang="en-US" sz="2000" dirty="0" smtClean="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Unlike traditional Orthogonal Multiple Access (OMA) methods (like TDMA, FDMA, or OFDMA), where users are separated in time or frequency to avoid interference, NOMA intentionally allows overlap and uses power-domain multiplexing + advanced decoding (SIC) to separate users.</a:t>
            </a:r>
          </a:p>
        </p:txBody>
      </p:sp>
      <p:sp>
        <p:nvSpPr>
          <p:cNvPr id="7" name="Rectangle 6">
            <a:extLst>
              <a:ext uri="{FF2B5EF4-FFF2-40B4-BE49-F238E27FC236}">
                <a16:creationId xmlns:a16="http://schemas.microsoft.com/office/drawing/2014/main" xmlns="" id="{4BE5CA15-9E37-4B2D-8C4B-3F656132FCFD}"/>
              </a:ext>
            </a:extLst>
          </p:cNvPr>
          <p:cNvSpPr/>
          <p:nvPr/>
        </p:nvSpPr>
        <p:spPr>
          <a:xfrm>
            <a:off x="1600200" y="86409"/>
            <a:ext cx="6077369" cy="646331"/>
          </a:xfrm>
          <a:prstGeom prst="rect">
            <a:avLst/>
          </a:prstGeom>
          <a:solidFill>
            <a:srgbClr val="FFC000"/>
          </a:solidFill>
        </p:spPr>
        <p:txBody>
          <a:bodyPr wrap="none">
            <a:spAutoFit/>
          </a:bodyPr>
          <a:lstStyle/>
          <a:p>
            <a:r>
              <a:rPr lang="en-US" sz="3600" dirty="0">
                <a:latin typeface="Times New Roman" panose="02020603050405020304" pitchFamily="18" charset="0"/>
                <a:cs typeface="Times New Roman" panose="02020603050405020304" pitchFamily="18" charset="0"/>
              </a:rPr>
              <a:t>Nonorthogonal Multiple Access</a:t>
            </a:r>
          </a:p>
        </p:txBody>
      </p:sp>
      <p:sp>
        <p:nvSpPr>
          <p:cNvPr id="3" name="Rectangle 2"/>
          <p:cNvSpPr/>
          <p:nvPr/>
        </p:nvSpPr>
        <p:spPr>
          <a:xfrm>
            <a:off x="381000" y="3995678"/>
            <a:ext cx="7696200" cy="1754326"/>
          </a:xfrm>
          <a:prstGeom prst="rect">
            <a:avLst/>
          </a:prstGeom>
          <a:solidFill>
            <a:schemeClr val="accent3">
              <a:lumMod val="40000"/>
              <a:lumOff val="60000"/>
            </a:schemeClr>
          </a:solidFill>
        </p:spPr>
        <p:txBody>
          <a:bodyPr wrap="square">
            <a:spAutoFit/>
          </a:bodyPr>
          <a:lstStyle/>
          <a:p>
            <a:r>
              <a:rPr lang="en-US" b="1" dirty="0">
                <a:latin typeface="Times New Roman" panose="02020603050405020304" pitchFamily="18" charset="0"/>
                <a:cs typeface="Times New Roman" panose="02020603050405020304" pitchFamily="18" charset="0"/>
              </a:rPr>
              <a:t>Advantages of NOMA</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High Spectral Efficiency</a:t>
            </a:r>
            <a:r>
              <a:rPr lang="en-US" dirty="0">
                <a:latin typeface="Times New Roman" panose="02020603050405020304" pitchFamily="18" charset="0"/>
                <a:cs typeface="Times New Roman" panose="02020603050405020304" pitchFamily="18" charset="0"/>
              </a:rPr>
              <a:t> → Multiple users can share the same resources.</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Massive Connectivity</a:t>
            </a:r>
            <a:r>
              <a:rPr lang="en-US" dirty="0">
                <a:latin typeface="Times New Roman" panose="02020603050405020304" pitchFamily="18" charset="0"/>
                <a:cs typeface="Times New Roman" panose="02020603050405020304" pitchFamily="18" charset="0"/>
              </a:rPr>
              <a:t> → Supports more devices (important for </a:t>
            </a:r>
            <a:r>
              <a:rPr lang="en-US" dirty="0" err="1">
                <a:latin typeface="Times New Roman" panose="02020603050405020304" pitchFamily="18" charset="0"/>
                <a:cs typeface="Times New Roman" panose="02020603050405020304" pitchFamily="18" charset="0"/>
              </a:rPr>
              <a:t>IoT</a:t>
            </a:r>
            <a:r>
              <a:rPr lang="en-US" dirty="0">
                <a:latin typeface="Times New Roman" panose="02020603050405020304" pitchFamily="18" charset="0"/>
                <a:cs typeface="Times New Roman" panose="02020603050405020304" pitchFamily="18" charset="0"/>
              </a:rPr>
              <a:t> and 5G).</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User Fairness</a:t>
            </a:r>
            <a:r>
              <a:rPr lang="en-US" dirty="0">
                <a:latin typeface="Times New Roman" panose="02020603050405020304" pitchFamily="18" charset="0"/>
                <a:cs typeface="Times New Roman" panose="02020603050405020304" pitchFamily="18" charset="0"/>
              </a:rPr>
              <a:t> → Power allocation ensures weak users are not disadvantaged.</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Low Latency</a:t>
            </a:r>
            <a:r>
              <a:rPr lang="en-US" dirty="0">
                <a:latin typeface="Times New Roman" panose="02020603050405020304" pitchFamily="18" charset="0"/>
                <a:cs typeface="Times New Roman" panose="02020603050405020304" pitchFamily="18" charset="0"/>
              </a:rPr>
              <a:t> → Multiple users served simultaneously instead of waiting for separate time slots.</a:t>
            </a:r>
          </a:p>
        </p:txBody>
      </p:sp>
    </p:spTree>
    <p:extLst>
      <p:ext uri="{BB962C8B-B14F-4D97-AF65-F5344CB8AC3E}">
        <p14:creationId xmlns:p14="http://schemas.microsoft.com/office/powerpoint/2010/main" val="387904305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B66AA3B9-70CD-46F7-BEBA-859E5FB6F943}"/>
              </a:ext>
            </a:extLst>
          </p:cNvPr>
          <p:cNvSpPr>
            <a:spLocks noGrp="1"/>
          </p:cNvSpPr>
          <p:nvPr>
            <p:ph type="sldNum" sz="quarter" idx="12"/>
          </p:nvPr>
        </p:nvSpPr>
        <p:spPr/>
        <p:txBody>
          <a:bodyPr/>
          <a:lstStyle/>
          <a:p>
            <a:fld id="{B6F15528-21DE-4FAA-801E-634DDDAF4B2B}" type="slidenum">
              <a:rPr lang="en-US" smtClean="0"/>
              <a:pPr/>
              <a:t>44</a:t>
            </a:fld>
            <a:endParaRPr lang="en-US"/>
          </a:p>
        </p:txBody>
      </p:sp>
      <p:sp>
        <p:nvSpPr>
          <p:cNvPr id="2" name="Rectangle 1"/>
          <p:cNvSpPr/>
          <p:nvPr/>
        </p:nvSpPr>
        <p:spPr>
          <a:xfrm>
            <a:off x="457200" y="353675"/>
            <a:ext cx="8229600" cy="4401205"/>
          </a:xfrm>
          <a:prstGeom prst="rect">
            <a:avLst/>
          </a:prstGeom>
          <a:solidFill>
            <a:schemeClr val="accent4">
              <a:lumMod val="20000"/>
              <a:lumOff val="80000"/>
            </a:schemeClr>
          </a:solidFill>
        </p:spPr>
        <p:txBody>
          <a:bodyPr wrap="square">
            <a:spAutoFit/>
          </a:bodyPr>
          <a:lstStyle/>
          <a:p>
            <a:r>
              <a:rPr lang="en-US" sz="2000" b="1" dirty="0">
                <a:latin typeface="Times New Roman" panose="02020603050405020304" pitchFamily="18" charset="0"/>
                <a:cs typeface="Times New Roman" panose="02020603050405020304" pitchFamily="18" charset="0"/>
              </a:rPr>
              <a:t>Key Concepts in NOMA</a:t>
            </a:r>
          </a:p>
          <a:p>
            <a:pPr>
              <a:buFont typeface="+mj-lt"/>
              <a:buAutoNum type="arabicPeriod"/>
            </a:pPr>
            <a:r>
              <a:rPr lang="en-US" sz="2000" b="1" dirty="0">
                <a:latin typeface="Times New Roman" panose="02020603050405020304" pitchFamily="18" charset="0"/>
                <a:cs typeface="Times New Roman" panose="02020603050405020304" pitchFamily="18" charset="0"/>
              </a:rPr>
              <a:t>Superposition Coding (SC)</a:t>
            </a:r>
            <a:endParaRPr lang="en-US" sz="2000"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US" sz="2000" dirty="0">
                <a:latin typeface="Times New Roman" panose="02020603050405020304" pitchFamily="18" charset="0"/>
                <a:cs typeface="Times New Roman" panose="02020603050405020304" pitchFamily="18" charset="0"/>
              </a:rPr>
              <a:t>At the </a:t>
            </a:r>
            <a:r>
              <a:rPr lang="en-US" sz="2000" b="1" dirty="0">
                <a:latin typeface="Times New Roman" panose="02020603050405020304" pitchFamily="18" charset="0"/>
                <a:cs typeface="Times New Roman" panose="02020603050405020304" pitchFamily="18" charset="0"/>
              </a:rPr>
              <a:t>transmitter (Base Station)</a:t>
            </a:r>
            <a:r>
              <a:rPr lang="en-US" sz="2000" dirty="0">
                <a:latin typeface="Times New Roman" panose="02020603050405020304" pitchFamily="18" charset="0"/>
                <a:cs typeface="Times New Roman" panose="02020603050405020304" pitchFamily="18" charset="0"/>
              </a:rPr>
              <a:t>, signals for different users are combined (superimposed) with</a:t>
            </a:r>
            <a:r>
              <a:rPr lang="en-US" sz="2000" b="1" dirty="0">
                <a:latin typeface="Times New Roman" panose="02020603050405020304" pitchFamily="18" charset="0"/>
                <a:cs typeface="Times New Roman" panose="02020603050405020304" pitchFamily="18" charset="0"/>
              </a:rPr>
              <a:t> different power allocation coefficients.</a:t>
            </a:r>
          </a:p>
          <a:p>
            <a:pPr marL="742950" lvl="1" indent="-285750">
              <a:buFont typeface="+mj-lt"/>
              <a:buAutoNum type="arabicPeriod"/>
            </a:pPr>
            <a:r>
              <a:rPr lang="en-US" sz="2000" dirty="0">
                <a:latin typeface="Times New Roman" panose="02020603050405020304" pitchFamily="18" charset="0"/>
                <a:cs typeface="Times New Roman" panose="02020603050405020304" pitchFamily="18" charset="0"/>
              </a:rPr>
              <a:t>Weaker channel users → Higher power.</a:t>
            </a:r>
          </a:p>
          <a:p>
            <a:pPr marL="742950" lvl="1" indent="-285750">
              <a:buFont typeface="+mj-lt"/>
              <a:buAutoNum type="arabicPeriod"/>
            </a:pPr>
            <a:r>
              <a:rPr lang="en-US" sz="2000" dirty="0">
                <a:latin typeface="Times New Roman" panose="02020603050405020304" pitchFamily="18" charset="0"/>
                <a:cs typeface="Times New Roman" panose="02020603050405020304" pitchFamily="18" charset="0"/>
              </a:rPr>
              <a:t>Stronger channel users → Lower power.</a:t>
            </a:r>
          </a:p>
          <a:p>
            <a:pPr>
              <a:buFont typeface="+mj-lt"/>
              <a:buAutoNum type="arabicPeriod"/>
            </a:pPr>
            <a:r>
              <a:rPr lang="en-US" sz="2000" b="1" dirty="0">
                <a:latin typeface="Times New Roman" panose="02020603050405020304" pitchFamily="18" charset="0"/>
                <a:cs typeface="Times New Roman" panose="02020603050405020304" pitchFamily="18" charset="0"/>
              </a:rPr>
              <a:t>Successive Interference Cancellation (SIC)</a:t>
            </a:r>
            <a:endParaRPr lang="en-US" sz="2000"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US" sz="2000" dirty="0">
                <a:latin typeface="Times New Roman" panose="02020603050405020304" pitchFamily="18" charset="0"/>
                <a:cs typeface="Times New Roman" panose="02020603050405020304" pitchFamily="18" charset="0"/>
              </a:rPr>
              <a:t>At the receiver (User Equipment), each user receives the same composite signal.</a:t>
            </a:r>
          </a:p>
          <a:p>
            <a:pPr marL="742950" lvl="1" indent="-285750">
              <a:buFont typeface="+mj-lt"/>
              <a:buAutoNum type="arabicPeriod"/>
            </a:pPr>
            <a:r>
              <a:rPr lang="en-US" sz="2000" dirty="0">
                <a:latin typeface="Times New Roman" panose="02020603050405020304" pitchFamily="18" charset="0"/>
                <a:cs typeface="Times New Roman" panose="02020603050405020304" pitchFamily="18" charset="0"/>
              </a:rPr>
              <a:t>Stronger users perform step-by-step decoding, removing signals of weaker users before decoding their own.</a:t>
            </a:r>
          </a:p>
          <a:p>
            <a:pPr marL="742950" lvl="1" indent="-285750">
              <a:buFont typeface="+mj-lt"/>
              <a:buAutoNum type="arabicPeriod"/>
            </a:pPr>
            <a:r>
              <a:rPr lang="en-US" sz="2000" dirty="0">
                <a:latin typeface="Times New Roman" panose="02020603050405020304" pitchFamily="18" charset="0"/>
                <a:cs typeface="Times New Roman" panose="02020603050405020304" pitchFamily="18" charset="0"/>
              </a:rPr>
              <a:t>Weaker users decode their own signal directly, treating others as interference.</a:t>
            </a:r>
          </a:p>
        </p:txBody>
      </p:sp>
      <p:sp>
        <p:nvSpPr>
          <p:cNvPr id="3" name="Rectangle 2"/>
          <p:cNvSpPr/>
          <p:nvPr/>
        </p:nvSpPr>
        <p:spPr>
          <a:xfrm>
            <a:off x="481584" y="4812018"/>
            <a:ext cx="8205216" cy="1754326"/>
          </a:xfrm>
          <a:prstGeom prst="rect">
            <a:avLst/>
          </a:prstGeom>
          <a:solidFill>
            <a:schemeClr val="accent4">
              <a:lumMod val="40000"/>
              <a:lumOff val="60000"/>
            </a:schemeClr>
          </a:solidFill>
        </p:spPr>
        <p:txBody>
          <a:bodyPr wrap="square">
            <a:spAutoFit/>
          </a:bodyPr>
          <a:lstStyle/>
          <a:p>
            <a:r>
              <a:rPr lang="en-US" b="1" dirty="0">
                <a:latin typeface="Times New Roman" panose="02020603050405020304" pitchFamily="18" charset="0"/>
                <a:cs typeface="Times New Roman" panose="02020603050405020304" pitchFamily="18" charset="0"/>
              </a:rPr>
              <a:t>Limitations of NOMA</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Receiver Complexity</a:t>
            </a:r>
            <a:r>
              <a:rPr lang="en-US" dirty="0">
                <a:latin typeface="Times New Roman" panose="02020603050405020304" pitchFamily="18" charset="0"/>
                <a:cs typeface="Times New Roman" panose="02020603050405020304" pitchFamily="18" charset="0"/>
              </a:rPr>
              <a:t> → SIC requires extra processing, especially for users with many interfering signals.</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Error Propagation</a:t>
            </a:r>
            <a:r>
              <a:rPr lang="en-US" dirty="0">
                <a:latin typeface="Times New Roman" panose="02020603050405020304" pitchFamily="18" charset="0"/>
                <a:cs typeface="Times New Roman" panose="02020603050405020304" pitchFamily="18" charset="0"/>
              </a:rPr>
              <a:t> → If SIC decoding fails for one user, errors may propagate to the next stage.</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Optimal Power Allocation</a:t>
            </a:r>
            <a:r>
              <a:rPr lang="en-US" dirty="0">
                <a:latin typeface="Times New Roman" panose="02020603050405020304" pitchFamily="18" charset="0"/>
                <a:cs typeface="Times New Roman" panose="02020603050405020304" pitchFamily="18" charset="0"/>
              </a:rPr>
              <a:t> → Balancing fairness and efficiency is challenging.</a:t>
            </a:r>
          </a:p>
        </p:txBody>
      </p:sp>
    </p:spTree>
    <p:extLst>
      <p:ext uri="{BB962C8B-B14F-4D97-AF65-F5344CB8AC3E}">
        <p14:creationId xmlns:p14="http://schemas.microsoft.com/office/powerpoint/2010/main" val="21720345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B66AA3B9-70CD-46F7-BEBA-859E5FB6F943}"/>
              </a:ext>
            </a:extLst>
          </p:cNvPr>
          <p:cNvSpPr>
            <a:spLocks noGrp="1"/>
          </p:cNvSpPr>
          <p:nvPr>
            <p:ph type="sldNum" sz="quarter" idx="12"/>
          </p:nvPr>
        </p:nvSpPr>
        <p:spPr/>
        <p:txBody>
          <a:bodyPr/>
          <a:lstStyle/>
          <a:p>
            <a:fld id="{B6F15528-21DE-4FAA-801E-634DDDAF4B2B}" type="slidenum">
              <a:rPr lang="en-US" smtClean="0"/>
              <a:pPr/>
              <a:t>45</a:t>
            </a:fld>
            <a:endParaRPr lang="en-US"/>
          </a:p>
        </p:txBody>
      </p:sp>
      <p:sp>
        <p:nvSpPr>
          <p:cNvPr id="5" name="TextBox 4">
            <a:extLst>
              <a:ext uri="{FF2B5EF4-FFF2-40B4-BE49-F238E27FC236}">
                <a16:creationId xmlns:a16="http://schemas.microsoft.com/office/drawing/2014/main" xmlns="" id="{9E58F78B-98A8-42C2-8686-3AD1766DF6DC}"/>
              </a:ext>
            </a:extLst>
          </p:cNvPr>
          <p:cNvSpPr txBox="1"/>
          <p:nvPr/>
        </p:nvSpPr>
        <p:spPr>
          <a:xfrm>
            <a:off x="76199" y="838934"/>
            <a:ext cx="8839200" cy="1938992"/>
          </a:xfrm>
          <a:prstGeom prst="rect">
            <a:avLst/>
          </a:prstGeom>
          <a:noFill/>
        </p:spPr>
        <p:txBody>
          <a:bodyPr wrap="square" rtlCol="0">
            <a:spAutoFit/>
          </a:bodyPr>
          <a:lstStyle/>
          <a:p>
            <a:pPr marL="342900" indent="-3429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At the transmitter side of downlink NOMA network, as shown in Figure below, the BS transmits the combined signal, which is a superposition of the desired signals of multiple users with different allocated power coefficients, to all mobile users. </a:t>
            </a:r>
          </a:p>
          <a:p>
            <a:pPr marL="342900" indent="-3429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At the receiver of each user, </a:t>
            </a:r>
            <a:r>
              <a:rPr lang="en-US" sz="2000" b="1" dirty="0">
                <a:solidFill>
                  <a:srgbClr val="FF0000"/>
                </a:solidFill>
                <a:latin typeface="Times New Roman" panose="02020603050405020304" pitchFamily="18" charset="0"/>
                <a:cs typeface="Times New Roman" panose="02020603050405020304" pitchFamily="18" charset="0"/>
              </a:rPr>
              <a:t>successive interference cancellation </a:t>
            </a:r>
            <a:r>
              <a:rPr lang="en-US" sz="2000" dirty="0">
                <a:latin typeface="Times New Roman" panose="02020603050405020304" pitchFamily="18" charset="0"/>
                <a:cs typeface="Times New Roman" panose="02020603050405020304" pitchFamily="18" charset="0"/>
              </a:rPr>
              <a:t>(SIC) process is assumed to be performed successively until user’s signal is recovered.</a:t>
            </a:r>
          </a:p>
        </p:txBody>
      </p:sp>
      <p:pic>
        <p:nvPicPr>
          <p:cNvPr id="6" name="Picture 5">
            <a:extLst>
              <a:ext uri="{FF2B5EF4-FFF2-40B4-BE49-F238E27FC236}">
                <a16:creationId xmlns:a16="http://schemas.microsoft.com/office/drawing/2014/main" xmlns="" id="{D80120EA-F9AC-4A0F-AB52-65488D7323B1}"/>
              </a:ext>
            </a:extLst>
          </p:cNvPr>
          <p:cNvPicPr>
            <a:picLocks noChangeAspect="1"/>
          </p:cNvPicPr>
          <p:nvPr/>
        </p:nvPicPr>
        <p:blipFill>
          <a:blip r:embed="rId2"/>
          <a:stretch>
            <a:fillRect/>
          </a:stretch>
        </p:blipFill>
        <p:spPr>
          <a:xfrm>
            <a:off x="609600" y="3003809"/>
            <a:ext cx="7534275" cy="3705225"/>
          </a:xfrm>
          <a:prstGeom prst="rect">
            <a:avLst/>
          </a:prstGeom>
        </p:spPr>
      </p:pic>
      <p:sp>
        <p:nvSpPr>
          <p:cNvPr id="7" name="Rectangle 6">
            <a:extLst>
              <a:ext uri="{FF2B5EF4-FFF2-40B4-BE49-F238E27FC236}">
                <a16:creationId xmlns:a16="http://schemas.microsoft.com/office/drawing/2014/main" xmlns="" id="{4BE5CA15-9E37-4B2D-8C4B-3F656132FCFD}"/>
              </a:ext>
            </a:extLst>
          </p:cNvPr>
          <p:cNvSpPr/>
          <p:nvPr/>
        </p:nvSpPr>
        <p:spPr>
          <a:xfrm>
            <a:off x="1600200" y="86409"/>
            <a:ext cx="6077369" cy="646331"/>
          </a:xfrm>
          <a:prstGeom prst="rect">
            <a:avLst/>
          </a:prstGeom>
          <a:solidFill>
            <a:srgbClr val="FFC000"/>
          </a:solidFill>
        </p:spPr>
        <p:txBody>
          <a:bodyPr wrap="none">
            <a:spAutoFit/>
          </a:bodyPr>
          <a:lstStyle/>
          <a:p>
            <a:r>
              <a:rPr lang="en-US" sz="3600" dirty="0">
                <a:latin typeface="Times New Roman" panose="02020603050405020304" pitchFamily="18" charset="0"/>
                <a:cs typeface="Times New Roman" panose="02020603050405020304" pitchFamily="18" charset="0"/>
              </a:rPr>
              <a:t>Nonorthogonal Multiple Access</a:t>
            </a:r>
          </a:p>
        </p:txBody>
      </p:sp>
    </p:spTree>
    <p:extLst>
      <p:ext uri="{BB962C8B-B14F-4D97-AF65-F5344CB8AC3E}">
        <p14:creationId xmlns:p14="http://schemas.microsoft.com/office/powerpoint/2010/main" val="318522326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F11340BE-B01C-4B90-8A95-138B3028E800}"/>
              </a:ext>
            </a:extLst>
          </p:cNvPr>
          <p:cNvSpPr>
            <a:spLocks noGrp="1"/>
          </p:cNvSpPr>
          <p:nvPr>
            <p:ph type="sldNum" sz="quarter" idx="12"/>
          </p:nvPr>
        </p:nvSpPr>
        <p:spPr/>
        <p:txBody>
          <a:bodyPr/>
          <a:lstStyle/>
          <a:p>
            <a:fld id="{B6F15528-21DE-4FAA-801E-634DDDAF4B2B}" type="slidenum">
              <a:rPr lang="en-US" smtClean="0"/>
              <a:pPr/>
              <a:t>46</a:t>
            </a:fld>
            <a:endParaRPr lang="en-US"/>
          </a:p>
        </p:txBody>
      </p:sp>
      <p:sp>
        <p:nvSpPr>
          <p:cNvPr id="5" name="TextBox 4">
            <a:extLst>
              <a:ext uri="{FF2B5EF4-FFF2-40B4-BE49-F238E27FC236}">
                <a16:creationId xmlns:a16="http://schemas.microsoft.com/office/drawing/2014/main" xmlns="" id="{C5898081-ADAC-4CAA-A1A2-22FB9D28C0F3}"/>
              </a:ext>
            </a:extLst>
          </p:cNvPr>
          <p:cNvSpPr txBox="1"/>
          <p:nvPr/>
        </p:nvSpPr>
        <p:spPr>
          <a:xfrm>
            <a:off x="0" y="852739"/>
            <a:ext cx="8686800" cy="3170099"/>
          </a:xfrm>
          <a:prstGeom prst="rect">
            <a:avLst/>
          </a:prstGeom>
          <a:noFill/>
        </p:spPr>
        <p:txBody>
          <a:bodyPr wrap="square" rtlCol="0">
            <a:spAutoFit/>
          </a:bodyPr>
          <a:lstStyle/>
          <a:p>
            <a:pPr marL="342900" indent="-3429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In Orthogonal Multiple Access (OMA), such as in OFDMA, a specific frequency resource is assigned to each user even it experiences a good or bad channel condition; thus the overall system suffers from low spectral efficiency and throughput. </a:t>
            </a:r>
          </a:p>
          <a:p>
            <a:pPr marL="342900" indent="-3429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In the contrary, in NOMA the same frequency resource is assigned to multiple mobile users, with good and bad channel conditions, at the same time. Hence, the resource assigned for the weak user is also used by the strong user, and the interference can be mitigated through SIC processes at users’ receivers. </a:t>
            </a:r>
          </a:p>
          <a:p>
            <a:pPr marL="342900" indent="-3429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Therefore, the probability of having improved spectral efficiency and a high throughput will be considerably increased as depicted in Figure below.</a:t>
            </a:r>
          </a:p>
        </p:txBody>
      </p:sp>
      <p:pic>
        <p:nvPicPr>
          <p:cNvPr id="6" name="Picture 5">
            <a:extLst>
              <a:ext uri="{FF2B5EF4-FFF2-40B4-BE49-F238E27FC236}">
                <a16:creationId xmlns:a16="http://schemas.microsoft.com/office/drawing/2014/main" xmlns="" id="{666A4339-55D8-485D-8883-7DBAC0424328}"/>
              </a:ext>
            </a:extLst>
          </p:cNvPr>
          <p:cNvPicPr>
            <a:picLocks noChangeAspect="1"/>
          </p:cNvPicPr>
          <p:nvPr/>
        </p:nvPicPr>
        <p:blipFill>
          <a:blip r:embed="rId2"/>
          <a:stretch>
            <a:fillRect/>
          </a:stretch>
        </p:blipFill>
        <p:spPr>
          <a:xfrm>
            <a:off x="2565919" y="4043054"/>
            <a:ext cx="4345795" cy="2510145"/>
          </a:xfrm>
          <a:prstGeom prst="rect">
            <a:avLst/>
          </a:prstGeom>
        </p:spPr>
      </p:pic>
      <p:sp>
        <p:nvSpPr>
          <p:cNvPr id="7" name="Rectangle 6">
            <a:extLst>
              <a:ext uri="{FF2B5EF4-FFF2-40B4-BE49-F238E27FC236}">
                <a16:creationId xmlns:a16="http://schemas.microsoft.com/office/drawing/2014/main" xmlns="" id="{24FDA9D2-7918-4453-B524-0618DBD6D55B}"/>
              </a:ext>
            </a:extLst>
          </p:cNvPr>
          <p:cNvSpPr/>
          <p:nvPr/>
        </p:nvSpPr>
        <p:spPr>
          <a:xfrm>
            <a:off x="2056215" y="161243"/>
            <a:ext cx="5031570" cy="523220"/>
          </a:xfrm>
          <a:prstGeom prst="rect">
            <a:avLst/>
          </a:prstGeom>
          <a:solidFill>
            <a:srgbClr val="FFC000"/>
          </a:solidFill>
        </p:spPr>
        <p:txBody>
          <a:bodyPr wrap="none">
            <a:spAutoFit/>
          </a:bodyPr>
          <a:lstStyle/>
          <a:p>
            <a:r>
              <a:rPr lang="en-US" sz="2800" dirty="0">
                <a:latin typeface="Times New Roman" panose="02020603050405020304" pitchFamily="18" charset="0"/>
                <a:cs typeface="Times New Roman" panose="02020603050405020304" pitchFamily="18" charset="0"/>
              </a:rPr>
              <a:t>Comparison of OMA and NOMA</a:t>
            </a:r>
          </a:p>
        </p:txBody>
      </p:sp>
    </p:spTree>
    <p:extLst>
      <p:ext uri="{BB962C8B-B14F-4D97-AF65-F5344CB8AC3E}">
        <p14:creationId xmlns:p14="http://schemas.microsoft.com/office/powerpoint/2010/main" val="24455187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B4FA047B-3BE9-4FF5-95D4-4D4E958F3109}"/>
              </a:ext>
            </a:extLst>
          </p:cNvPr>
          <p:cNvSpPr>
            <a:spLocks noGrp="1"/>
          </p:cNvSpPr>
          <p:nvPr>
            <p:ph type="sldNum" sz="quarter" idx="12"/>
          </p:nvPr>
        </p:nvSpPr>
        <p:spPr/>
        <p:txBody>
          <a:bodyPr/>
          <a:lstStyle/>
          <a:p>
            <a:fld id="{B6F15528-21DE-4FAA-801E-634DDDAF4B2B}" type="slidenum">
              <a:rPr lang="en-US" smtClean="0"/>
              <a:pPr/>
              <a:t>47</a:t>
            </a:fld>
            <a:endParaRPr lang="en-US"/>
          </a:p>
        </p:txBody>
      </p:sp>
      <p:pic>
        <p:nvPicPr>
          <p:cNvPr id="2" name="Picture 1">
            <a:extLst>
              <a:ext uri="{FF2B5EF4-FFF2-40B4-BE49-F238E27FC236}">
                <a16:creationId xmlns:a16="http://schemas.microsoft.com/office/drawing/2014/main" xmlns="" id="{FC91F11E-E9EE-446F-8455-BDB7FAA3966F}"/>
              </a:ext>
            </a:extLst>
          </p:cNvPr>
          <p:cNvPicPr>
            <a:picLocks noChangeAspect="1"/>
          </p:cNvPicPr>
          <p:nvPr/>
        </p:nvPicPr>
        <p:blipFill>
          <a:blip r:embed="rId2"/>
          <a:stretch>
            <a:fillRect/>
          </a:stretch>
        </p:blipFill>
        <p:spPr>
          <a:xfrm>
            <a:off x="332792" y="222959"/>
            <a:ext cx="7924800" cy="2170062"/>
          </a:xfrm>
          <a:prstGeom prst="rect">
            <a:avLst/>
          </a:prstGeom>
        </p:spPr>
      </p:pic>
      <p:sp>
        <p:nvSpPr>
          <p:cNvPr id="3" name="Rectangle 2">
            <a:extLst>
              <a:ext uri="{FF2B5EF4-FFF2-40B4-BE49-F238E27FC236}">
                <a16:creationId xmlns:a16="http://schemas.microsoft.com/office/drawing/2014/main" xmlns="" id="{33C6F7A5-FDAD-4DCC-B31D-C115C68B2F6B}"/>
              </a:ext>
            </a:extLst>
          </p:cNvPr>
          <p:cNvSpPr/>
          <p:nvPr/>
        </p:nvSpPr>
        <p:spPr>
          <a:xfrm>
            <a:off x="195943" y="2514600"/>
            <a:ext cx="8458200" cy="1323439"/>
          </a:xfrm>
          <a:prstGeom prst="rect">
            <a:avLst/>
          </a:prstGeom>
          <a:solidFill>
            <a:srgbClr val="CCECFF"/>
          </a:solid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Two users are served at the same time, frequency and code, where the transmit power for user 1 and 2 are </a:t>
            </a:r>
            <a:r>
              <a:rPr lang="en-US" sz="2000" i="1" dirty="0">
                <a:latin typeface="Times New Roman" panose="02020603050405020304" pitchFamily="18" charset="0"/>
                <a:cs typeface="Times New Roman" panose="02020603050405020304" pitchFamily="18" charset="0"/>
              </a:rPr>
              <a:t>P</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and </a:t>
            </a:r>
            <a:r>
              <a:rPr lang="en-US" sz="2000" i="1" dirty="0">
                <a:latin typeface="Times New Roman" panose="02020603050405020304" pitchFamily="18" charset="0"/>
                <a:cs typeface="Times New Roman" panose="02020603050405020304" pitchFamily="18" charset="0"/>
              </a:rPr>
              <a:t>P</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respectively and corresponding channel gains are </a:t>
            </a:r>
            <a:r>
              <a:rPr lang="en-US" sz="2000" i="1"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and </a:t>
            </a:r>
            <a:r>
              <a:rPr lang="en-US" sz="2000" i="1"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Here user-1 is near user needs less transmit power from BS  </a:t>
            </a:r>
            <a:r>
              <a:rPr lang="en-US" sz="2000" i="1" dirty="0">
                <a:latin typeface="Times New Roman" panose="02020603050405020304" pitchFamily="18" charset="0"/>
                <a:cs typeface="Times New Roman" panose="02020603050405020304" pitchFamily="18" charset="0"/>
              </a:rPr>
              <a:t>P</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&lt; </a:t>
            </a:r>
            <a:r>
              <a:rPr lang="en-US" sz="2000" i="1" dirty="0">
                <a:latin typeface="Times New Roman" panose="02020603050405020304" pitchFamily="18" charset="0"/>
                <a:cs typeface="Times New Roman" panose="02020603050405020304" pitchFamily="18" charset="0"/>
              </a:rPr>
              <a:t>P</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and has higher channel gain </a:t>
            </a:r>
            <a:r>
              <a:rPr lang="en-US" sz="2000" i="1"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&gt;</a:t>
            </a:r>
            <a:r>
              <a:rPr lang="en-US" sz="2000" i="1"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101F45B2-81C0-4607-A445-F62067B95DD2}"/>
                  </a:ext>
                </a:extLst>
              </p:cNvPr>
              <p:cNvSpPr txBox="1"/>
              <p:nvPr/>
            </p:nvSpPr>
            <p:spPr>
              <a:xfrm>
                <a:off x="195943" y="4267200"/>
                <a:ext cx="8567057" cy="1871153"/>
              </a:xfrm>
              <a:prstGeom prst="rect">
                <a:avLst/>
              </a:prstGeom>
              <a:solidFill>
                <a:srgbClr val="CCECFF"/>
              </a:solidFill>
            </p:spPr>
            <p:txBody>
              <a:bodyPr wrap="square" rtlCol="0">
                <a:spAutoFit/>
              </a:bodyPr>
              <a:lstStyle/>
              <a:p>
                <a:r>
                  <a:rPr lang="en-US" dirty="0">
                    <a:latin typeface="Times New Roman" panose="02020603050405020304" pitchFamily="18" charset="0"/>
                    <a:cs typeface="Times New Roman" panose="02020603050405020304" pitchFamily="18" charset="0"/>
                  </a:rPr>
                  <a:t>The received signal of user 1 under </a:t>
                </a:r>
                <a:r>
                  <a:rPr lang="en-US" dirty="0" err="1" smtClean="0">
                    <a:latin typeface="Times New Roman" panose="02020603050405020304" pitchFamily="18" charset="0"/>
                    <a:cs typeface="Times New Roman" panose="02020603050405020304" pitchFamily="18" charset="0"/>
                  </a:rPr>
                  <a:t>awgn</a:t>
                </a:r>
                <a:r>
                  <a:rPr lang="en-US" dirty="0" smtClean="0">
                    <a:latin typeface="Times New Roman" panose="02020603050405020304" pitchFamily="18" charset="0"/>
                    <a:cs typeface="Times New Roman" panose="02020603050405020304" pitchFamily="18" charset="0"/>
                  </a:rPr>
                  <a:t>(</a:t>
                </a:r>
                <a:r>
                  <a:rPr lang="en-US" dirty="0"/>
                  <a:t>Additive White Gaussian </a:t>
                </a:r>
                <a:r>
                  <a:rPr lang="en-US" dirty="0" smtClean="0"/>
                  <a:t>Noise)</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is,</a:t>
                </a:r>
              </a:p>
              <a:p>
                <a:pPr algn="r"/>
                <a:r>
                  <a:rPr lang="en-US" dirty="0">
                    <a:latin typeface="Times New Roman" panose="02020603050405020304" pitchFamily="18" charset="0"/>
                    <a:cs typeface="Times New Roman" panose="02020603050405020304" pitchFamily="18" charset="0"/>
                  </a:rPr>
                  <a:t>                             </a:t>
                </a:r>
                <a14:m>
                  <m:oMath xmlns:m="http://schemas.openxmlformats.org/officeDocument/2006/math">
                    <m:r>
                      <a:rPr lang="en-US" i="1" smtClean="0">
                        <a:latin typeface="Cambria Math" panose="02040503050406030204" pitchFamily="18" charset="0"/>
                      </a:rPr>
                      <m:t>𝑦</m:t>
                    </m:r>
                    <m:r>
                      <a:rPr lang="en-US" b="0" i="1" baseline="-25000" smtClean="0">
                        <a:latin typeface="Cambria Math" panose="02040503050406030204" pitchFamily="18" charset="0"/>
                      </a:rPr>
                      <m:t>1</m:t>
                    </m:r>
                    <m:r>
                      <a:rPr lang="en-US" i="1">
                        <a:latin typeface="Cambria Math" panose="02040503050406030204" pitchFamily="18" charset="0"/>
                      </a:rPr>
                      <m:t>=</m:t>
                    </m:r>
                    <m:rad>
                      <m:radPr>
                        <m:degHide m:val="on"/>
                        <m:ctrlPr>
                          <a:rPr lang="en-US" b="0" i="1" smtClean="0">
                            <a:latin typeface="Cambria Math" panose="02040503050406030204" pitchFamily="18" charset="0"/>
                          </a:rPr>
                        </m:ctrlPr>
                      </m:radPr>
                      <m:deg/>
                      <m:e>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1</m:t>
                            </m:r>
                          </m:sub>
                        </m:sSub>
                      </m:e>
                    </m:rad>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rad>
                      <m:radPr>
                        <m:degHide m:val="on"/>
                        <m:ctrlPr>
                          <a:rPr lang="en-US" i="1">
                            <a:latin typeface="Cambria Math" panose="02040503050406030204" pitchFamily="18" charset="0"/>
                          </a:rPr>
                        </m:ctrlPr>
                      </m:radPr>
                      <m:deg/>
                      <m:e>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b="0" i="1" smtClean="0">
                                <a:latin typeface="Cambria Math" panose="02040503050406030204" pitchFamily="18" charset="0"/>
                              </a:rPr>
                              <m:t>2</m:t>
                            </m:r>
                          </m:sub>
                        </m:sSub>
                      </m:e>
                    </m:rad>
                    <m:sSub>
                      <m:sSubPr>
                        <m:ctrlPr>
                          <a:rPr lang="en-US" i="1">
                            <a:latin typeface="Cambria Math" panose="02040503050406030204" pitchFamily="18" charset="0"/>
                          </a:rPr>
                        </m:ctrlPr>
                      </m:sSubPr>
                      <m:e>
                        <m:r>
                          <a:rPr lang="en-US" i="1">
                            <a:latin typeface="Cambria Math" panose="02040503050406030204" pitchFamily="18" charset="0"/>
                          </a:rPr>
                          <m:t>h</m:t>
                        </m:r>
                      </m:e>
                      <m:sub>
                        <m:r>
                          <a:rPr lang="en-US" b="0" i="1" smtClean="0">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oMath>
                </a14:m>
                <a:r>
                  <a:rPr lang="en-US" dirty="0">
                    <a:latin typeface="Times New Roman" panose="02020603050405020304" pitchFamily="18" charset="0"/>
                    <a:cs typeface="Times New Roman" panose="02020603050405020304" pitchFamily="18" charset="0"/>
                  </a:rPr>
                  <a:t>   			(1)</a:t>
                </a:r>
              </a:p>
              <a:p>
                <a:r>
                  <a:rPr lang="en-US" dirty="0">
                    <a:latin typeface="Times New Roman" panose="02020603050405020304" pitchFamily="18" charset="0"/>
                    <a:cs typeface="Times New Roman" panose="02020603050405020304" pitchFamily="18" charset="0"/>
                  </a:rPr>
                  <a:t>The received signal of user 2 under </a:t>
                </a:r>
                <a:r>
                  <a:rPr lang="en-US" dirty="0" err="1">
                    <a:latin typeface="Times New Roman" panose="02020603050405020304" pitchFamily="18" charset="0"/>
                    <a:cs typeface="Times New Roman" panose="02020603050405020304" pitchFamily="18" charset="0"/>
                  </a:rPr>
                  <a:t>awgn</a:t>
                </a:r>
                <a:r>
                  <a:rPr lang="en-US" dirty="0">
                    <a:latin typeface="Times New Roman" panose="02020603050405020304" pitchFamily="18" charset="0"/>
                    <a:cs typeface="Times New Roman" panose="02020603050405020304" pitchFamily="18" charset="0"/>
                  </a:rPr>
                  <a:t> is,</a:t>
                </a:r>
              </a:p>
              <a:p>
                <a:pPr algn="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2</m:t>
                        </m:r>
                      </m:sub>
                    </m:sSub>
                    <m:r>
                      <a:rPr lang="en-US" i="1">
                        <a:latin typeface="Cambria Math" panose="02040503050406030204" pitchFamily="18" charset="0"/>
                      </a:rPr>
                      <m:t>=</m:t>
                    </m:r>
                    <m:rad>
                      <m:radPr>
                        <m:degHide m:val="on"/>
                        <m:ctrlPr>
                          <a:rPr lang="en-US" i="1">
                            <a:latin typeface="Cambria Math" panose="02040503050406030204" pitchFamily="18" charset="0"/>
                          </a:rPr>
                        </m:ctrlPr>
                      </m:radPr>
                      <m:deg/>
                      <m:e>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2</m:t>
                            </m:r>
                          </m:sub>
                        </m:sSub>
                      </m:e>
                    </m:rad>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m:t>
                    </m:r>
                    <m:rad>
                      <m:radPr>
                        <m:degHide m:val="on"/>
                        <m:ctrlPr>
                          <a:rPr lang="en-US" i="1">
                            <a:latin typeface="Cambria Math" panose="02040503050406030204" pitchFamily="18" charset="0"/>
                          </a:rPr>
                        </m:ctrlPr>
                      </m:radPr>
                      <m:deg/>
                      <m:e>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1</m:t>
                            </m:r>
                          </m:sub>
                        </m:sSub>
                      </m:e>
                    </m:rad>
                    <m:sSub>
                      <m:sSubPr>
                        <m:ctrlPr>
                          <a:rPr lang="en-US" i="1">
                            <a:latin typeface="Cambria Math" panose="02040503050406030204" pitchFamily="18" charset="0"/>
                          </a:rPr>
                        </m:ctrlPr>
                      </m:sSubPr>
                      <m:e>
                        <m:r>
                          <a:rPr lang="en-US" i="1">
                            <a:latin typeface="Cambria Math" panose="02040503050406030204" pitchFamily="18" charset="0"/>
                          </a:rPr>
                          <m:t>h</m:t>
                        </m:r>
                      </m:e>
                      <m:sub>
                        <m:r>
                          <a:rPr lang="en-US" b="0" i="1" smtClean="0">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b="0" i="1" smtClean="0">
                            <a:latin typeface="Cambria Math" panose="02040503050406030204" pitchFamily="18" charset="0"/>
                          </a:rPr>
                          <m:t>2</m:t>
                        </m:r>
                      </m:sub>
                    </m:sSub>
                  </m:oMath>
                </a14:m>
                <a:r>
                  <a:rPr lang="en-US" dirty="0">
                    <a:latin typeface="Times New Roman" panose="02020603050405020304" pitchFamily="18" charset="0"/>
                    <a:cs typeface="Times New Roman" panose="02020603050405020304" pitchFamily="18" charset="0"/>
                  </a:rPr>
                  <a:t>   			(2)</a:t>
                </a:r>
              </a:p>
              <a:p>
                <a:r>
                  <a:rPr lang="en-US" dirty="0">
                    <a:latin typeface="Times New Roman" panose="02020603050405020304" pitchFamily="18" charset="0"/>
                    <a:cs typeface="Times New Roman" panose="02020603050405020304" pitchFamily="18" charset="0"/>
                  </a:rPr>
                  <a:t>Where </a:t>
                </a:r>
                <a:r>
                  <a:rPr lang="en-US" i="1" dirty="0">
                    <a:latin typeface="Times New Roman" panose="02020603050405020304" pitchFamily="18" charset="0"/>
                    <a:cs typeface="Times New Roman" panose="02020603050405020304" pitchFamily="18" charset="0"/>
                  </a:rPr>
                  <a:t>w</a:t>
                </a:r>
                <a:r>
                  <a:rPr lang="en-US" baseline="-25000"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and </a:t>
                </a:r>
                <a:r>
                  <a:rPr lang="en-US" i="1" dirty="0">
                    <a:latin typeface="Times New Roman" panose="02020603050405020304" pitchFamily="18" charset="0"/>
                    <a:cs typeface="Times New Roman" panose="02020603050405020304" pitchFamily="18" charset="0"/>
                  </a:rPr>
                  <a:t>w</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are the received noise of user-1 and 2 and </a:t>
                </a:r>
                <a:r>
                  <a:rPr lang="en-US" i="1" dirty="0">
                    <a:latin typeface="Times New Roman" panose="02020603050405020304" pitchFamily="18" charset="0"/>
                    <a:cs typeface="Times New Roman" panose="02020603050405020304" pitchFamily="18" charset="0"/>
                  </a:rPr>
                  <a:t>x</a:t>
                </a:r>
                <a:r>
                  <a:rPr lang="en-US" baseline="-25000"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and </a:t>
                </a:r>
                <a:r>
                  <a:rPr lang="en-US" i="1" dirty="0">
                    <a:latin typeface="Times New Roman" panose="02020603050405020304" pitchFamily="18" charset="0"/>
                    <a:cs typeface="Times New Roman" panose="02020603050405020304" pitchFamily="18" charset="0"/>
                  </a:rPr>
                  <a:t>x</a:t>
                </a:r>
                <a:r>
                  <a:rPr lang="en-US" baseline="-25000" dirty="0">
                    <a:latin typeface="Times New Roman" panose="02020603050405020304" pitchFamily="18" charset="0"/>
                    <a:cs typeface="Times New Roman" panose="02020603050405020304" pitchFamily="18" charset="0"/>
                  </a:rPr>
                  <a:t>2 </a:t>
                </a:r>
                <a:r>
                  <a:rPr lang="en-US" dirty="0">
                    <a:latin typeface="Times New Roman" panose="02020603050405020304" pitchFamily="18" charset="0"/>
                    <a:cs typeface="Times New Roman" panose="02020603050405020304" pitchFamily="18" charset="0"/>
                  </a:rPr>
                  <a:t>are the symbol from constellation of corresponding user. </a:t>
                </a:r>
              </a:p>
            </p:txBody>
          </p:sp>
        </mc:Choice>
        <mc:Fallback xmlns="">
          <p:sp>
            <p:nvSpPr>
              <p:cNvPr id="5" name="TextBox 4">
                <a:extLst>
                  <a:ext uri="{FF2B5EF4-FFF2-40B4-BE49-F238E27FC236}">
                    <a16:creationId xmlns:a16="http://schemas.microsoft.com/office/drawing/2014/main" xmlns:a14="http://schemas.microsoft.com/office/drawing/2010/main" xmlns="" id="{101F45B2-81C0-4607-A445-F62067B95DD2}"/>
                  </a:ext>
                </a:extLst>
              </p:cNvPr>
              <p:cNvSpPr txBox="1">
                <a:spLocks noRot="1" noChangeAspect="1" noMove="1" noResize="1" noEditPoints="1" noAdjustHandles="1" noChangeArrowheads="1" noChangeShapeType="1" noTextEdit="1"/>
              </p:cNvSpPr>
              <p:nvPr/>
            </p:nvSpPr>
            <p:spPr>
              <a:xfrm>
                <a:off x="195943" y="4267200"/>
                <a:ext cx="8567057" cy="1871153"/>
              </a:xfrm>
              <a:prstGeom prst="rect">
                <a:avLst/>
              </a:prstGeom>
              <a:blipFill rotWithShape="0">
                <a:blip r:embed="rId3"/>
                <a:stretch>
                  <a:fillRect l="-569" t="-1954" r="-569" b="-4235"/>
                </a:stretch>
              </a:blipFill>
            </p:spPr>
            <p:txBody>
              <a:bodyPr/>
              <a:lstStyle/>
              <a:p>
                <a:r>
                  <a:rPr lang="en-US">
                    <a:noFill/>
                  </a:rPr>
                  <a:t> </a:t>
                </a:r>
              </a:p>
            </p:txBody>
          </p:sp>
        </mc:Fallback>
      </mc:AlternateContent>
    </p:spTree>
    <p:extLst>
      <p:ext uri="{BB962C8B-B14F-4D97-AF65-F5344CB8AC3E}">
        <p14:creationId xmlns:p14="http://schemas.microsoft.com/office/powerpoint/2010/main" val="37966603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62D4320F-3AF2-468B-BB9F-311DDCC1A9DC}"/>
              </a:ext>
            </a:extLst>
          </p:cNvPr>
          <p:cNvSpPr>
            <a:spLocks noGrp="1"/>
          </p:cNvSpPr>
          <p:nvPr>
            <p:ph type="sldNum" sz="quarter" idx="12"/>
          </p:nvPr>
        </p:nvSpPr>
        <p:spPr/>
        <p:txBody>
          <a:bodyPr/>
          <a:lstStyle/>
          <a:p>
            <a:fld id="{B6F15528-21DE-4FAA-801E-634DDDAF4B2B}" type="slidenum">
              <a:rPr lang="en-US" smtClean="0"/>
              <a:pPr/>
              <a:t>48</a:t>
            </a:fld>
            <a:endParaRPr lang="en-US"/>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xmlns="" id="{FEA77DBE-B222-403A-9D9D-2231CA7B4A92}"/>
                  </a:ext>
                </a:extLst>
              </p:cNvPr>
              <p:cNvSpPr/>
              <p:nvPr/>
            </p:nvSpPr>
            <p:spPr>
              <a:xfrm>
                <a:off x="190500" y="304800"/>
                <a:ext cx="8763000" cy="2542043"/>
              </a:xfrm>
              <a:prstGeom prst="rect">
                <a:avLst/>
              </a:prstGeom>
              <a:solidFill>
                <a:srgbClr val="CCECFF"/>
              </a:solidFill>
            </p:spPr>
            <p:txBody>
              <a:bodyPr wrap="square">
                <a:spAutoFit/>
              </a:bodyPr>
              <a:lstStyle/>
              <a:p>
                <a:pPr algn="just"/>
                <a:r>
                  <a:rPr lang="en-US" sz="2400" dirty="0" smtClean="0">
                    <a:latin typeface="Times New Roman" panose="02020603050405020304" pitchFamily="18" charset="0"/>
                    <a:cs typeface="Times New Roman" panose="02020603050405020304" pitchFamily="18" charset="0"/>
                  </a:rPr>
                  <a:t>The received signal of user 2 under </a:t>
                </a:r>
                <a:r>
                  <a:rPr lang="en-US" sz="2400" dirty="0" err="1">
                    <a:latin typeface="Times New Roman" panose="02020603050405020304" pitchFamily="18" charset="0"/>
                    <a:cs typeface="Times New Roman" panose="02020603050405020304" pitchFamily="18" charset="0"/>
                  </a:rPr>
                  <a:t>awgn</a:t>
                </a:r>
                <a:r>
                  <a:rPr lang="en-US" sz="2400" dirty="0">
                    <a:latin typeface="Times New Roman" panose="02020603050405020304" pitchFamily="18" charset="0"/>
                    <a:cs typeface="Times New Roman" panose="02020603050405020304" pitchFamily="18" charset="0"/>
                  </a:rPr>
                  <a:t> is,</a:t>
                </a:r>
              </a:p>
              <a:p>
                <a:pPr algn="just"/>
                <a:r>
                  <a:rPr lang="en-US" sz="2400" dirty="0">
                    <a:latin typeface="Times New Roman" panose="02020603050405020304" pitchFamily="18" charset="0"/>
                    <a:cs typeface="Times New Roman" panose="02020603050405020304" pitchFamily="18" charset="0"/>
                  </a:rPr>
                  <a:t> </a:t>
                </a:r>
                <a14:m>
                  <m:oMath xmlns:m="http://schemas.openxmlformats.org/officeDocument/2006/math">
                    <m:r>
                      <a:rPr lang="en-US" sz="2400" b="0" i="0" smtClean="0">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2</m:t>
                        </m:r>
                      </m:sub>
                    </m:sSub>
                    <m:r>
                      <a:rPr lang="en-US" sz="2400" i="1">
                        <a:latin typeface="Cambria Math" panose="02040503050406030204" pitchFamily="18" charset="0"/>
                      </a:rPr>
                      <m:t>=</m:t>
                    </m:r>
                    <m:rad>
                      <m:radPr>
                        <m:degHide m:val="on"/>
                        <m:ctrlPr>
                          <a:rPr lang="en-US" sz="2400" i="1">
                            <a:latin typeface="Cambria Math" panose="02040503050406030204" pitchFamily="18" charset="0"/>
                          </a:rPr>
                        </m:ctrlPr>
                      </m:radPr>
                      <m:deg/>
                      <m:e>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2</m:t>
                            </m:r>
                          </m:sub>
                        </m:sSub>
                      </m:e>
                    </m:rad>
                    <m:sSub>
                      <m:sSubPr>
                        <m:ctrlPr>
                          <a:rPr lang="en-US" sz="2400" i="1">
                            <a:latin typeface="Cambria Math" panose="02040503050406030204" pitchFamily="18" charset="0"/>
                          </a:rPr>
                        </m:ctrlPr>
                      </m:sSubPr>
                      <m:e>
                        <m:r>
                          <a:rPr lang="en-US" sz="2400" i="1">
                            <a:latin typeface="Cambria Math" panose="02040503050406030204" pitchFamily="18" charset="0"/>
                          </a:rPr>
                          <m:t>h</m:t>
                        </m:r>
                      </m:e>
                      <m:sub>
                        <m:r>
                          <a:rPr lang="en-US" sz="2400" i="1">
                            <a:latin typeface="Cambria Math" panose="02040503050406030204" pitchFamily="18" charset="0"/>
                          </a:rPr>
                          <m:t>2</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2</m:t>
                        </m:r>
                      </m:sub>
                    </m:sSub>
                    <m:r>
                      <a:rPr lang="en-US" sz="2400" i="1">
                        <a:latin typeface="Cambria Math" panose="02040503050406030204" pitchFamily="18" charset="0"/>
                      </a:rPr>
                      <m:t>+</m:t>
                    </m:r>
                    <m:rad>
                      <m:radPr>
                        <m:degHide m:val="on"/>
                        <m:ctrlPr>
                          <a:rPr lang="en-US" sz="2400" i="1">
                            <a:latin typeface="Cambria Math" panose="02040503050406030204" pitchFamily="18" charset="0"/>
                          </a:rPr>
                        </m:ctrlPr>
                      </m:radPr>
                      <m:deg/>
                      <m:e>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1</m:t>
                            </m:r>
                          </m:sub>
                        </m:sSub>
                      </m:e>
                    </m:rad>
                    <m:sSub>
                      <m:sSubPr>
                        <m:ctrlPr>
                          <a:rPr lang="en-US" sz="2400" i="1">
                            <a:latin typeface="Cambria Math" panose="02040503050406030204" pitchFamily="18" charset="0"/>
                          </a:rPr>
                        </m:ctrlPr>
                      </m:sSubPr>
                      <m:e>
                        <m:r>
                          <a:rPr lang="en-US" sz="2400" i="1">
                            <a:latin typeface="Cambria Math" panose="02040503050406030204" pitchFamily="18" charset="0"/>
                          </a:rPr>
                          <m:t>h</m:t>
                        </m:r>
                      </m:e>
                      <m:sub>
                        <m:r>
                          <a:rPr lang="en-US" sz="2400" b="0" i="1" smtClean="0">
                            <a:latin typeface="Cambria Math" panose="02040503050406030204" pitchFamily="18" charset="0"/>
                          </a:rPr>
                          <m:t>2</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2</m:t>
                        </m:r>
                      </m:sub>
                    </m:sSub>
                  </m:oMath>
                </a14:m>
                <a:r>
                  <a:rPr lang="en-US" sz="2400" dirty="0">
                    <a:latin typeface="Times New Roman" panose="02020603050405020304" pitchFamily="18" charset="0"/>
                    <a:cs typeface="Times New Roman" panose="02020603050405020304" pitchFamily="18" charset="0"/>
                  </a:rPr>
                  <a:t> </a:t>
                </a:r>
              </a:p>
              <a:p>
                <a:pPr algn="just"/>
                <a:r>
                  <a:rPr lang="en-US" sz="2400" dirty="0">
                    <a:latin typeface="Times New Roman" panose="02020603050405020304" pitchFamily="18" charset="0"/>
                    <a:cs typeface="Times New Roman" panose="02020603050405020304" pitchFamily="18" charset="0"/>
                  </a:rPr>
                  <a:t>For far user i.e. user-2 the term </a:t>
                </a:r>
                <a14:m>
                  <m:oMath xmlns:m="http://schemas.openxmlformats.org/officeDocument/2006/math">
                    <m:rad>
                      <m:radPr>
                        <m:degHide m:val="on"/>
                        <m:ctrlPr>
                          <a:rPr lang="en-US" sz="2400" i="1">
                            <a:latin typeface="Cambria Math" panose="02040503050406030204" pitchFamily="18" charset="0"/>
                          </a:rPr>
                        </m:ctrlPr>
                      </m:radPr>
                      <m:deg/>
                      <m:e>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1</m:t>
                            </m:r>
                          </m:sub>
                        </m:sSub>
                      </m:e>
                    </m:rad>
                    <m:sSub>
                      <m:sSubPr>
                        <m:ctrlPr>
                          <a:rPr lang="en-US" sz="2400" i="1">
                            <a:latin typeface="Cambria Math" panose="02040503050406030204" pitchFamily="18" charset="0"/>
                          </a:rPr>
                        </m:ctrlPr>
                      </m:sSubPr>
                      <m:e>
                        <m:r>
                          <a:rPr lang="en-US" sz="2400" i="1">
                            <a:latin typeface="Cambria Math" panose="02040503050406030204" pitchFamily="18" charset="0"/>
                          </a:rPr>
                          <m:t>h</m:t>
                        </m:r>
                      </m:e>
                      <m:sub>
                        <m:r>
                          <a:rPr lang="en-US" sz="2400" b="0" i="1" smtClean="0">
                            <a:latin typeface="Cambria Math" panose="02040503050406030204" pitchFamily="18" charset="0"/>
                          </a:rPr>
                          <m:t>2</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1</m:t>
                        </m:r>
                      </m:sub>
                    </m:sSub>
                  </m:oMath>
                </a14:m>
                <a:r>
                  <a:rPr lang="en-US" sz="2400" dirty="0">
                    <a:latin typeface="Times New Roman" panose="02020603050405020304" pitchFamily="18" charset="0"/>
                    <a:cs typeface="Times New Roman" panose="02020603050405020304" pitchFamily="18" charset="0"/>
                  </a:rPr>
                  <a:t> is negligible like noise, since </a:t>
                </a:r>
                <a:r>
                  <a:rPr lang="en-US" sz="2400" i="1" dirty="0">
                    <a:latin typeface="Times New Roman" panose="02020603050405020304" pitchFamily="18" charset="0"/>
                    <a:cs typeface="Times New Roman" panose="02020603050405020304" pitchFamily="18" charset="0"/>
                  </a:rPr>
                  <a:t>P</a:t>
                </a:r>
                <a:r>
                  <a:rPr lang="en-US" sz="2400" baseline="-250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&lt; </a:t>
                </a:r>
                <a:r>
                  <a:rPr lang="en-US" sz="2400" i="1" dirty="0">
                    <a:latin typeface="Times New Roman" panose="02020603050405020304" pitchFamily="18" charset="0"/>
                    <a:cs typeface="Times New Roman" panose="02020603050405020304" pitchFamily="18" charset="0"/>
                  </a:rPr>
                  <a:t>P</a:t>
                </a:r>
                <a:r>
                  <a:rPr lang="en-US" sz="2400" baseline="-25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and path length is long enough to make the channel gain </a:t>
                </a:r>
                <a:r>
                  <a:rPr lang="en-US" sz="2400" i="1" dirty="0">
                    <a:latin typeface="Times New Roman" panose="02020603050405020304" pitchFamily="18" charset="0"/>
                    <a:cs typeface="Times New Roman" panose="02020603050405020304" pitchFamily="18" charset="0"/>
                  </a:rPr>
                  <a:t>h</a:t>
                </a:r>
                <a:r>
                  <a:rPr lang="en-US" sz="2400" baseline="-25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very small.  Therefore we can write the equation as,</a:t>
                </a:r>
              </a:p>
              <a:p>
                <a:pPr algn="just"/>
                <a:r>
                  <a:rPr lang="en-US" sz="24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2</m:t>
                        </m:r>
                      </m:sub>
                    </m:sSub>
                    <m:r>
                      <a:rPr lang="en-US" sz="2400" i="1">
                        <a:latin typeface="Cambria Math" panose="02040503050406030204" pitchFamily="18" charset="0"/>
                      </a:rPr>
                      <m:t>=</m:t>
                    </m:r>
                    <m:rad>
                      <m:radPr>
                        <m:degHide m:val="on"/>
                        <m:ctrlPr>
                          <a:rPr lang="en-US" sz="2400" i="1">
                            <a:latin typeface="Cambria Math" panose="02040503050406030204" pitchFamily="18" charset="0"/>
                          </a:rPr>
                        </m:ctrlPr>
                      </m:radPr>
                      <m:deg/>
                      <m:e>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2</m:t>
                            </m:r>
                          </m:sub>
                        </m:sSub>
                      </m:e>
                    </m:rad>
                    <m:sSub>
                      <m:sSubPr>
                        <m:ctrlPr>
                          <a:rPr lang="en-US" sz="2400" i="1">
                            <a:latin typeface="Cambria Math" panose="02040503050406030204" pitchFamily="18" charset="0"/>
                          </a:rPr>
                        </m:ctrlPr>
                      </m:sSubPr>
                      <m:e>
                        <m:r>
                          <a:rPr lang="en-US" sz="2400" i="1">
                            <a:latin typeface="Cambria Math" panose="02040503050406030204" pitchFamily="18" charset="0"/>
                          </a:rPr>
                          <m:t>h</m:t>
                        </m:r>
                      </m:e>
                      <m:sub>
                        <m:r>
                          <a:rPr lang="en-US" sz="2400" i="1">
                            <a:latin typeface="Cambria Math" panose="02040503050406030204" pitchFamily="18" charset="0"/>
                          </a:rPr>
                          <m:t>2</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2</m:t>
                        </m:r>
                      </m:sub>
                    </m:sSub>
                    <m:r>
                      <a:rPr lang="en-US" sz="2400" i="1">
                        <a:latin typeface="Cambria Math" panose="02040503050406030204" pitchFamily="18" charset="0"/>
                      </a:rPr>
                      <m:t>+</m:t>
                    </m:r>
                    <m:d>
                      <m:dPr>
                        <m:ctrlPr>
                          <a:rPr lang="en-US" sz="2400" b="0" i="1" smtClean="0">
                            <a:latin typeface="Cambria Math" panose="02040503050406030204" pitchFamily="18" charset="0"/>
                          </a:rPr>
                        </m:ctrlPr>
                      </m:dPr>
                      <m:e>
                        <m:rad>
                          <m:radPr>
                            <m:degHide m:val="on"/>
                            <m:ctrlPr>
                              <a:rPr lang="en-US" sz="2400" i="1">
                                <a:latin typeface="Cambria Math" panose="02040503050406030204" pitchFamily="18" charset="0"/>
                              </a:rPr>
                            </m:ctrlPr>
                          </m:radPr>
                          <m:deg/>
                          <m:e>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1</m:t>
                                </m:r>
                              </m:sub>
                            </m:sSub>
                          </m:e>
                        </m:rad>
                        <m:sSub>
                          <m:sSubPr>
                            <m:ctrlPr>
                              <a:rPr lang="en-US" sz="2400" i="1">
                                <a:latin typeface="Cambria Math" panose="02040503050406030204" pitchFamily="18" charset="0"/>
                              </a:rPr>
                            </m:ctrlPr>
                          </m:sSubPr>
                          <m:e>
                            <m:r>
                              <a:rPr lang="en-US" sz="2400" i="1">
                                <a:latin typeface="Cambria Math" panose="02040503050406030204" pitchFamily="18" charset="0"/>
                              </a:rPr>
                              <m:t>h</m:t>
                            </m:r>
                          </m:e>
                          <m:sub>
                            <m:r>
                              <a:rPr lang="en-US" sz="2400" i="1">
                                <a:latin typeface="Cambria Math" panose="02040503050406030204" pitchFamily="18" charset="0"/>
                              </a:rPr>
                              <m:t>2</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2</m:t>
                            </m:r>
                          </m:sub>
                        </m:sSub>
                      </m:e>
                    </m:d>
                    <m:r>
                      <a:rPr lang="en-US" sz="2400" b="0" i="1" smtClean="0">
                        <a:latin typeface="Cambria Math" panose="02040503050406030204" pitchFamily="18" charset="0"/>
                      </a:rPr>
                      <m:t>= </m:t>
                    </m:r>
                    <m:rad>
                      <m:radPr>
                        <m:degHide m:val="on"/>
                        <m:ctrlPr>
                          <a:rPr lang="en-US" sz="2400" i="1">
                            <a:latin typeface="Cambria Math" panose="02040503050406030204" pitchFamily="18" charset="0"/>
                          </a:rPr>
                        </m:ctrlPr>
                      </m:radPr>
                      <m:deg/>
                      <m:e>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2</m:t>
                            </m:r>
                          </m:sub>
                        </m:sSub>
                      </m:e>
                    </m:rad>
                    <m:sSub>
                      <m:sSubPr>
                        <m:ctrlPr>
                          <a:rPr lang="en-US" sz="2400" i="1">
                            <a:latin typeface="Cambria Math" panose="02040503050406030204" pitchFamily="18" charset="0"/>
                          </a:rPr>
                        </m:ctrlPr>
                      </m:sSubPr>
                      <m:e>
                        <m:r>
                          <a:rPr lang="en-US" sz="2400" i="1">
                            <a:latin typeface="Cambria Math" panose="02040503050406030204" pitchFamily="18" charset="0"/>
                          </a:rPr>
                          <m:t>h</m:t>
                        </m:r>
                      </m:e>
                      <m:sub>
                        <m:r>
                          <a:rPr lang="en-US" sz="2400" i="1">
                            <a:latin typeface="Cambria Math" panose="02040503050406030204" pitchFamily="18" charset="0"/>
                          </a:rPr>
                          <m:t>2</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2</m:t>
                        </m:r>
                      </m:sub>
                    </m:sSub>
                    <m:r>
                      <a:rPr lang="en-US" sz="2400" i="1">
                        <a:latin typeface="Cambria Math" panose="02040503050406030204" pitchFamily="18" charset="0"/>
                      </a:rPr>
                      <m:t>+</m:t>
                    </m:r>
                    <m:sSubSup>
                      <m:sSubSupPr>
                        <m:ctrlPr>
                          <a:rPr lang="en-US" sz="2400" i="1" smtClean="0">
                            <a:latin typeface="Cambria Math" panose="02040503050406030204" pitchFamily="18" charset="0"/>
                          </a:rPr>
                        </m:ctrlPr>
                      </m:sSubSupPr>
                      <m:e>
                        <m:r>
                          <a:rPr lang="en-US" sz="2400" b="0" i="1" smtClean="0">
                            <a:latin typeface="Cambria Math" panose="02040503050406030204" pitchFamily="18" charset="0"/>
                          </a:rPr>
                          <m:t>𝑤</m:t>
                        </m:r>
                      </m:e>
                      <m:sub>
                        <m:r>
                          <a:rPr lang="en-US" sz="2400" b="0" i="1" smtClean="0">
                            <a:latin typeface="Cambria Math" panose="02040503050406030204" pitchFamily="18" charset="0"/>
                          </a:rPr>
                          <m:t>2</m:t>
                        </m:r>
                      </m:sub>
                      <m:sup>
                        <m:r>
                          <a:rPr lang="en-US" sz="2400" b="0" i="1" smtClean="0">
                            <a:latin typeface="Cambria Math" panose="02040503050406030204" pitchFamily="18" charset="0"/>
                          </a:rPr>
                          <m:t>′</m:t>
                        </m:r>
                      </m:sup>
                    </m:sSubSup>
                  </m:oMath>
                </a14:m>
                <a:endParaRPr lang="en-US" sz="2400" dirty="0">
                  <a:latin typeface="Times New Roman" panose="02020603050405020304" pitchFamily="18" charset="0"/>
                  <a:cs typeface="Times New Roman" panose="02020603050405020304" pitchFamily="18" charset="0"/>
                </a:endParaRPr>
              </a:p>
            </p:txBody>
          </p:sp>
        </mc:Choice>
        <mc:Fallback xmlns="">
          <p:sp>
            <p:nvSpPr>
              <p:cNvPr id="5" name="Rectangle 4">
                <a:extLst>
                  <a:ext uri="{FF2B5EF4-FFF2-40B4-BE49-F238E27FC236}">
                    <a16:creationId xmlns:a16="http://schemas.microsoft.com/office/drawing/2014/main" xmlns:a14="http://schemas.microsoft.com/office/drawing/2010/main" xmlns="" id="{FEA77DBE-B222-403A-9D9D-2231CA7B4A92}"/>
                  </a:ext>
                </a:extLst>
              </p:cNvPr>
              <p:cNvSpPr>
                <a:spLocks noRot="1" noChangeAspect="1" noMove="1" noResize="1" noEditPoints="1" noAdjustHandles="1" noChangeArrowheads="1" noChangeShapeType="1" noTextEdit="1"/>
              </p:cNvSpPr>
              <p:nvPr/>
            </p:nvSpPr>
            <p:spPr>
              <a:xfrm>
                <a:off x="190500" y="304800"/>
                <a:ext cx="8763000" cy="2542043"/>
              </a:xfrm>
              <a:prstGeom prst="rect">
                <a:avLst/>
              </a:prstGeom>
              <a:blipFill rotWithShape="0">
                <a:blip r:embed="rId2"/>
                <a:stretch>
                  <a:fillRect l="-1043" t="-1918" r="-1043"/>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xmlns="" id="{1F6BDFED-5AF7-4173-854B-AE4F0BE47978}"/>
              </a:ext>
            </a:extLst>
          </p:cNvPr>
          <p:cNvPicPr>
            <a:picLocks noChangeAspect="1"/>
          </p:cNvPicPr>
          <p:nvPr/>
        </p:nvPicPr>
        <p:blipFill>
          <a:blip r:embed="rId3"/>
          <a:stretch>
            <a:fillRect/>
          </a:stretch>
        </p:blipFill>
        <p:spPr>
          <a:xfrm>
            <a:off x="190500" y="3505200"/>
            <a:ext cx="8694612" cy="2380861"/>
          </a:xfrm>
          <a:prstGeom prst="rect">
            <a:avLst/>
          </a:prstGeom>
        </p:spPr>
      </p:pic>
    </p:spTree>
    <p:extLst>
      <p:ext uri="{BB962C8B-B14F-4D97-AF65-F5344CB8AC3E}">
        <p14:creationId xmlns:p14="http://schemas.microsoft.com/office/powerpoint/2010/main" val="23887898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C5ED2515-935F-4C82-A15A-42FA03B19E98}"/>
              </a:ext>
            </a:extLst>
          </p:cNvPr>
          <p:cNvSpPr>
            <a:spLocks noGrp="1"/>
          </p:cNvSpPr>
          <p:nvPr>
            <p:ph type="sldNum" sz="quarter" idx="12"/>
          </p:nvPr>
        </p:nvSpPr>
        <p:spPr/>
        <p:txBody>
          <a:bodyPr/>
          <a:lstStyle/>
          <a:p>
            <a:fld id="{B6F15528-21DE-4FAA-801E-634DDDAF4B2B}" type="slidenum">
              <a:rPr lang="en-US" smtClean="0"/>
              <a:pPr/>
              <a:t>49</a:t>
            </a:fld>
            <a:endParaRPr lang="en-US"/>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xmlns="" id="{B3579A20-815B-4413-90F1-2C6F6A6865B1}"/>
                  </a:ext>
                </a:extLst>
              </p:cNvPr>
              <p:cNvSpPr/>
              <p:nvPr/>
            </p:nvSpPr>
            <p:spPr>
              <a:xfrm>
                <a:off x="266700" y="228600"/>
                <a:ext cx="8648700" cy="3805850"/>
              </a:xfrm>
              <a:prstGeom prst="rect">
                <a:avLst/>
              </a:prstGeom>
              <a:solidFill>
                <a:srgbClr val="CCECFF"/>
              </a:solid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The received signal of user 1 under </a:t>
                </a:r>
                <a:r>
                  <a:rPr lang="en-US" sz="2400" dirty="0" err="1">
                    <a:latin typeface="Times New Roman" panose="02020603050405020304" pitchFamily="18" charset="0"/>
                    <a:cs typeface="Times New Roman" panose="02020603050405020304" pitchFamily="18" charset="0"/>
                  </a:rPr>
                  <a:t>awgn</a:t>
                </a:r>
                <a:r>
                  <a:rPr lang="en-US" sz="2400" dirty="0">
                    <a:latin typeface="Times New Roman" panose="02020603050405020304" pitchFamily="18" charset="0"/>
                    <a:cs typeface="Times New Roman" panose="02020603050405020304" pitchFamily="18" charset="0"/>
                  </a:rPr>
                  <a:t> is,</a:t>
                </a:r>
              </a:p>
              <a:p>
                <a:pPr algn="just"/>
                <a:r>
                  <a:rPr lang="en-US" sz="2400" dirty="0">
                    <a:latin typeface="Times New Roman" panose="02020603050405020304" pitchFamily="18" charset="0"/>
                    <a:cs typeface="Times New Roman" panose="02020603050405020304" pitchFamily="18" charset="0"/>
                  </a:rPr>
                  <a:t> </a:t>
                </a:r>
                <a14:m>
                  <m:oMath xmlns:m="http://schemas.openxmlformats.org/officeDocument/2006/math">
                    <m:r>
                      <a:rPr lang="en-US" sz="2400" i="1">
                        <a:latin typeface="Cambria Math" panose="02040503050406030204" pitchFamily="18" charset="0"/>
                      </a:rPr>
                      <m:t>𝑦</m:t>
                    </m:r>
                    <m:r>
                      <a:rPr lang="en-US" sz="2400" i="1" baseline="-25000">
                        <a:latin typeface="Cambria Math" panose="02040503050406030204" pitchFamily="18" charset="0"/>
                      </a:rPr>
                      <m:t>1</m:t>
                    </m:r>
                    <m:r>
                      <a:rPr lang="en-US" sz="2400" i="1">
                        <a:latin typeface="Cambria Math" panose="02040503050406030204" pitchFamily="18" charset="0"/>
                      </a:rPr>
                      <m:t>=</m:t>
                    </m:r>
                    <m:rad>
                      <m:radPr>
                        <m:degHide m:val="on"/>
                        <m:ctrlPr>
                          <a:rPr lang="en-US" sz="2400" i="1">
                            <a:latin typeface="Cambria Math" panose="02040503050406030204" pitchFamily="18" charset="0"/>
                          </a:rPr>
                        </m:ctrlPr>
                      </m:radPr>
                      <m:deg/>
                      <m:e>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1</m:t>
                            </m:r>
                          </m:sub>
                        </m:sSub>
                      </m:e>
                    </m:rad>
                    <m:sSub>
                      <m:sSubPr>
                        <m:ctrlPr>
                          <a:rPr lang="en-US" sz="2400" i="1">
                            <a:latin typeface="Cambria Math" panose="02040503050406030204" pitchFamily="18" charset="0"/>
                          </a:rPr>
                        </m:ctrlPr>
                      </m:sSubPr>
                      <m:e>
                        <m:r>
                          <a:rPr lang="en-US" sz="2400" i="1">
                            <a:latin typeface="Cambria Math" panose="02040503050406030204" pitchFamily="18" charset="0"/>
                          </a:rPr>
                          <m:t>h</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1</m:t>
                        </m:r>
                      </m:sub>
                    </m:sSub>
                    <m:r>
                      <a:rPr lang="en-US" sz="2400" i="1">
                        <a:latin typeface="Cambria Math" panose="02040503050406030204" pitchFamily="18" charset="0"/>
                      </a:rPr>
                      <m:t>+</m:t>
                    </m:r>
                    <m:rad>
                      <m:radPr>
                        <m:degHide m:val="on"/>
                        <m:ctrlPr>
                          <a:rPr lang="en-US" sz="2400" i="1">
                            <a:latin typeface="Cambria Math" panose="02040503050406030204" pitchFamily="18" charset="0"/>
                          </a:rPr>
                        </m:ctrlPr>
                      </m:radPr>
                      <m:deg/>
                      <m:e>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2</m:t>
                            </m:r>
                          </m:sub>
                        </m:sSub>
                      </m:e>
                    </m:rad>
                    <m:sSub>
                      <m:sSubPr>
                        <m:ctrlPr>
                          <a:rPr lang="en-US" sz="2400" i="1">
                            <a:latin typeface="Cambria Math" panose="02040503050406030204" pitchFamily="18" charset="0"/>
                          </a:rPr>
                        </m:ctrlPr>
                      </m:sSubPr>
                      <m:e>
                        <m:r>
                          <a:rPr lang="en-US" sz="2400" i="1">
                            <a:latin typeface="Cambria Math" panose="02040503050406030204" pitchFamily="18" charset="0"/>
                          </a:rPr>
                          <m:t>h</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1</m:t>
                        </m:r>
                      </m:sub>
                    </m:sSub>
                  </m:oMath>
                </a14:m>
                <a:r>
                  <a:rPr lang="en-US" sz="2400" dirty="0">
                    <a:latin typeface="Times New Roman" panose="02020603050405020304" pitchFamily="18" charset="0"/>
                    <a:cs typeface="Times New Roman" panose="02020603050405020304" pitchFamily="18" charset="0"/>
                  </a:rPr>
                  <a:t>  </a:t>
                </a:r>
              </a:p>
              <a:p>
                <a:pPr algn="just"/>
                <a:r>
                  <a:rPr lang="en-US" sz="2400" dirty="0">
                    <a:latin typeface="Times New Roman" panose="02020603050405020304" pitchFamily="18" charset="0"/>
                    <a:cs typeface="Times New Roman" panose="02020603050405020304" pitchFamily="18" charset="0"/>
                  </a:rPr>
                  <a:t>The term </a:t>
                </a:r>
                <a14:m>
                  <m:oMath xmlns:m="http://schemas.openxmlformats.org/officeDocument/2006/math">
                    <m:rad>
                      <m:radPr>
                        <m:degHide m:val="on"/>
                        <m:ctrlPr>
                          <a:rPr lang="en-US" sz="2400" i="1">
                            <a:latin typeface="Cambria Math" panose="02040503050406030204" pitchFamily="18" charset="0"/>
                          </a:rPr>
                        </m:ctrlPr>
                      </m:radPr>
                      <m:deg/>
                      <m:e>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2</m:t>
                            </m:r>
                          </m:sub>
                        </m:sSub>
                      </m:e>
                    </m:rad>
                    <m:sSub>
                      <m:sSubPr>
                        <m:ctrlPr>
                          <a:rPr lang="en-US" sz="2400" i="1">
                            <a:latin typeface="Cambria Math" panose="02040503050406030204" pitchFamily="18" charset="0"/>
                          </a:rPr>
                        </m:ctrlPr>
                      </m:sSubPr>
                      <m:e>
                        <m:r>
                          <a:rPr lang="en-US" sz="2400" i="1">
                            <a:latin typeface="Cambria Math" panose="02040503050406030204" pitchFamily="18" charset="0"/>
                          </a:rPr>
                          <m:t>h</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2</m:t>
                        </m:r>
                      </m:sub>
                    </m:sSub>
                  </m:oMath>
                </a14:m>
                <a:r>
                  <a:rPr lang="en-US" sz="2400" dirty="0">
                    <a:latin typeface="Times New Roman" panose="02020603050405020304" pitchFamily="18" charset="0"/>
                    <a:cs typeface="Times New Roman" panose="02020603050405020304" pitchFamily="18" charset="0"/>
                  </a:rPr>
                  <a:t> is high enough since </a:t>
                </a:r>
                <a:r>
                  <a:rPr lang="en-US" sz="2400" i="1" dirty="0">
                    <a:latin typeface="Times New Roman" panose="02020603050405020304" pitchFamily="18" charset="0"/>
                    <a:cs typeface="Times New Roman" panose="02020603050405020304" pitchFamily="18" charset="0"/>
                  </a:rPr>
                  <a:t>P</a:t>
                </a:r>
                <a:r>
                  <a:rPr lang="en-US" sz="2400" baseline="-25000" dirty="0">
                    <a:latin typeface="Times New Roman" panose="02020603050405020304" pitchFamily="18" charset="0"/>
                    <a:cs typeface="Times New Roman" panose="02020603050405020304" pitchFamily="18" charset="0"/>
                  </a:rPr>
                  <a:t>2 </a:t>
                </a:r>
                <a:r>
                  <a:rPr lang="en-US" sz="2400" dirty="0">
                    <a:latin typeface="Times New Roman" panose="02020603050405020304" pitchFamily="18" charset="0"/>
                    <a:cs typeface="Times New Roman" panose="02020603050405020304" pitchFamily="18" charset="0"/>
                  </a:rPr>
                  <a:t>&gt; </a:t>
                </a:r>
                <a:r>
                  <a:rPr lang="en-US" sz="2400" i="1" dirty="0">
                    <a:latin typeface="Times New Roman" panose="02020603050405020304" pitchFamily="18" charset="0"/>
                    <a:cs typeface="Times New Roman" panose="02020603050405020304" pitchFamily="18" charset="0"/>
                  </a:rPr>
                  <a:t>P</a:t>
                </a:r>
                <a:r>
                  <a:rPr lang="en-US" sz="2400" baseline="-250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and path length is short hence the channel gain </a:t>
                </a:r>
                <a:r>
                  <a:rPr lang="en-US" sz="2400" i="1" dirty="0">
                    <a:latin typeface="Times New Roman" panose="02020603050405020304" pitchFamily="18" charset="0"/>
                    <a:cs typeface="Times New Roman" panose="02020603050405020304" pitchFamily="18" charset="0"/>
                  </a:rPr>
                  <a:t>h</a:t>
                </a:r>
                <a:r>
                  <a:rPr lang="en-US" sz="2400" baseline="-250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high. In this case we have to determine the estimated value of </a:t>
                </a:r>
                <a14:m>
                  <m:oMath xmlns:m="http://schemas.openxmlformats.org/officeDocument/2006/math">
                    <m:rad>
                      <m:radPr>
                        <m:degHide m:val="on"/>
                        <m:ctrlPr>
                          <a:rPr lang="en-US" sz="2400" i="1">
                            <a:latin typeface="Cambria Math" panose="02040503050406030204" pitchFamily="18" charset="0"/>
                          </a:rPr>
                        </m:ctrlPr>
                      </m:radPr>
                      <m:deg/>
                      <m:e>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2</m:t>
                            </m:r>
                          </m:sub>
                        </m:sSub>
                      </m:e>
                    </m:rad>
                    <m:sSub>
                      <m:sSubPr>
                        <m:ctrlPr>
                          <a:rPr lang="en-US" sz="2400" i="1">
                            <a:latin typeface="Cambria Math" panose="02040503050406030204" pitchFamily="18" charset="0"/>
                          </a:rPr>
                        </m:ctrlPr>
                      </m:sSubPr>
                      <m:e>
                        <m:r>
                          <a:rPr lang="en-US" sz="2400" i="1">
                            <a:latin typeface="Cambria Math" panose="02040503050406030204" pitchFamily="18" charset="0"/>
                          </a:rPr>
                          <m:t>h</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2</m:t>
                        </m:r>
                      </m:sub>
                    </m:sSub>
                  </m:oMath>
                </a14:m>
                <a:r>
                  <a:rPr lang="en-US" sz="2400" dirty="0">
                    <a:latin typeface="Times New Roman" panose="02020603050405020304" pitchFamily="18" charset="0"/>
                    <a:cs typeface="Times New Roman" panose="02020603050405020304" pitchFamily="18" charset="0"/>
                  </a:rPr>
                  <a:t> using decoding technique. Next we have to subtract the estimated value form y1 to eliminate the interference term </a:t>
                </a:r>
                <a14:m>
                  <m:oMath xmlns:m="http://schemas.openxmlformats.org/officeDocument/2006/math">
                    <m:rad>
                      <m:radPr>
                        <m:degHide m:val="on"/>
                        <m:ctrlPr>
                          <a:rPr lang="en-US" sz="2400" i="1">
                            <a:latin typeface="Cambria Math" panose="02040503050406030204" pitchFamily="18" charset="0"/>
                          </a:rPr>
                        </m:ctrlPr>
                      </m:radPr>
                      <m:deg/>
                      <m:e>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2</m:t>
                            </m:r>
                          </m:sub>
                        </m:sSub>
                      </m:e>
                    </m:rad>
                    <m:sSub>
                      <m:sSubPr>
                        <m:ctrlPr>
                          <a:rPr lang="en-US" sz="2400" i="1">
                            <a:latin typeface="Cambria Math" panose="02040503050406030204" pitchFamily="18" charset="0"/>
                          </a:rPr>
                        </m:ctrlPr>
                      </m:sSubPr>
                      <m:e>
                        <m:r>
                          <a:rPr lang="en-US" sz="2400" i="1">
                            <a:latin typeface="Cambria Math" panose="02040503050406030204" pitchFamily="18" charset="0"/>
                          </a:rPr>
                          <m:t>h</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2</m:t>
                        </m:r>
                      </m:sub>
                    </m:sSub>
                  </m:oMath>
                </a14:m>
                <a:r>
                  <a:rPr lang="en-US" sz="2400" dirty="0">
                    <a:latin typeface="Times New Roman" panose="02020603050405020304" pitchFamily="18" charset="0"/>
                    <a:cs typeface="Times New Roman" panose="02020603050405020304" pitchFamily="18" charset="0"/>
                  </a:rPr>
                  <a:t>. </a:t>
                </a:r>
              </a:p>
              <a:p>
                <a:pPr algn="just"/>
                <a14:m>
                  <m:oMath xmlns:m="http://schemas.openxmlformats.org/officeDocument/2006/math">
                    <m:r>
                      <a:rPr lang="en-US" sz="2400" i="1">
                        <a:latin typeface="Cambria Math" panose="02040503050406030204" pitchFamily="18" charset="0"/>
                      </a:rPr>
                      <m:t>𝑦</m:t>
                    </m:r>
                    <m:r>
                      <a:rPr lang="en-US" sz="2400" i="1" baseline="-25000">
                        <a:latin typeface="Cambria Math" panose="02040503050406030204" pitchFamily="18" charset="0"/>
                      </a:rPr>
                      <m:t>1</m:t>
                    </m:r>
                    <m:r>
                      <a:rPr lang="en-US" sz="2400" i="1">
                        <a:latin typeface="Cambria Math" panose="02040503050406030204" pitchFamily="18" charset="0"/>
                      </a:rPr>
                      <m:t>=</m:t>
                    </m:r>
                    <m:rad>
                      <m:radPr>
                        <m:degHide m:val="on"/>
                        <m:ctrlPr>
                          <a:rPr lang="en-US" sz="2400" i="1">
                            <a:latin typeface="Cambria Math" panose="02040503050406030204" pitchFamily="18" charset="0"/>
                          </a:rPr>
                        </m:ctrlPr>
                      </m:radPr>
                      <m:deg/>
                      <m:e>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1</m:t>
                            </m:r>
                          </m:sub>
                        </m:sSub>
                      </m:e>
                    </m:rad>
                    <m:sSub>
                      <m:sSubPr>
                        <m:ctrlPr>
                          <a:rPr lang="en-US" sz="2400" i="1">
                            <a:latin typeface="Cambria Math" panose="02040503050406030204" pitchFamily="18" charset="0"/>
                          </a:rPr>
                        </m:ctrlPr>
                      </m:sSubPr>
                      <m:e>
                        <m:r>
                          <a:rPr lang="en-US" sz="2400" i="1">
                            <a:latin typeface="Cambria Math" panose="02040503050406030204" pitchFamily="18" charset="0"/>
                          </a:rPr>
                          <m:t>h</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1</m:t>
                        </m:r>
                      </m:sub>
                    </m:sSub>
                    <m:r>
                      <a:rPr lang="en-US" sz="2400" i="1">
                        <a:latin typeface="Cambria Math" panose="02040503050406030204" pitchFamily="18" charset="0"/>
                      </a:rPr>
                      <m:t>+</m:t>
                    </m:r>
                    <m:rad>
                      <m:radPr>
                        <m:degHide m:val="on"/>
                        <m:ctrlPr>
                          <a:rPr lang="en-US" sz="2400" i="1">
                            <a:latin typeface="Cambria Math" panose="02040503050406030204" pitchFamily="18" charset="0"/>
                          </a:rPr>
                        </m:ctrlPr>
                      </m:radPr>
                      <m:deg/>
                      <m:e>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2</m:t>
                            </m:r>
                          </m:sub>
                        </m:sSub>
                      </m:e>
                    </m:rad>
                    <m:sSub>
                      <m:sSubPr>
                        <m:ctrlPr>
                          <a:rPr lang="en-US" sz="2400" i="1">
                            <a:latin typeface="Cambria Math" panose="02040503050406030204" pitchFamily="18" charset="0"/>
                          </a:rPr>
                        </m:ctrlPr>
                      </m:sSubPr>
                      <m:e>
                        <m:r>
                          <a:rPr lang="en-US" sz="2400" i="1">
                            <a:latin typeface="Cambria Math" panose="02040503050406030204" pitchFamily="18" charset="0"/>
                          </a:rPr>
                          <m:t>h</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1</m:t>
                        </m:r>
                      </m:sub>
                    </m:sSub>
                  </m:oMath>
                </a14:m>
                <a:r>
                  <a:rPr lang="en-US" sz="2400" dirty="0">
                    <a:latin typeface="Times New Roman" panose="02020603050405020304" pitchFamily="18" charset="0"/>
                    <a:cs typeface="Times New Roman" panose="02020603050405020304" pitchFamily="18" charset="0"/>
                  </a:rPr>
                  <a:t>- </a:t>
                </a:r>
                <a14:m>
                  <m:oMath xmlns:m="http://schemas.openxmlformats.org/officeDocument/2006/math">
                    <m:rad>
                      <m:radPr>
                        <m:degHide m:val="on"/>
                        <m:ctrlPr>
                          <a:rPr lang="en-US" sz="2400" i="1">
                            <a:latin typeface="Cambria Math" panose="02040503050406030204" pitchFamily="18" charset="0"/>
                          </a:rPr>
                        </m:ctrlPr>
                      </m:radPr>
                      <m:deg/>
                      <m:e>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2</m:t>
                            </m:r>
                          </m:sub>
                        </m:sSub>
                      </m:e>
                    </m:rad>
                    <m:sSub>
                      <m:sSubPr>
                        <m:ctrlPr>
                          <a:rPr lang="en-US" sz="2400" i="1">
                            <a:latin typeface="Cambria Math" panose="02040503050406030204" pitchFamily="18" charset="0"/>
                          </a:rPr>
                        </m:ctrlPr>
                      </m:sSubPr>
                      <m:e>
                        <m:r>
                          <a:rPr lang="en-US" sz="2400" i="1">
                            <a:latin typeface="Cambria Math" panose="02040503050406030204" pitchFamily="18" charset="0"/>
                          </a:rPr>
                          <m:t>h</m:t>
                        </m:r>
                      </m:e>
                      <m:sub>
                        <m:r>
                          <a:rPr lang="en-US" sz="2400" i="1">
                            <a:latin typeface="Cambria Math" panose="02040503050406030204" pitchFamily="18" charset="0"/>
                          </a:rPr>
                          <m:t>1</m:t>
                        </m:r>
                      </m:sub>
                    </m:sSub>
                    <m:acc>
                      <m:accPr>
                        <m:chr m:val="̂"/>
                        <m:ctrlPr>
                          <a:rPr lang="en-US" sz="2400" i="1" smtClean="0">
                            <a:latin typeface="Cambria Math" panose="02040503050406030204" pitchFamily="18" charset="0"/>
                          </a:rPr>
                        </m:ctrlPr>
                      </m:accPr>
                      <m:e>
                        <m:r>
                          <a:rPr lang="en-US" sz="2400" b="0" i="1" smtClean="0">
                            <a:latin typeface="Cambria Math" panose="02040503050406030204" pitchFamily="18" charset="0"/>
                          </a:rPr>
                          <m:t>𝑥</m:t>
                        </m:r>
                      </m:e>
                    </m:acc>
                    <m:r>
                      <a:rPr lang="en-US" sz="2400" b="0" i="0" baseline="-25000" smtClean="0">
                        <a:latin typeface="Cambria Math" panose="02040503050406030204" pitchFamily="18" charset="0"/>
                      </a:rPr>
                      <m:t>2</m:t>
                    </m:r>
                  </m:oMath>
                </a14:m>
                <a:r>
                  <a:rPr lang="en-US" sz="2400" dirty="0">
                    <a:latin typeface="Times New Roman" panose="02020603050405020304" pitchFamily="18" charset="0"/>
                    <a:cs typeface="Times New Roman" panose="02020603050405020304" pitchFamily="18" charset="0"/>
                  </a:rPr>
                  <a:t>= </a:t>
                </a:r>
                <a14:m>
                  <m:oMath xmlns:m="http://schemas.openxmlformats.org/officeDocument/2006/math">
                    <m:rad>
                      <m:radPr>
                        <m:degHide m:val="on"/>
                        <m:ctrlPr>
                          <a:rPr lang="en-US" sz="2400" i="1">
                            <a:latin typeface="Cambria Math" panose="02040503050406030204" pitchFamily="18" charset="0"/>
                          </a:rPr>
                        </m:ctrlPr>
                      </m:radPr>
                      <m:deg/>
                      <m:e>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1</m:t>
                            </m:r>
                          </m:sub>
                        </m:sSub>
                      </m:e>
                    </m:rad>
                    <m:sSub>
                      <m:sSubPr>
                        <m:ctrlPr>
                          <a:rPr lang="en-US" sz="2400" i="1">
                            <a:latin typeface="Cambria Math" panose="02040503050406030204" pitchFamily="18" charset="0"/>
                          </a:rPr>
                        </m:ctrlPr>
                      </m:sSubPr>
                      <m:e>
                        <m:r>
                          <a:rPr lang="en-US" sz="2400" i="1">
                            <a:latin typeface="Cambria Math" panose="02040503050406030204" pitchFamily="18" charset="0"/>
                          </a:rPr>
                          <m:t>h</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1</m:t>
                        </m:r>
                      </m:sub>
                    </m:sSub>
                    <m:r>
                      <a:rPr lang="en-US" sz="2400" b="0" i="1" smtClean="0">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𝑤</m:t>
                        </m:r>
                      </m:e>
                      <m:sub>
                        <m:r>
                          <a:rPr lang="en-US" sz="2400" b="0" i="1" smtClean="0">
                            <a:latin typeface="Cambria Math" panose="02040503050406030204" pitchFamily="18" charset="0"/>
                          </a:rPr>
                          <m:t>1</m:t>
                        </m:r>
                      </m:sub>
                      <m:sup>
                        <m:r>
                          <a:rPr lang="en-US" sz="2400" i="1">
                            <a:latin typeface="Cambria Math" panose="02040503050406030204" pitchFamily="18" charset="0"/>
                          </a:rPr>
                          <m:t>′</m:t>
                        </m:r>
                      </m:sup>
                    </m:sSubSup>
                  </m:oMath>
                </a14:m>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a:t>
                </a:r>
              </a:p>
            </p:txBody>
          </p:sp>
        </mc:Choice>
        <mc:Fallback xmlns="">
          <p:sp>
            <p:nvSpPr>
              <p:cNvPr id="5" name="Rectangle 4">
                <a:extLst>
                  <a:ext uri="{FF2B5EF4-FFF2-40B4-BE49-F238E27FC236}">
                    <a16:creationId xmlns:a16="http://schemas.microsoft.com/office/drawing/2014/main" id="{B3579A20-815B-4413-90F1-2C6F6A6865B1}"/>
                  </a:ext>
                </a:extLst>
              </p:cNvPr>
              <p:cNvSpPr>
                <a:spLocks noRot="1" noChangeAspect="1" noMove="1" noResize="1" noEditPoints="1" noAdjustHandles="1" noChangeArrowheads="1" noChangeShapeType="1" noTextEdit="1"/>
              </p:cNvSpPr>
              <p:nvPr/>
            </p:nvSpPr>
            <p:spPr>
              <a:xfrm>
                <a:off x="266700" y="228600"/>
                <a:ext cx="8648700" cy="3805850"/>
              </a:xfrm>
              <a:prstGeom prst="rect">
                <a:avLst/>
              </a:prstGeom>
              <a:blipFill>
                <a:blip r:embed="rId2"/>
                <a:stretch>
                  <a:fillRect l="-1128" t="-1282" r="-1057"/>
                </a:stretch>
              </a:blipFill>
            </p:spPr>
            <p:txBody>
              <a:bodyPr/>
              <a:lstStyle/>
              <a:p>
                <a:r>
                  <a:rPr lang="en-US">
                    <a:noFill/>
                  </a:rPr>
                  <a:t> </a:t>
                </a:r>
              </a:p>
            </p:txBody>
          </p:sp>
        </mc:Fallback>
      </mc:AlternateContent>
    </p:spTree>
    <p:extLst>
      <p:ext uri="{BB962C8B-B14F-4D97-AF65-F5344CB8AC3E}">
        <p14:creationId xmlns:p14="http://schemas.microsoft.com/office/powerpoint/2010/main" val="34223313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08666DEF-D2A3-4B5A-86F1-49DB7C164D08}"/>
              </a:ext>
            </a:extLst>
          </p:cNvPr>
          <p:cNvSpPr>
            <a:spLocks noGrp="1"/>
          </p:cNvSpPr>
          <p:nvPr>
            <p:ph type="sldNum" sz="quarter" idx="12"/>
          </p:nvPr>
        </p:nvSpPr>
        <p:spPr/>
        <p:txBody>
          <a:bodyPr/>
          <a:lstStyle/>
          <a:p>
            <a:fld id="{B6F15528-21DE-4FAA-801E-634DDDAF4B2B}" type="slidenum">
              <a:rPr lang="en-US" smtClean="0"/>
              <a:pPr/>
              <a:t>50</a:t>
            </a:fld>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xmlns="" id="{4E29F258-62E1-4C35-8C16-38989DC26AAD}"/>
                  </a:ext>
                </a:extLst>
              </p:cNvPr>
              <p:cNvSpPr txBox="1"/>
              <p:nvPr/>
            </p:nvSpPr>
            <p:spPr>
              <a:xfrm>
                <a:off x="213048" y="685800"/>
                <a:ext cx="8626151" cy="1725472"/>
              </a:xfrm>
              <a:prstGeom prst="rect">
                <a:avLst/>
              </a:prstGeom>
              <a:solidFill>
                <a:srgbClr val="CCECFF"/>
              </a:solid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The final expression of </a:t>
                </a:r>
                <a:r>
                  <a:rPr lang="en-US" sz="2400" i="1" dirty="0">
                    <a:latin typeface="Times New Roman" panose="02020603050405020304" pitchFamily="18" charset="0"/>
                    <a:cs typeface="Times New Roman" panose="02020603050405020304" pitchFamily="18" charset="0"/>
                  </a:rPr>
                  <a:t>y</a:t>
                </a:r>
                <a:r>
                  <a:rPr lang="en-US" sz="2400" baseline="-250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and </a:t>
                </a:r>
                <a:r>
                  <a:rPr lang="en-US" sz="2400" i="1" dirty="0">
                    <a:latin typeface="Times New Roman" panose="02020603050405020304" pitchFamily="18" charset="0"/>
                    <a:cs typeface="Times New Roman" panose="02020603050405020304" pitchFamily="18" charset="0"/>
                  </a:rPr>
                  <a:t>y</a:t>
                </a:r>
                <a:r>
                  <a:rPr lang="en-US" sz="2400" baseline="-25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resembles to independent or orthogonal link as,</a:t>
                </a:r>
              </a:p>
              <a:p>
                <a:pPr algn="just"/>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𝑦</m:t>
                      </m:r>
                      <m:r>
                        <a:rPr lang="en-US" sz="2400" i="1" baseline="-25000">
                          <a:latin typeface="Cambria Math" panose="02040503050406030204" pitchFamily="18" charset="0"/>
                        </a:rPr>
                        <m:t>1</m:t>
                      </m:r>
                      <m:r>
                        <a:rPr lang="en-US" sz="2400" i="1">
                          <a:latin typeface="Cambria Math" panose="02040503050406030204" pitchFamily="18" charset="0"/>
                        </a:rPr>
                        <m:t>=</m:t>
                      </m:r>
                      <m:rad>
                        <m:radPr>
                          <m:degHide m:val="on"/>
                          <m:ctrlPr>
                            <a:rPr lang="en-US" sz="2400" i="1">
                              <a:latin typeface="Cambria Math" panose="02040503050406030204" pitchFamily="18" charset="0"/>
                            </a:rPr>
                          </m:ctrlPr>
                        </m:radPr>
                        <m:deg/>
                        <m:e>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1</m:t>
                              </m:r>
                            </m:sub>
                          </m:sSub>
                        </m:e>
                      </m:rad>
                      <m:sSub>
                        <m:sSubPr>
                          <m:ctrlPr>
                            <a:rPr lang="en-US" sz="2400" i="1">
                              <a:latin typeface="Cambria Math" panose="02040503050406030204" pitchFamily="18" charset="0"/>
                            </a:rPr>
                          </m:ctrlPr>
                        </m:sSubPr>
                        <m:e>
                          <m:r>
                            <a:rPr lang="en-US" sz="2400" i="1">
                              <a:latin typeface="Cambria Math" panose="02040503050406030204" pitchFamily="18" charset="0"/>
                            </a:rPr>
                            <m:t>h</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1</m:t>
                          </m:r>
                        </m:sub>
                      </m:sSub>
                      <m:r>
                        <a:rPr lang="en-US" sz="2400" i="1">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𝑤</m:t>
                          </m:r>
                        </m:e>
                        <m:sub>
                          <m:r>
                            <a:rPr lang="en-US" sz="2400" i="1">
                              <a:latin typeface="Cambria Math" panose="02040503050406030204" pitchFamily="18" charset="0"/>
                            </a:rPr>
                            <m:t>1</m:t>
                          </m:r>
                        </m:sub>
                        <m:sup>
                          <m:r>
                            <a:rPr lang="en-US" sz="2400" i="1">
                              <a:latin typeface="Cambria Math" panose="02040503050406030204" pitchFamily="18" charset="0"/>
                            </a:rPr>
                            <m:t>′</m:t>
                          </m:r>
                        </m:sup>
                      </m:sSubSup>
                    </m:oMath>
                  </m:oMathPara>
                </a14:m>
                <a:endParaRPr lang="en-US" sz="2400" dirty="0"/>
              </a:p>
              <a:p>
                <a:pPr algn="just"/>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2</m:t>
                          </m:r>
                        </m:sub>
                      </m:sSub>
                      <m:r>
                        <a:rPr lang="en-US" sz="2400" i="1">
                          <a:latin typeface="Cambria Math" panose="02040503050406030204" pitchFamily="18" charset="0"/>
                        </a:rPr>
                        <m:t>= </m:t>
                      </m:r>
                      <m:rad>
                        <m:radPr>
                          <m:degHide m:val="on"/>
                          <m:ctrlPr>
                            <a:rPr lang="en-US" sz="2400" i="1">
                              <a:latin typeface="Cambria Math" panose="02040503050406030204" pitchFamily="18" charset="0"/>
                            </a:rPr>
                          </m:ctrlPr>
                        </m:radPr>
                        <m:deg/>
                        <m:e>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2</m:t>
                              </m:r>
                            </m:sub>
                          </m:sSub>
                        </m:e>
                      </m:rad>
                      <m:sSub>
                        <m:sSubPr>
                          <m:ctrlPr>
                            <a:rPr lang="en-US" sz="2400" i="1">
                              <a:latin typeface="Cambria Math" panose="02040503050406030204" pitchFamily="18" charset="0"/>
                            </a:rPr>
                          </m:ctrlPr>
                        </m:sSubPr>
                        <m:e>
                          <m:r>
                            <a:rPr lang="en-US" sz="2400" i="1">
                              <a:latin typeface="Cambria Math" panose="02040503050406030204" pitchFamily="18" charset="0"/>
                            </a:rPr>
                            <m:t>h</m:t>
                          </m:r>
                        </m:e>
                        <m:sub>
                          <m:r>
                            <a:rPr lang="en-US" sz="2400" i="1">
                              <a:latin typeface="Cambria Math" panose="02040503050406030204" pitchFamily="18" charset="0"/>
                            </a:rPr>
                            <m:t>2</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2</m:t>
                          </m:r>
                        </m:sub>
                      </m:sSub>
                      <m:r>
                        <a:rPr lang="en-US" sz="2400" i="1">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𝑤</m:t>
                          </m:r>
                        </m:e>
                        <m:sub>
                          <m:r>
                            <a:rPr lang="en-US" sz="2400" i="1">
                              <a:latin typeface="Cambria Math" panose="02040503050406030204" pitchFamily="18" charset="0"/>
                            </a:rPr>
                            <m:t>2</m:t>
                          </m:r>
                        </m:sub>
                        <m:sup>
                          <m:r>
                            <a:rPr lang="en-US" sz="2400" i="1">
                              <a:latin typeface="Cambria Math" panose="02040503050406030204" pitchFamily="18" charset="0"/>
                            </a:rPr>
                            <m:t>′</m:t>
                          </m:r>
                        </m:sup>
                      </m:sSubSup>
                    </m:oMath>
                  </m:oMathPara>
                </a14:m>
                <a:endParaRPr lang="en-US" sz="2400" dirty="0">
                  <a:latin typeface="Times New Roman" panose="02020603050405020304" pitchFamily="18"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4E29F258-62E1-4C35-8C16-38989DC26AAD}"/>
                  </a:ext>
                </a:extLst>
              </p:cNvPr>
              <p:cNvSpPr txBox="1">
                <a:spLocks noRot="1" noChangeAspect="1" noMove="1" noResize="1" noEditPoints="1" noAdjustHandles="1" noChangeArrowheads="1" noChangeShapeType="1" noTextEdit="1"/>
              </p:cNvSpPr>
              <p:nvPr/>
            </p:nvSpPr>
            <p:spPr>
              <a:xfrm>
                <a:off x="213048" y="685800"/>
                <a:ext cx="8626151" cy="1725472"/>
              </a:xfrm>
              <a:prstGeom prst="rect">
                <a:avLst/>
              </a:prstGeom>
              <a:blipFill>
                <a:blip r:embed="rId2"/>
                <a:stretch>
                  <a:fillRect l="-1131" t="-2827" r="-10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xmlns="" id="{B3AD2DFB-F823-42F9-A642-6630A82A7444}"/>
                  </a:ext>
                </a:extLst>
              </p:cNvPr>
              <p:cNvSpPr txBox="1"/>
              <p:nvPr/>
            </p:nvSpPr>
            <p:spPr>
              <a:xfrm>
                <a:off x="213049" y="3352800"/>
                <a:ext cx="8626150" cy="2314095"/>
              </a:xfrm>
              <a:prstGeom prst="rect">
                <a:avLst/>
              </a:prstGeom>
              <a:solidFill>
                <a:srgbClr val="FFCCFF"/>
              </a:solidFill>
            </p:spPr>
            <p:txBody>
              <a:bodyPr wrap="square" rtlCol="0">
                <a:spAutoFit/>
              </a:bodyPr>
              <a:lstStyle/>
              <a:p>
                <a:r>
                  <a:rPr lang="en-US" sz="2400" dirty="0">
                    <a:latin typeface="Times New Roman" panose="02020603050405020304" pitchFamily="18" charset="0"/>
                    <a:cs typeface="Times New Roman" panose="02020603050405020304" pitchFamily="18" charset="0"/>
                  </a:rPr>
                  <a:t>The channel capacity of user-1 (near user),</a:t>
                </a:r>
              </a:p>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𝑙𝑜𝑔</m:t>
                          </m:r>
                        </m:e>
                        <m:sub>
                          <m:r>
                            <a:rPr lang="en-US" sz="2400" b="0" i="1" smtClean="0">
                              <a:latin typeface="Cambria Math" panose="02040503050406030204" pitchFamily="18" charset="0"/>
                            </a:rPr>
                            <m:t>2</m:t>
                          </m:r>
                        </m:sub>
                      </m:sSub>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𝑃</m:t>
                                  </m:r>
                                </m:e>
                                <m:sub>
                                  <m:r>
                                    <a:rPr lang="en-US" sz="2400" b="0" i="1" smtClean="0">
                                      <a:latin typeface="Cambria Math" panose="02040503050406030204" pitchFamily="18" charset="0"/>
                                    </a:rPr>
                                    <m:t>1</m:t>
                                  </m:r>
                                </m:sub>
                              </m:sSub>
                              <m:d>
                                <m:dPr>
                                  <m:begChr m:val="|"/>
                                  <m:endChr m:val="|"/>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h</m:t>
                                      </m:r>
                                    </m:e>
                                    <m:sub>
                                      <m:r>
                                        <a:rPr lang="en-US" sz="2400" b="0" i="1" smtClean="0">
                                          <a:latin typeface="Cambria Math" panose="02040503050406030204" pitchFamily="18" charset="0"/>
                                        </a:rPr>
                                        <m:t>1</m:t>
                                      </m:r>
                                    </m:sub>
                                  </m:sSub>
                                </m:e>
                              </m:d>
                              <m:r>
                                <a:rPr lang="en-US" sz="2400" b="0" i="1" baseline="30000" smtClean="0">
                                  <a:latin typeface="Cambria Math" panose="02040503050406030204" pitchFamily="18" charset="0"/>
                                </a:rPr>
                                <m:t>2</m:t>
                              </m:r>
                            </m:num>
                            <m:den>
                              <m:sSub>
                                <m:sSubPr>
                                  <m:ctrlPr>
                                    <a:rPr lang="en-US" sz="2400" i="1">
                                      <a:latin typeface="Cambria Math" panose="02040503050406030204" pitchFamily="18" charset="0"/>
                                    </a:rPr>
                                  </m:ctrlPr>
                                </m:sSubPr>
                                <m:e>
                                  <m:r>
                                    <a:rPr lang="en-US" sz="2400" i="1">
                                      <a:latin typeface="Cambria Math" panose="02040503050406030204" pitchFamily="18" charset="0"/>
                                    </a:rPr>
                                    <m:t>𝑁</m:t>
                                  </m:r>
                                </m:e>
                                <m:sub>
                                  <m:r>
                                    <a:rPr lang="en-US" sz="2400" i="1">
                                      <a:latin typeface="Cambria Math" panose="02040503050406030204" pitchFamily="18" charset="0"/>
                                    </a:rPr>
                                    <m:t>0</m:t>
                                  </m:r>
                                </m:sub>
                              </m:sSub>
                            </m:den>
                          </m:f>
                        </m:e>
                      </m:d>
                    </m:oMath>
                  </m:oMathPara>
                </a14:m>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channel capacity of user-2 (far user),</a:t>
                </a:r>
              </a:p>
              <a:p>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                          </m:t>
                        </m:r>
                        <m:r>
                          <a:rPr lang="en-US" sz="2400" i="1">
                            <a:latin typeface="Cambria Math" panose="02040503050406030204" pitchFamily="18" charset="0"/>
                          </a:rPr>
                          <m:t>𝑅</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𝑙𝑜𝑔</m:t>
                        </m:r>
                      </m:e>
                      <m:sub>
                        <m:r>
                          <a:rPr lang="en-US" sz="2400" i="1">
                            <a:latin typeface="Cambria Math" panose="02040503050406030204" pitchFamily="18" charset="0"/>
                          </a:rPr>
                          <m:t>2</m:t>
                        </m:r>
                      </m:sub>
                    </m:sSub>
                    <m:d>
                      <m:dPr>
                        <m:ctrlPr>
                          <a:rPr lang="en-US" sz="2400" i="1">
                            <a:latin typeface="Cambria Math" panose="02040503050406030204" pitchFamily="18" charset="0"/>
                          </a:rPr>
                        </m:ctrlPr>
                      </m:dPr>
                      <m:e>
                        <m:r>
                          <a:rPr lang="en-US" sz="2400" i="1">
                            <a:latin typeface="Cambria Math" panose="02040503050406030204" pitchFamily="18" charset="0"/>
                          </a:rPr>
                          <m:t>1+</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b="0" i="1" smtClean="0">
                                    <a:latin typeface="Cambria Math" panose="02040503050406030204" pitchFamily="18" charset="0"/>
                                  </a:rPr>
                                  <m:t>2</m:t>
                                </m:r>
                              </m:sub>
                            </m:sSub>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h</m:t>
                                    </m:r>
                                  </m:e>
                                  <m:sub>
                                    <m:r>
                                      <a:rPr lang="en-US" sz="2400" b="0" i="1" smtClean="0">
                                        <a:latin typeface="Cambria Math" panose="02040503050406030204" pitchFamily="18" charset="0"/>
                                      </a:rPr>
                                      <m:t>2</m:t>
                                    </m:r>
                                  </m:sub>
                                </m:sSub>
                              </m:e>
                            </m:d>
                            <m:r>
                              <a:rPr lang="en-US" sz="2400" i="1" baseline="30000">
                                <a:latin typeface="Cambria Math" panose="02040503050406030204" pitchFamily="18" charset="0"/>
                              </a:rPr>
                              <m:t>2</m:t>
                            </m:r>
                          </m:num>
                          <m:den>
                            <m:sSubSup>
                              <m:sSubSupPr>
                                <m:ctrlPr>
                                  <a:rPr lang="en-US" sz="2400" i="1">
                                    <a:latin typeface="Cambria Math" panose="02040503050406030204" pitchFamily="18" charset="0"/>
                                  </a:rPr>
                                </m:ctrlPr>
                              </m:sSubSupPr>
                              <m:e>
                                <m:r>
                                  <a:rPr lang="en-US" sz="2400" i="1">
                                    <a:latin typeface="Cambria Math" panose="02040503050406030204" pitchFamily="18" charset="0"/>
                                  </a:rPr>
                                  <m:t>𝑤</m:t>
                                </m:r>
                              </m:e>
                              <m:sub>
                                <m:r>
                                  <a:rPr lang="en-US" sz="2400" b="0" i="1" smtClean="0">
                                    <a:latin typeface="Cambria Math" panose="02040503050406030204" pitchFamily="18" charset="0"/>
                                  </a:rPr>
                                  <m:t>2</m:t>
                                </m:r>
                              </m:sub>
                              <m:sup>
                                <m:r>
                                  <a:rPr lang="en-US" sz="2400" i="1">
                                    <a:latin typeface="Cambria Math" panose="02040503050406030204" pitchFamily="18" charset="0"/>
                                  </a:rPr>
                                  <m:t>′</m:t>
                                </m:r>
                              </m:sup>
                            </m:sSubSup>
                          </m:den>
                        </m:f>
                      </m:e>
                    </m:d>
                  </m:oMath>
                </a14:m>
                <a:r>
                  <a:rPr lang="en-US" sz="24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𝑙𝑜𝑔</m:t>
                        </m:r>
                      </m:e>
                      <m:sub>
                        <m:r>
                          <a:rPr lang="en-US" sz="2400" i="1">
                            <a:latin typeface="Cambria Math" panose="02040503050406030204" pitchFamily="18" charset="0"/>
                          </a:rPr>
                          <m:t>2</m:t>
                        </m:r>
                      </m:sub>
                    </m:sSub>
                    <m:d>
                      <m:dPr>
                        <m:ctrlPr>
                          <a:rPr lang="en-US" sz="2400" i="1">
                            <a:latin typeface="Cambria Math" panose="02040503050406030204" pitchFamily="18" charset="0"/>
                          </a:rPr>
                        </m:ctrlPr>
                      </m:dPr>
                      <m:e>
                        <m:r>
                          <a:rPr lang="en-US" sz="2400" i="1">
                            <a:latin typeface="Cambria Math" panose="02040503050406030204" pitchFamily="18" charset="0"/>
                          </a:rPr>
                          <m:t>1+</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2</m:t>
                                </m:r>
                              </m:sub>
                            </m:sSub>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h</m:t>
                                    </m:r>
                                  </m:e>
                                  <m:sub>
                                    <m:r>
                                      <a:rPr lang="en-US" sz="2400" i="1">
                                        <a:latin typeface="Cambria Math" panose="02040503050406030204" pitchFamily="18" charset="0"/>
                                      </a:rPr>
                                      <m:t>2</m:t>
                                    </m:r>
                                  </m:sub>
                                </m:sSub>
                              </m:e>
                            </m:d>
                            <m:r>
                              <a:rPr lang="en-US" sz="2400" i="1" baseline="30000">
                                <a:latin typeface="Cambria Math" panose="02040503050406030204" pitchFamily="18" charset="0"/>
                              </a:rPr>
                              <m:t>2</m:t>
                            </m:r>
                          </m:num>
                          <m:den>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b="0" i="1" smtClean="0">
                                    <a:latin typeface="Cambria Math" panose="02040503050406030204" pitchFamily="18" charset="0"/>
                                  </a:rPr>
                                  <m:t>1</m:t>
                                </m:r>
                              </m:sub>
                            </m:sSub>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h</m:t>
                                    </m:r>
                                  </m:e>
                                  <m:sub>
                                    <m:r>
                                      <a:rPr lang="en-US" sz="2400" i="1">
                                        <a:latin typeface="Cambria Math" panose="02040503050406030204" pitchFamily="18" charset="0"/>
                                      </a:rPr>
                                      <m:t>2</m:t>
                                    </m:r>
                                  </m:sub>
                                </m:sSub>
                              </m:e>
                            </m:d>
                            <m:r>
                              <a:rPr lang="en-US" sz="2400" i="1" baseline="30000">
                                <a:latin typeface="Cambria Math" panose="02040503050406030204" pitchFamily="18" charset="0"/>
                              </a:rPr>
                              <m:t>2</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𝑁</m:t>
                                </m:r>
                              </m:e>
                              <m:sub>
                                <m:r>
                                  <a:rPr lang="en-US" sz="2400" b="0" i="1" smtClean="0">
                                    <a:latin typeface="Cambria Math" panose="02040503050406030204" pitchFamily="18" charset="0"/>
                                  </a:rPr>
                                  <m:t>0</m:t>
                                </m:r>
                              </m:sub>
                            </m:sSub>
                          </m:den>
                        </m:f>
                      </m:e>
                    </m:d>
                  </m:oMath>
                </a14:m>
                <a:endParaRPr lang="en-US" sz="2400" dirty="0">
                  <a:latin typeface="Times New Roman" panose="02020603050405020304" pitchFamily="18" charset="0"/>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B3AD2DFB-F823-42F9-A642-6630A82A7444}"/>
                  </a:ext>
                </a:extLst>
              </p:cNvPr>
              <p:cNvSpPr txBox="1">
                <a:spLocks noRot="1" noChangeAspect="1" noMove="1" noResize="1" noEditPoints="1" noAdjustHandles="1" noChangeArrowheads="1" noChangeShapeType="1" noTextEdit="1"/>
              </p:cNvSpPr>
              <p:nvPr/>
            </p:nvSpPr>
            <p:spPr>
              <a:xfrm>
                <a:off x="213049" y="3352800"/>
                <a:ext cx="8626150" cy="2314095"/>
              </a:xfrm>
              <a:prstGeom prst="rect">
                <a:avLst/>
              </a:prstGeom>
              <a:blipFill>
                <a:blip r:embed="rId3"/>
                <a:stretch>
                  <a:fillRect l="-1131" t="-2105"/>
                </a:stretch>
              </a:blipFill>
            </p:spPr>
            <p:txBody>
              <a:bodyPr/>
              <a:lstStyle/>
              <a:p>
                <a:r>
                  <a:rPr lang="en-US">
                    <a:noFill/>
                  </a:rPr>
                  <a:t> </a:t>
                </a:r>
              </a:p>
            </p:txBody>
          </p:sp>
        </mc:Fallback>
      </mc:AlternateContent>
    </p:spTree>
    <p:extLst>
      <p:ext uri="{BB962C8B-B14F-4D97-AF65-F5344CB8AC3E}">
        <p14:creationId xmlns:p14="http://schemas.microsoft.com/office/powerpoint/2010/main" val="36146617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BD220EE1-D805-4E11-BC4D-E813D88030C0}"/>
              </a:ext>
            </a:extLst>
          </p:cNvPr>
          <p:cNvSpPr>
            <a:spLocks noGrp="1"/>
          </p:cNvSpPr>
          <p:nvPr>
            <p:ph type="sldNum" sz="quarter" idx="12"/>
          </p:nvPr>
        </p:nvSpPr>
        <p:spPr/>
        <p:txBody>
          <a:bodyPr/>
          <a:lstStyle/>
          <a:p>
            <a:fld id="{B6F15528-21DE-4FAA-801E-634DDDAF4B2B}" type="slidenum">
              <a:rPr lang="en-US" smtClean="0"/>
              <a:pPr/>
              <a:t>51</a:t>
            </a:fld>
            <a:endParaRPr lang="en-US"/>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xmlns="" id="{4DDEA23B-47A0-49AE-A5FC-B7E243D8192A}"/>
                  </a:ext>
                </a:extLst>
              </p:cNvPr>
              <p:cNvSpPr/>
              <p:nvPr/>
            </p:nvSpPr>
            <p:spPr>
              <a:xfrm>
                <a:off x="228600" y="1085053"/>
                <a:ext cx="3409716" cy="922176"/>
              </a:xfrm>
              <a:prstGeom prst="rect">
                <a:avLst/>
              </a:prstGeom>
              <a:solidFill>
                <a:srgbClr val="FFCCFF"/>
              </a:solid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𝑙𝑜𝑔</m:t>
                          </m:r>
                        </m:e>
                        <m:sub>
                          <m:r>
                            <a:rPr lang="en-US" sz="2400" i="1">
                              <a:latin typeface="Cambria Math" panose="02040503050406030204" pitchFamily="18" charset="0"/>
                            </a:rPr>
                            <m:t>2</m:t>
                          </m:r>
                        </m:sub>
                      </m:sSub>
                      <m:d>
                        <m:dPr>
                          <m:ctrlPr>
                            <a:rPr lang="en-US" sz="2400" i="1">
                              <a:latin typeface="Cambria Math" panose="02040503050406030204" pitchFamily="18" charset="0"/>
                            </a:rPr>
                          </m:ctrlPr>
                        </m:dPr>
                        <m:e>
                          <m:r>
                            <a:rPr lang="en-US" sz="2400" i="1">
                              <a:latin typeface="Cambria Math" panose="02040503050406030204" pitchFamily="18" charset="0"/>
                            </a:rPr>
                            <m:t>1+</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1</m:t>
                                  </m:r>
                                </m:sub>
                              </m:sSub>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h</m:t>
                                      </m:r>
                                    </m:e>
                                    <m:sub>
                                      <m:r>
                                        <a:rPr lang="en-US" sz="2400" i="1">
                                          <a:latin typeface="Cambria Math" panose="02040503050406030204" pitchFamily="18" charset="0"/>
                                        </a:rPr>
                                        <m:t>1</m:t>
                                      </m:r>
                                    </m:sub>
                                  </m:sSub>
                                </m:e>
                              </m:d>
                              <m:r>
                                <a:rPr lang="en-US" sz="2400" i="1" baseline="30000">
                                  <a:latin typeface="Cambria Math" panose="02040503050406030204" pitchFamily="18" charset="0"/>
                                </a:rPr>
                                <m:t>2</m:t>
                              </m:r>
                            </m:num>
                            <m:den>
                              <m:sSub>
                                <m:sSubPr>
                                  <m:ctrlPr>
                                    <a:rPr lang="en-US" sz="2400" i="1">
                                      <a:latin typeface="Cambria Math" panose="02040503050406030204" pitchFamily="18" charset="0"/>
                                    </a:rPr>
                                  </m:ctrlPr>
                                </m:sSubPr>
                                <m:e>
                                  <m:r>
                                    <a:rPr lang="en-US" sz="2400" i="1">
                                      <a:latin typeface="Cambria Math" panose="02040503050406030204" pitchFamily="18" charset="0"/>
                                    </a:rPr>
                                    <m:t>𝑁</m:t>
                                  </m:r>
                                </m:e>
                                <m:sub>
                                  <m:r>
                                    <a:rPr lang="en-US" sz="2400" i="1">
                                      <a:latin typeface="Cambria Math" panose="02040503050406030204" pitchFamily="18" charset="0"/>
                                    </a:rPr>
                                    <m:t>0</m:t>
                                  </m:r>
                                </m:sub>
                              </m:sSub>
                            </m:den>
                          </m:f>
                        </m:e>
                      </m:d>
                    </m:oMath>
                  </m:oMathPara>
                </a14:m>
                <a:endParaRPr lang="en-US" sz="2400" dirty="0">
                  <a:latin typeface="Times New Roman" panose="02020603050405020304" pitchFamily="18" charset="0"/>
                  <a:cs typeface="Times New Roman" panose="02020603050405020304" pitchFamily="18" charset="0"/>
                </a:endParaRPr>
              </a:p>
            </p:txBody>
          </p:sp>
        </mc:Choice>
        <mc:Fallback xmlns="">
          <p:sp>
            <p:nvSpPr>
              <p:cNvPr id="6" name="Rectangle 5">
                <a:extLst>
                  <a:ext uri="{FF2B5EF4-FFF2-40B4-BE49-F238E27FC236}">
                    <a16:creationId xmlns:a16="http://schemas.microsoft.com/office/drawing/2014/main" id="{4DDEA23B-47A0-49AE-A5FC-B7E243D8192A}"/>
                  </a:ext>
                </a:extLst>
              </p:cNvPr>
              <p:cNvSpPr>
                <a:spLocks noRot="1" noChangeAspect="1" noMove="1" noResize="1" noEditPoints="1" noAdjustHandles="1" noChangeArrowheads="1" noChangeShapeType="1" noTextEdit="1"/>
              </p:cNvSpPr>
              <p:nvPr/>
            </p:nvSpPr>
            <p:spPr>
              <a:xfrm>
                <a:off x="228600" y="1085053"/>
                <a:ext cx="3409716" cy="922176"/>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xmlns="" id="{B305041C-72BD-4B0E-840C-CFAEBDB8F549}"/>
                  </a:ext>
                </a:extLst>
              </p:cNvPr>
              <p:cNvSpPr/>
              <p:nvPr/>
            </p:nvSpPr>
            <p:spPr>
              <a:xfrm>
                <a:off x="228600" y="2303899"/>
                <a:ext cx="3962400" cy="686598"/>
              </a:xfrm>
              <a:prstGeom prst="rect">
                <a:avLst/>
              </a:prstGeom>
              <a:solidFill>
                <a:srgbClr val="FFCCFF"/>
              </a:solidFill>
            </p:spPr>
            <p:txBody>
              <a:bodyPr wrap="square">
                <a:spAutoFit/>
              </a:bodyPr>
              <a:lstStyle/>
              <a:p>
                <a14:m>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2</m:t>
                        </m:r>
                      </m:sub>
                    </m:sSub>
                    <m:r>
                      <a:rPr lang="en-US" sz="2400" i="1">
                        <a:latin typeface="Cambria Math" panose="02040503050406030204" pitchFamily="18" charset="0"/>
                      </a:rPr>
                      <m:t>=</m:t>
                    </m:r>
                  </m:oMath>
                </a14:m>
                <a:r>
                  <a:rPr lang="en-US" sz="24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𝑙𝑜𝑔</m:t>
                        </m:r>
                      </m:e>
                      <m:sub>
                        <m:r>
                          <a:rPr lang="en-US" sz="2400" i="1">
                            <a:latin typeface="Cambria Math" panose="02040503050406030204" pitchFamily="18" charset="0"/>
                          </a:rPr>
                          <m:t>2</m:t>
                        </m:r>
                      </m:sub>
                    </m:sSub>
                    <m:d>
                      <m:dPr>
                        <m:ctrlPr>
                          <a:rPr lang="en-US" sz="2400" i="1">
                            <a:latin typeface="Cambria Math" panose="02040503050406030204" pitchFamily="18" charset="0"/>
                          </a:rPr>
                        </m:ctrlPr>
                      </m:dPr>
                      <m:e>
                        <m:r>
                          <a:rPr lang="en-US" sz="2400" i="1">
                            <a:latin typeface="Cambria Math" panose="02040503050406030204" pitchFamily="18" charset="0"/>
                          </a:rPr>
                          <m:t>1+</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2</m:t>
                                </m:r>
                              </m:sub>
                            </m:sSub>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h</m:t>
                                    </m:r>
                                  </m:e>
                                  <m:sub>
                                    <m:r>
                                      <a:rPr lang="en-US" sz="2400" i="1">
                                        <a:latin typeface="Cambria Math" panose="02040503050406030204" pitchFamily="18" charset="0"/>
                                      </a:rPr>
                                      <m:t>2</m:t>
                                    </m:r>
                                  </m:sub>
                                </m:sSub>
                              </m:e>
                            </m:d>
                            <m:r>
                              <a:rPr lang="en-US" sz="2400" i="1" baseline="30000">
                                <a:latin typeface="Cambria Math" panose="02040503050406030204" pitchFamily="18" charset="0"/>
                              </a:rPr>
                              <m:t>2</m:t>
                            </m:r>
                          </m:num>
                          <m:den>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1</m:t>
                                </m:r>
                              </m:sub>
                            </m:sSub>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h</m:t>
                                    </m:r>
                                  </m:e>
                                  <m:sub>
                                    <m:r>
                                      <a:rPr lang="en-US" sz="2400" i="1">
                                        <a:latin typeface="Cambria Math" panose="02040503050406030204" pitchFamily="18" charset="0"/>
                                      </a:rPr>
                                      <m:t>2</m:t>
                                    </m:r>
                                  </m:sub>
                                </m:sSub>
                              </m:e>
                            </m:d>
                            <m:r>
                              <a:rPr lang="en-US" sz="2400" i="1" baseline="30000">
                                <a:latin typeface="Cambria Math" panose="02040503050406030204" pitchFamily="18" charset="0"/>
                              </a:rPr>
                              <m:t>2</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𝑁</m:t>
                                </m:r>
                              </m:e>
                              <m:sub>
                                <m:r>
                                  <a:rPr lang="en-US" sz="2400" i="1">
                                    <a:latin typeface="Cambria Math" panose="02040503050406030204" pitchFamily="18" charset="0"/>
                                  </a:rPr>
                                  <m:t>0</m:t>
                                </m:r>
                              </m:sub>
                            </m:sSub>
                          </m:den>
                        </m:f>
                      </m:e>
                    </m:d>
                  </m:oMath>
                </a14:m>
                <a:endParaRPr lang="en-US" sz="2400" dirty="0">
                  <a:latin typeface="Times New Roman" panose="02020603050405020304" pitchFamily="18" charset="0"/>
                  <a:cs typeface="Times New Roman" panose="02020603050405020304" pitchFamily="18" charset="0"/>
                </a:endParaRPr>
              </a:p>
            </p:txBody>
          </p:sp>
        </mc:Choice>
        <mc:Fallback xmlns="">
          <p:sp>
            <p:nvSpPr>
              <p:cNvPr id="7" name="Rectangle 6">
                <a:extLst>
                  <a:ext uri="{FF2B5EF4-FFF2-40B4-BE49-F238E27FC236}">
                    <a16:creationId xmlns:a16="http://schemas.microsoft.com/office/drawing/2014/main" id="{B305041C-72BD-4B0E-840C-CFAEBDB8F549}"/>
                  </a:ext>
                </a:extLst>
              </p:cNvPr>
              <p:cNvSpPr>
                <a:spLocks noRot="1" noChangeAspect="1" noMove="1" noResize="1" noEditPoints="1" noAdjustHandles="1" noChangeArrowheads="1" noChangeShapeType="1" noTextEdit="1"/>
              </p:cNvSpPr>
              <p:nvPr/>
            </p:nvSpPr>
            <p:spPr>
              <a:xfrm>
                <a:off x="228600" y="2303899"/>
                <a:ext cx="3962400" cy="68659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xmlns="" id="{87649052-F05C-45E8-BA58-CF7016A80888}"/>
                  </a:ext>
                </a:extLst>
              </p:cNvPr>
              <p:cNvSpPr/>
              <p:nvPr/>
            </p:nvSpPr>
            <p:spPr>
              <a:xfrm>
                <a:off x="1413354" y="4128820"/>
                <a:ext cx="3586046" cy="922176"/>
              </a:xfrm>
              <a:prstGeom prst="rect">
                <a:avLst/>
              </a:prstGeom>
              <a:solidFill>
                <a:srgbClr val="CCECFF"/>
              </a:solid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m:rPr>
                              <m:sty m:val="p"/>
                            </m:rPr>
                            <a:rPr lang="el-GR" sz="2400" i="1" smtClean="0">
                              <a:latin typeface="Cambria Math" panose="02040503050406030204" pitchFamily="18" charset="0"/>
                            </a:rPr>
                            <m:t>α</m:t>
                          </m:r>
                          <m:r>
                            <a:rPr lang="en-US" sz="2400" i="1">
                              <a:latin typeface="Cambria Math" panose="02040503050406030204" pitchFamily="18" charset="0"/>
                            </a:rPr>
                            <m:t>𝑙𝑜𝑔</m:t>
                          </m:r>
                        </m:e>
                        <m:sub>
                          <m:r>
                            <a:rPr lang="en-US" sz="2400" i="1">
                              <a:latin typeface="Cambria Math" panose="02040503050406030204" pitchFamily="18" charset="0"/>
                            </a:rPr>
                            <m:t>2</m:t>
                          </m:r>
                        </m:sub>
                      </m:sSub>
                      <m:d>
                        <m:dPr>
                          <m:ctrlPr>
                            <a:rPr lang="en-US" sz="2400" i="1">
                              <a:latin typeface="Cambria Math" panose="02040503050406030204" pitchFamily="18" charset="0"/>
                            </a:rPr>
                          </m:ctrlPr>
                        </m:dPr>
                        <m:e>
                          <m:r>
                            <a:rPr lang="en-US" sz="2400" i="1">
                              <a:latin typeface="Cambria Math" panose="02040503050406030204" pitchFamily="18" charset="0"/>
                            </a:rPr>
                            <m:t>1+</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1</m:t>
                                  </m:r>
                                </m:sub>
                              </m:sSub>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h</m:t>
                                      </m:r>
                                    </m:e>
                                    <m:sub>
                                      <m:r>
                                        <a:rPr lang="en-US" sz="2400" i="1">
                                          <a:latin typeface="Cambria Math" panose="02040503050406030204" pitchFamily="18" charset="0"/>
                                        </a:rPr>
                                        <m:t>1</m:t>
                                      </m:r>
                                    </m:sub>
                                  </m:sSub>
                                </m:e>
                              </m:d>
                              <m:r>
                                <a:rPr lang="en-US" sz="2400" i="1" baseline="30000">
                                  <a:latin typeface="Cambria Math" panose="02040503050406030204" pitchFamily="18" charset="0"/>
                                </a:rPr>
                                <m:t>2</m:t>
                              </m:r>
                            </m:num>
                            <m:den>
                              <m:sSub>
                                <m:sSubPr>
                                  <m:ctrlPr>
                                    <a:rPr lang="en-US" sz="2400" i="1">
                                      <a:latin typeface="Cambria Math" panose="02040503050406030204" pitchFamily="18" charset="0"/>
                                    </a:rPr>
                                  </m:ctrlPr>
                                </m:sSubPr>
                                <m:e>
                                  <m:r>
                                    <m:rPr>
                                      <m:sty m:val="p"/>
                                    </m:rPr>
                                    <a:rPr lang="el-GR" sz="2400" i="1">
                                      <a:latin typeface="Cambria Math" panose="02040503050406030204" pitchFamily="18" charset="0"/>
                                    </a:rPr>
                                    <m:t>α</m:t>
                                  </m:r>
                                  <m:r>
                                    <a:rPr lang="en-US" sz="2400" i="1">
                                      <a:latin typeface="Cambria Math" panose="02040503050406030204" pitchFamily="18" charset="0"/>
                                    </a:rPr>
                                    <m:t>𝑁</m:t>
                                  </m:r>
                                </m:e>
                                <m:sub>
                                  <m:r>
                                    <a:rPr lang="en-US" sz="2400" i="1">
                                      <a:latin typeface="Cambria Math" panose="02040503050406030204" pitchFamily="18" charset="0"/>
                                    </a:rPr>
                                    <m:t>0</m:t>
                                  </m:r>
                                </m:sub>
                              </m:sSub>
                            </m:den>
                          </m:f>
                        </m:e>
                      </m:d>
                    </m:oMath>
                  </m:oMathPara>
                </a14:m>
                <a:endParaRPr lang="en-US" sz="2400" dirty="0">
                  <a:latin typeface="Times New Roman" panose="02020603050405020304" pitchFamily="18" charset="0"/>
                  <a:cs typeface="Times New Roman" panose="02020603050405020304" pitchFamily="18" charset="0"/>
                </a:endParaRPr>
              </a:p>
            </p:txBody>
          </p:sp>
        </mc:Choice>
        <mc:Fallback xmlns="">
          <p:sp>
            <p:nvSpPr>
              <p:cNvPr id="8" name="Rectangle 7">
                <a:extLst>
                  <a:ext uri="{FF2B5EF4-FFF2-40B4-BE49-F238E27FC236}">
                    <a16:creationId xmlns:a16="http://schemas.microsoft.com/office/drawing/2014/main" id="{87649052-F05C-45E8-BA58-CF7016A80888}"/>
                  </a:ext>
                </a:extLst>
              </p:cNvPr>
              <p:cNvSpPr>
                <a:spLocks noRot="1" noChangeAspect="1" noMove="1" noResize="1" noEditPoints="1" noAdjustHandles="1" noChangeArrowheads="1" noChangeShapeType="1" noTextEdit="1"/>
              </p:cNvSpPr>
              <p:nvPr/>
            </p:nvSpPr>
            <p:spPr>
              <a:xfrm>
                <a:off x="1413354" y="4128820"/>
                <a:ext cx="3586046" cy="92217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xmlns="" id="{02A7A852-1CE7-482A-9A6E-B9559BA90DC1}"/>
                  </a:ext>
                </a:extLst>
              </p:cNvPr>
              <p:cNvSpPr/>
              <p:nvPr/>
            </p:nvSpPr>
            <p:spPr>
              <a:xfrm>
                <a:off x="1488239" y="5166219"/>
                <a:ext cx="4059573" cy="688394"/>
              </a:xfrm>
              <a:prstGeom prst="rect">
                <a:avLst/>
              </a:prstGeom>
              <a:solidFill>
                <a:srgbClr val="CCECFF"/>
              </a:solidFill>
            </p:spPr>
            <p:txBody>
              <a:bodyPr wrap="none">
                <a:spAutoFit/>
              </a:bodyPr>
              <a:lstStyle/>
              <a:p>
                <a14:m>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2</m:t>
                        </m:r>
                      </m:sub>
                    </m:sSub>
                    <m:r>
                      <a:rPr lang="en-US" sz="2400" i="1">
                        <a:latin typeface="Cambria Math" panose="02040503050406030204" pitchFamily="18" charset="0"/>
                      </a:rPr>
                      <m:t>=</m:t>
                    </m:r>
                  </m:oMath>
                </a14:m>
                <a:r>
                  <a:rPr lang="en-US" sz="2400" dirty="0">
                    <a:latin typeface="Times New Roman" panose="02020603050405020304" pitchFamily="18" charset="0"/>
                    <a:cs typeface="Times New Roman" panose="02020603050405020304" pitchFamily="18" charset="0"/>
                  </a:rPr>
                  <a:t> (1-</a:t>
                </a:r>
                <a:r>
                  <a:rPr lang="el-GR" sz="2400" dirty="0">
                    <a:latin typeface="Times New Roman" panose="02020603050405020304" pitchFamily="18" charset="0"/>
                    <a:cs typeface="Times New Roman" panose="02020603050405020304" pitchFamily="18" charset="0"/>
                  </a:rPr>
                  <a:t> </a:t>
                </a:r>
                <a14:m>
                  <m:oMath xmlns:m="http://schemas.openxmlformats.org/officeDocument/2006/math">
                    <m:r>
                      <m:rPr>
                        <m:sty m:val="p"/>
                      </m:rPr>
                      <a:rPr lang="el-GR" sz="2400" i="1">
                        <a:latin typeface="Cambria Math" panose="02040503050406030204" pitchFamily="18" charset="0"/>
                      </a:rPr>
                      <m:t>α</m:t>
                    </m:r>
                    <m:r>
                      <a:rPr lang="el-GR"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𝑙𝑜𝑔</m:t>
                        </m:r>
                      </m:e>
                      <m:sub>
                        <m:r>
                          <a:rPr lang="en-US" sz="2400" i="1">
                            <a:latin typeface="Cambria Math" panose="02040503050406030204" pitchFamily="18" charset="0"/>
                          </a:rPr>
                          <m:t>2</m:t>
                        </m:r>
                      </m:sub>
                    </m:sSub>
                    <m:d>
                      <m:dPr>
                        <m:ctrlPr>
                          <a:rPr lang="en-US" sz="2400" i="1">
                            <a:latin typeface="Cambria Math" panose="02040503050406030204" pitchFamily="18" charset="0"/>
                          </a:rPr>
                        </m:ctrlPr>
                      </m:dPr>
                      <m:e>
                        <m:r>
                          <a:rPr lang="en-US" sz="2400" i="1">
                            <a:latin typeface="Cambria Math" panose="02040503050406030204" pitchFamily="18" charset="0"/>
                          </a:rPr>
                          <m:t>1+</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2</m:t>
                                </m:r>
                              </m:sub>
                            </m:sSub>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h</m:t>
                                    </m:r>
                                  </m:e>
                                  <m:sub>
                                    <m:r>
                                      <a:rPr lang="en-US" sz="2400" i="1">
                                        <a:latin typeface="Cambria Math" panose="02040503050406030204" pitchFamily="18" charset="0"/>
                                      </a:rPr>
                                      <m:t>2</m:t>
                                    </m:r>
                                  </m:sub>
                                </m:sSub>
                              </m:e>
                            </m:d>
                            <m:r>
                              <a:rPr lang="en-US" sz="2400" i="1" baseline="30000">
                                <a:latin typeface="Cambria Math" panose="02040503050406030204" pitchFamily="18" charset="0"/>
                              </a:rPr>
                              <m:t>2</m:t>
                            </m:r>
                          </m:num>
                          <m:den>
                            <m:r>
                              <a:rPr lang="en-US" sz="2400" b="0" i="1" smtClean="0">
                                <a:latin typeface="Cambria Math" panose="02040503050406030204" pitchFamily="18" charset="0"/>
                              </a:rPr>
                              <m:t>(1−</m:t>
                            </m:r>
                            <m:r>
                              <m:rPr>
                                <m:sty m:val="p"/>
                              </m:rPr>
                              <a:rPr lang="el-GR" sz="2400" i="1">
                                <a:latin typeface="Cambria Math" panose="02040503050406030204" pitchFamily="18" charset="0"/>
                              </a:rPr>
                              <m:t>α</m:t>
                            </m:r>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𝑁</m:t>
                                </m:r>
                              </m:e>
                              <m:sub>
                                <m:r>
                                  <a:rPr lang="en-US" sz="2400" i="1">
                                    <a:latin typeface="Cambria Math" panose="02040503050406030204" pitchFamily="18" charset="0"/>
                                  </a:rPr>
                                  <m:t>0</m:t>
                                </m:r>
                              </m:sub>
                            </m:sSub>
                          </m:den>
                        </m:f>
                      </m:e>
                    </m:d>
                  </m:oMath>
                </a14:m>
                <a:endParaRPr lang="en-US" sz="2400" dirty="0">
                  <a:latin typeface="Times New Roman" panose="02020603050405020304" pitchFamily="18" charset="0"/>
                  <a:cs typeface="Times New Roman" panose="02020603050405020304" pitchFamily="18" charset="0"/>
                </a:endParaRPr>
              </a:p>
            </p:txBody>
          </p:sp>
        </mc:Choice>
        <mc:Fallback xmlns="">
          <p:sp>
            <p:nvSpPr>
              <p:cNvPr id="9" name="Rectangle 8">
                <a:extLst>
                  <a:ext uri="{FF2B5EF4-FFF2-40B4-BE49-F238E27FC236}">
                    <a16:creationId xmlns:a16="http://schemas.microsoft.com/office/drawing/2014/main" id="{02A7A852-1CE7-482A-9A6E-B9559BA90DC1}"/>
                  </a:ext>
                </a:extLst>
              </p:cNvPr>
              <p:cNvSpPr>
                <a:spLocks noRot="1" noChangeAspect="1" noMove="1" noResize="1" noEditPoints="1" noAdjustHandles="1" noChangeArrowheads="1" noChangeShapeType="1" noTextEdit="1"/>
              </p:cNvSpPr>
              <p:nvPr/>
            </p:nvSpPr>
            <p:spPr>
              <a:xfrm>
                <a:off x="1488239" y="5166219"/>
                <a:ext cx="4059573" cy="688394"/>
              </a:xfrm>
              <a:prstGeom prst="rect">
                <a:avLst/>
              </a:prstGeom>
              <a:blipFill>
                <a:blip r:embed="rId5"/>
                <a:stretch>
                  <a:fillRect b="-885"/>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xmlns="" id="{186B8458-D8B5-441D-A255-0F80C25AD7A9}"/>
              </a:ext>
            </a:extLst>
          </p:cNvPr>
          <p:cNvSpPr txBox="1"/>
          <p:nvPr/>
        </p:nvSpPr>
        <p:spPr>
          <a:xfrm>
            <a:off x="228600" y="453751"/>
            <a:ext cx="3625957" cy="461665"/>
          </a:xfrm>
          <a:prstGeom prst="rect">
            <a:avLst/>
          </a:prstGeom>
          <a:solidFill>
            <a:srgbClr val="FFCCFF"/>
          </a:solidFill>
        </p:spPr>
        <p:txBody>
          <a:bodyPr wrap="square" rtlCol="0">
            <a:spAutoFit/>
          </a:bodyPr>
          <a:lstStyle/>
          <a:p>
            <a:r>
              <a:rPr lang="en-US" sz="2400" dirty="0">
                <a:latin typeface="Times New Roman" panose="02020603050405020304" pitchFamily="18" charset="0"/>
                <a:cs typeface="Times New Roman" panose="02020603050405020304" pitchFamily="18" charset="0"/>
              </a:rPr>
              <a:t>Non-orthogonal scheme</a:t>
            </a:r>
          </a:p>
        </p:txBody>
      </p:sp>
      <p:sp>
        <p:nvSpPr>
          <p:cNvPr id="11" name="TextBox 10">
            <a:extLst>
              <a:ext uri="{FF2B5EF4-FFF2-40B4-BE49-F238E27FC236}">
                <a16:creationId xmlns:a16="http://schemas.microsoft.com/office/drawing/2014/main" xmlns="" id="{66C388DC-9861-4473-9E0B-BDA25957AB7C}"/>
              </a:ext>
            </a:extLst>
          </p:cNvPr>
          <p:cNvSpPr txBox="1"/>
          <p:nvPr/>
        </p:nvSpPr>
        <p:spPr>
          <a:xfrm>
            <a:off x="1413354" y="3405839"/>
            <a:ext cx="2685119" cy="461665"/>
          </a:xfrm>
          <a:prstGeom prst="rect">
            <a:avLst/>
          </a:prstGeom>
          <a:solidFill>
            <a:srgbClr val="CCECFF"/>
          </a:solidFill>
        </p:spPr>
        <p:txBody>
          <a:bodyPr wrap="square" rtlCol="0">
            <a:spAutoFit/>
          </a:bodyPr>
          <a:lstStyle/>
          <a:p>
            <a:r>
              <a:rPr lang="en-US" sz="2400" dirty="0">
                <a:latin typeface="Times New Roman" panose="02020603050405020304" pitchFamily="18" charset="0"/>
                <a:cs typeface="Times New Roman" panose="02020603050405020304" pitchFamily="18" charset="0"/>
              </a:rPr>
              <a:t>Orthogonal scheme</a:t>
            </a:r>
          </a:p>
        </p:txBody>
      </p:sp>
      <p:sp>
        <p:nvSpPr>
          <p:cNvPr id="12" name="Rectangle 11">
            <a:extLst>
              <a:ext uri="{FF2B5EF4-FFF2-40B4-BE49-F238E27FC236}">
                <a16:creationId xmlns:a16="http://schemas.microsoft.com/office/drawing/2014/main" xmlns="" id="{1660B33D-529C-4437-B238-B0E552F9838C}"/>
              </a:ext>
            </a:extLst>
          </p:cNvPr>
          <p:cNvSpPr/>
          <p:nvPr/>
        </p:nvSpPr>
        <p:spPr>
          <a:xfrm>
            <a:off x="762001" y="6096159"/>
            <a:ext cx="7924799" cy="461665"/>
          </a:xfrm>
          <a:prstGeom prst="rect">
            <a:avLst/>
          </a:prstGeom>
        </p:spPr>
        <p:txBody>
          <a:bodyPr wrap="square">
            <a:spAutoFit/>
          </a:bodyPr>
          <a:lstStyle/>
          <a:p>
            <a:r>
              <a:rPr lang="en-US" sz="2400" dirty="0">
                <a:latin typeface="Times New Roman" panose="02020603050405020304" pitchFamily="18" charset="0"/>
                <a:cs typeface="Times New Roman" panose="02020603050405020304" pitchFamily="18" charset="0"/>
              </a:rPr>
              <a:t>α represents the fraction of the bandwidth devoted to user 1</a:t>
            </a:r>
          </a:p>
        </p:txBody>
      </p:sp>
      <p:sp>
        <p:nvSpPr>
          <p:cNvPr id="13" name="TextBox 12">
            <a:extLst>
              <a:ext uri="{FF2B5EF4-FFF2-40B4-BE49-F238E27FC236}">
                <a16:creationId xmlns:a16="http://schemas.microsoft.com/office/drawing/2014/main" xmlns="" id="{0B0CEFB6-DADB-469E-838A-707E2498071F}"/>
              </a:ext>
            </a:extLst>
          </p:cNvPr>
          <p:cNvSpPr txBox="1"/>
          <p:nvPr/>
        </p:nvSpPr>
        <p:spPr>
          <a:xfrm>
            <a:off x="3518025" y="1294583"/>
            <a:ext cx="1385844" cy="461665"/>
          </a:xfrm>
          <a:prstGeom prst="rect">
            <a:avLst/>
          </a:prstGeom>
          <a:solidFill>
            <a:srgbClr val="FFCCFF"/>
          </a:solidFill>
        </p:spPr>
        <p:txBody>
          <a:bodyPr wrap="square" rtlCol="0">
            <a:spAutoFit/>
          </a:bodyPr>
          <a:lstStyle/>
          <a:p>
            <a:r>
              <a:rPr lang="en-US" sz="2400" dirty="0">
                <a:latin typeface="Times New Roman" panose="02020603050405020304" pitchFamily="18" charset="0"/>
                <a:cs typeface="Times New Roman" panose="02020603050405020304" pitchFamily="18" charset="0"/>
              </a:rPr>
              <a:t>bits/s/Hz</a:t>
            </a:r>
          </a:p>
        </p:txBody>
      </p:sp>
      <p:sp>
        <p:nvSpPr>
          <p:cNvPr id="14" name="TextBox 13">
            <a:extLst>
              <a:ext uri="{FF2B5EF4-FFF2-40B4-BE49-F238E27FC236}">
                <a16:creationId xmlns:a16="http://schemas.microsoft.com/office/drawing/2014/main" xmlns="" id="{C5B6B6BC-79C8-4809-8A16-24D60E60383A}"/>
              </a:ext>
            </a:extLst>
          </p:cNvPr>
          <p:cNvSpPr txBox="1"/>
          <p:nvPr/>
        </p:nvSpPr>
        <p:spPr>
          <a:xfrm>
            <a:off x="3879078" y="2372889"/>
            <a:ext cx="1385844" cy="461665"/>
          </a:xfrm>
          <a:prstGeom prst="rect">
            <a:avLst/>
          </a:prstGeom>
          <a:solidFill>
            <a:srgbClr val="FFCCFF"/>
          </a:solidFill>
        </p:spPr>
        <p:txBody>
          <a:bodyPr wrap="square" rtlCol="0">
            <a:spAutoFit/>
          </a:bodyPr>
          <a:lstStyle/>
          <a:p>
            <a:r>
              <a:rPr lang="en-US" sz="2400" dirty="0">
                <a:latin typeface="Times New Roman" panose="02020603050405020304" pitchFamily="18" charset="0"/>
                <a:cs typeface="Times New Roman" panose="02020603050405020304" pitchFamily="18" charset="0"/>
              </a:rPr>
              <a:t>bits/s/Hz</a:t>
            </a:r>
          </a:p>
        </p:txBody>
      </p:sp>
      <p:sp>
        <p:nvSpPr>
          <p:cNvPr id="15" name="TextBox 14">
            <a:extLst>
              <a:ext uri="{FF2B5EF4-FFF2-40B4-BE49-F238E27FC236}">
                <a16:creationId xmlns:a16="http://schemas.microsoft.com/office/drawing/2014/main" xmlns="" id="{69D39A79-2D79-456C-AB36-1118D388B217}"/>
              </a:ext>
            </a:extLst>
          </p:cNvPr>
          <p:cNvSpPr txBox="1"/>
          <p:nvPr/>
        </p:nvSpPr>
        <p:spPr>
          <a:xfrm>
            <a:off x="4999400" y="4352949"/>
            <a:ext cx="1385844" cy="461665"/>
          </a:xfrm>
          <a:prstGeom prst="rect">
            <a:avLst/>
          </a:prstGeom>
          <a:solidFill>
            <a:srgbClr val="CCECFF"/>
          </a:solidFill>
        </p:spPr>
        <p:txBody>
          <a:bodyPr wrap="square" rtlCol="0">
            <a:spAutoFit/>
          </a:bodyPr>
          <a:lstStyle/>
          <a:p>
            <a:r>
              <a:rPr lang="en-US" sz="2400" dirty="0">
                <a:latin typeface="Times New Roman" panose="02020603050405020304" pitchFamily="18" charset="0"/>
                <a:cs typeface="Times New Roman" panose="02020603050405020304" pitchFamily="18" charset="0"/>
              </a:rPr>
              <a:t>bits/s/Hz</a:t>
            </a:r>
          </a:p>
        </p:txBody>
      </p:sp>
      <p:sp>
        <p:nvSpPr>
          <p:cNvPr id="16" name="TextBox 15">
            <a:extLst>
              <a:ext uri="{FF2B5EF4-FFF2-40B4-BE49-F238E27FC236}">
                <a16:creationId xmlns:a16="http://schemas.microsoft.com/office/drawing/2014/main" xmlns="" id="{7E3820F3-AA44-444C-B707-1C20E0CF4A25}"/>
              </a:ext>
            </a:extLst>
          </p:cNvPr>
          <p:cNvSpPr txBox="1"/>
          <p:nvPr/>
        </p:nvSpPr>
        <p:spPr>
          <a:xfrm>
            <a:off x="5547812" y="5243941"/>
            <a:ext cx="1385844" cy="461665"/>
          </a:xfrm>
          <a:prstGeom prst="rect">
            <a:avLst/>
          </a:prstGeom>
          <a:solidFill>
            <a:srgbClr val="CCECFF"/>
          </a:solidFill>
        </p:spPr>
        <p:txBody>
          <a:bodyPr wrap="square" rtlCol="0">
            <a:spAutoFit/>
          </a:bodyPr>
          <a:lstStyle/>
          <a:p>
            <a:r>
              <a:rPr lang="en-US" sz="2400" dirty="0">
                <a:latin typeface="Times New Roman" panose="02020603050405020304" pitchFamily="18" charset="0"/>
                <a:cs typeface="Times New Roman" panose="02020603050405020304" pitchFamily="18" charset="0"/>
              </a:rPr>
              <a:t>bits/s/Hz</a:t>
            </a:r>
          </a:p>
        </p:txBody>
      </p:sp>
    </p:spTree>
    <p:extLst>
      <p:ext uri="{BB962C8B-B14F-4D97-AF65-F5344CB8AC3E}">
        <p14:creationId xmlns:p14="http://schemas.microsoft.com/office/powerpoint/2010/main" val="31353450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7385A287-345B-4C3B-AD3D-BFC82B996AB1}"/>
              </a:ext>
            </a:extLst>
          </p:cNvPr>
          <p:cNvSpPr>
            <a:spLocks noGrp="1"/>
          </p:cNvSpPr>
          <p:nvPr>
            <p:ph type="sldNum" sz="quarter" idx="12"/>
          </p:nvPr>
        </p:nvSpPr>
        <p:spPr/>
        <p:txBody>
          <a:bodyPr/>
          <a:lstStyle/>
          <a:p>
            <a:fld id="{B6F15528-21DE-4FAA-801E-634DDDAF4B2B}" type="slidenum">
              <a:rPr lang="en-US" smtClean="0"/>
              <a:pPr/>
              <a:t>52</a:t>
            </a:fld>
            <a:endParaRPr lang="en-US"/>
          </a:p>
        </p:txBody>
      </p:sp>
      <p:cxnSp>
        <p:nvCxnSpPr>
          <p:cNvPr id="6" name="Straight Arrow Connector 5">
            <a:extLst>
              <a:ext uri="{FF2B5EF4-FFF2-40B4-BE49-F238E27FC236}">
                <a16:creationId xmlns:a16="http://schemas.microsoft.com/office/drawing/2014/main" xmlns="" id="{D10A2048-300B-41FD-B4CA-6018EB4B669C}"/>
              </a:ext>
            </a:extLst>
          </p:cNvPr>
          <p:cNvCxnSpPr/>
          <p:nvPr/>
        </p:nvCxnSpPr>
        <p:spPr>
          <a:xfrm>
            <a:off x="1066800" y="4572000"/>
            <a:ext cx="617220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xmlns="" id="{E097E1CB-6BBB-40D1-8546-6E02EE90AA00}"/>
              </a:ext>
            </a:extLst>
          </p:cNvPr>
          <p:cNvCxnSpPr/>
          <p:nvPr/>
        </p:nvCxnSpPr>
        <p:spPr>
          <a:xfrm flipV="1">
            <a:off x="1752600" y="762000"/>
            <a:ext cx="0" cy="495300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xmlns="" id="{995D601F-4E66-475E-A396-B2CF2170229C}"/>
                  </a:ext>
                </a:extLst>
              </p:cNvPr>
              <p:cNvSpPr/>
              <p:nvPr/>
            </p:nvSpPr>
            <p:spPr>
              <a:xfrm>
                <a:off x="1777260" y="3867504"/>
                <a:ext cx="2459841" cy="645561"/>
              </a:xfrm>
              <a:prstGeom prst="rect">
                <a:avLst/>
              </a:prstGeom>
              <a:solidFill>
                <a:srgbClr val="CCECFF"/>
              </a:solid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𝑅</m:t>
                          </m:r>
                        </m:e>
                        <m:sub>
                          <m:r>
                            <a:rPr lang="en-US" sz="1600" i="1">
                              <a:latin typeface="Cambria Math" panose="02040503050406030204" pitchFamily="18" charset="0"/>
                            </a:rPr>
                            <m:t>1</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m:rPr>
                              <m:sty m:val="p"/>
                            </m:rPr>
                            <a:rPr lang="el-GR" sz="1600" i="1" smtClean="0">
                              <a:latin typeface="Cambria Math" panose="02040503050406030204" pitchFamily="18" charset="0"/>
                            </a:rPr>
                            <m:t>α</m:t>
                          </m:r>
                          <m:r>
                            <a:rPr lang="en-US" sz="1600" i="1">
                              <a:latin typeface="Cambria Math" panose="02040503050406030204" pitchFamily="18" charset="0"/>
                            </a:rPr>
                            <m:t>𝑙𝑜𝑔</m:t>
                          </m:r>
                        </m:e>
                        <m:sub>
                          <m:r>
                            <a:rPr lang="en-US" sz="1600" i="1">
                              <a:latin typeface="Cambria Math" panose="02040503050406030204" pitchFamily="18" charset="0"/>
                            </a:rPr>
                            <m:t>2</m:t>
                          </m:r>
                        </m:sub>
                      </m:sSub>
                      <m:d>
                        <m:dPr>
                          <m:ctrlPr>
                            <a:rPr lang="en-US" sz="1600" i="1">
                              <a:latin typeface="Cambria Math" panose="02040503050406030204" pitchFamily="18" charset="0"/>
                            </a:rPr>
                          </m:ctrlPr>
                        </m:dPr>
                        <m:e>
                          <m:r>
                            <a:rPr lang="en-US" sz="1600" i="1">
                              <a:latin typeface="Cambria Math" panose="02040503050406030204" pitchFamily="18" charset="0"/>
                            </a:rPr>
                            <m:t>1+</m:t>
                          </m:r>
                          <m:f>
                            <m:fPr>
                              <m:ctrlPr>
                                <a:rPr lang="en-US" sz="1600" i="1">
                                  <a:latin typeface="Cambria Math" panose="02040503050406030204" pitchFamily="18" charset="0"/>
                                </a:rPr>
                              </m:ctrlPr>
                            </m:fPr>
                            <m:num>
                              <m:sSub>
                                <m:sSubPr>
                                  <m:ctrlPr>
                                    <a:rPr lang="en-US" sz="1600" i="1">
                                      <a:latin typeface="Cambria Math" panose="02040503050406030204" pitchFamily="18" charset="0"/>
                                    </a:rPr>
                                  </m:ctrlPr>
                                </m:sSubPr>
                                <m:e>
                                  <m:r>
                                    <a:rPr lang="en-US" sz="1600" i="1">
                                      <a:latin typeface="Cambria Math" panose="02040503050406030204" pitchFamily="18" charset="0"/>
                                    </a:rPr>
                                    <m:t>𝑃</m:t>
                                  </m:r>
                                </m:e>
                                <m:sub>
                                  <m:r>
                                    <a:rPr lang="en-US" sz="1600" i="1">
                                      <a:latin typeface="Cambria Math" panose="02040503050406030204" pitchFamily="18" charset="0"/>
                                    </a:rPr>
                                    <m:t>1</m:t>
                                  </m:r>
                                </m:sub>
                              </m:sSub>
                              <m:d>
                                <m:dPr>
                                  <m:begChr m:val="|"/>
                                  <m:endChr m:val="|"/>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h</m:t>
                                      </m:r>
                                    </m:e>
                                    <m:sub>
                                      <m:r>
                                        <a:rPr lang="en-US" sz="1600" i="1">
                                          <a:latin typeface="Cambria Math" panose="02040503050406030204" pitchFamily="18" charset="0"/>
                                        </a:rPr>
                                        <m:t>1</m:t>
                                      </m:r>
                                    </m:sub>
                                  </m:sSub>
                                </m:e>
                              </m:d>
                              <m:r>
                                <a:rPr lang="en-US" sz="1600" i="1" baseline="30000">
                                  <a:latin typeface="Cambria Math" panose="02040503050406030204" pitchFamily="18" charset="0"/>
                                </a:rPr>
                                <m:t>2</m:t>
                              </m:r>
                            </m:num>
                            <m:den>
                              <m:sSub>
                                <m:sSubPr>
                                  <m:ctrlPr>
                                    <a:rPr lang="en-US" sz="1600" i="1">
                                      <a:latin typeface="Cambria Math" panose="02040503050406030204" pitchFamily="18" charset="0"/>
                                    </a:rPr>
                                  </m:ctrlPr>
                                </m:sSubPr>
                                <m:e>
                                  <m:r>
                                    <m:rPr>
                                      <m:sty m:val="p"/>
                                    </m:rPr>
                                    <a:rPr lang="el-GR" sz="1600" i="1">
                                      <a:latin typeface="Cambria Math" panose="02040503050406030204" pitchFamily="18" charset="0"/>
                                    </a:rPr>
                                    <m:t>α</m:t>
                                  </m:r>
                                  <m:r>
                                    <a:rPr lang="en-US" sz="1600" i="1">
                                      <a:latin typeface="Cambria Math" panose="02040503050406030204" pitchFamily="18" charset="0"/>
                                    </a:rPr>
                                    <m:t>𝑁</m:t>
                                  </m:r>
                                </m:e>
                                <m:sub>
                                  <m:r>
                                    <a:rPr lang="en-US" sz="1600" i="1">
                                      <a:latin typeface="Cambria Math" panose="02040503050406030204" pitchFamily="18" charset="0"/>
                                    </a:rPr>
                                    <m:t>0</m:t>
                                  </m:r>
                                </m:sub>
                              </m:sSub>
                            </m:den>
                          </m:f>
                        </m:e>
                      </m:d>
                    </m:oMath>
                  </m:oMathPara>
                </a14:m>
                <a:endParaRPr lang="en-US" sz="1600" dirty="0">
                  <a:latin typeface="Times New Roman" panose="02020603050405020304" pitchFamily="18" charset="0"/>
                  <a:cs typeface="Times New Roman" panose="02020603050405020304" pitchFamily="18" charset="0"/>
                </a:endParaRPr>
              </a:p>
            </p:txBody>
          </p:sp>
        </mc:Choice>
        <mc:Fallback xmlns="">
          <p:sp>
            <p:nvSpPr>
              <p:cNvPr id="9" name="Rectangle 8">
                <a:extLst>
                  <a:ext uri="{FF2B5EF4-FFF2-40B4-BE49-F238E27FC236}">
                    <a16:creationId xmlns:a16="http://schemas.microsoft.com/office/drawing/2014/main" id="{995D601F-4E66-475E-A396-B2CF2170229C}"/>
                  </a:ext>
                </a:extLst>
              </p:cNvPr>
              <p:cNvSpPr>
                <a:spLocks noRot="1" noChangeAspect="1" noMove="1" noResize="1" noEditPoints="1" noAdjustHandles="1" noChangeArrowheads="1" noChangeShapeType="1" noTextEdit="1"/>
              </p:cNvSpPr>
              <p:nvPr/>
            </p:nvSpPr>
            <p:spPr>
              <a:xfrm>
                <a:off x="1777260" y="3867504"/>
                <a:ext cx="2459841" cy="645561"/>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xmlns="" id="{A58D0AF7-0D2D-4262-A2CB-338B2EEF62BD}"/>
                  </a:ext>
                </a:extLst>
              </p:cNvPr>
              <p:cNvSpPr/>
              <p:nvPr/>
            </p:nvSpPr>
            <p:spPr>
              <a:xfrm>
                <a:off x="1777261" y="3425823"/>
                <a:ext cx="2794739" cy="489621"/>
              </a:xfrm>
              <a:prstGeom prst="rect">
                <a:avLst/>
              </a:prstGeom>
              <a:solidFill>
                <a:srgbClr val="CCECFF"/>
              </a:solidFill>
            </p:spPr>
            <p:txBody>
              <a:bodyPr wrap="none">
                <a:spAutoFit/>
              </a:bodyPr>
              <a:lstStyle/>
              <a:p>
                <a14:m>
                  <m:oMath xmlns:m="http://schemas.openxmlformats.org/officeDocument/2006/math">
                    <m:sSub>
                      <m:sSubPr>
                        <m:ctrlPr>
                          <a:rPr lang="en-US" sz="1600" i="1" smtClean="0">
                            <a:latin typeface="Cambria Math" panose="02040503050406030204" pitchFamily="18" charset="0"/>
                          </a:rPr>
                        </m:ctrlPr>
                      </m:sSubPr>
                      <m:e>
                        <m:r>
                          <a:rPr lang="en-US" sz="1600" i="1">
                            <a:latin typeface="Cambria Math" panose="02040503050406030204" pitchFamily="18" charset="0"/>
                          </a:rPr>
                          <m:t>𝑅</m:t>
                        </m:r>
                      </m:e>
                      <m:sub>
                        <m:r>
                          <a:rPr lang="en-US" sz="1600" i="1">
                            <a:latin typeface="Cambria Math" panose="02040503050406030204" pitchFamily="18" charset="0"/>
                          </a:rPr>
                          <m:t>2</m:t>
                        </m:r>
                      </m:sub>
                    </m:sSub>
                    <m:r>
                      <a:rPr lang="en-US" sz="1600" i="1">
                        <a:latin typeface="Cambria Math" panose="02040503050406030204" pitchFamily="18" charset="0"/>
                      </a:rPr>
                      <m:t>=</m:t>
                    </m:r>
                  </m:oMath>
                </a14:m>
                <a:r>
                  <a:rPr lang="en-US" sz="1600" dirty="0">
                    <a:latin typeface="Times New Roman" panose="02020603050405020304" pitchFamily="18" charset="0"/>
                    <a:cs typeface="Times New Roman" panose="02020603050405020304" pitchFamily="18" charset="0"/>
                  </a:rPr>
                  <a:t> (1-</a:t>
                </a:r>
                <a:r>
                  <a:rPr lang="el-GR" sz="1600" dirty="0">
                    <a:latin typeface="Times New Roman" panose="02020603050405020304" pitchFamily="18" charset="0"/>
                    <a:cs typeface="Times New Roman" panose="02020603050405020304" pitchFamily="18" charset="0"/>
                  </a:rPr>
                  <a:t> </a:t>
                </a:r>
                <a14:m>
                  <m:oMath xmlns:m="http://schemas.openxmlformats.org/officeDocument/2006/math">
                    <m:r>
                      <m:rPr>
                        <m:sty m:val="p"/>
                      </m:rPr>
                      <a:rPr lang="el-GR" sz="1600" i="1">
                        <a:latin typeface="Cambria Math" panose="02040503050406030204" pitchFamily="18" charset="0"/>
                      </a:rPr>
                      <m:t>α</m:t>
                    </m:r>
                    <m:r>
                      <a:rPr lang="el-GR" sz="1600" i="1">
                        <a:latin typeface="Cambria Math" panose="02040503050406030204" pitchFamily="18" charset="0"/>
                      </a:rPr>
                      <m:t> )</m:t>
                    </m:r>
                    <m:sSub>
                      <m:sSubPr>
                        <m:ctrlPr>
                          <a:rPr lang="en-US" sz="1600" i="1">
                            <a:latin typeface="Cambria Math" panose="02040503050406030204" pitchFamily="18" charset="0"/>
                          </a:rPr>
                        </m:ctrlPr>
                      </m:sSubPr>
                      <m:e>
                        <m:r>
                          <a:rPr lang="en-US" sz="1600" i="1">
                            <a:latin typeface="Cambria Math" panose="02040503050406030204" pitchFamily="18" charset="0"/>
                          </a:rPr>
                          <m:t>𝑙𝑜𝑔</m:t>
                        </m:r>
                      </m:e>
                      <m:sub>
                        <m:r>
                          <a:rPr lang="en-US" sz="1600" i="1">
                            <a:latin typeface="Cambria Math" panose="02040503050406030204" pitchFamily="18" charset="0"/>
                          </a:rPr>
                          <m:t>2</m:t>
                        </m:r>
                      </m:sub>
                    </m:sSub>
                    <m:d>
                      <m:dPr>
                        <m:ctrlPr>
                          <a:rPr lang="en-US" sz="1600" i="1">
                            <a:latin typeface="Cambria Math" panose="02040503050406030204" pitchFamily="18" charset="0"/>
                          </a:rPr>
                        </m:ctrlPr>
                      </m:dPr>
                      <m:e>
                        <m:r>
                          <a:rPr lang="en-US" sz="1600" i="1">
                            <a:latin typeface="Cambria Math" panose="02040503050406030204" pitchFamily="18" charset="0"/>
                          </a:rPr>
                          <m:t>1+</m:t>
                        </m:r>
                        <m:f>
                          <m:fPr>
                            <m:ctrlPr>
                              <a:rPr lang="en-US" sz="1600" i="1">
                                <a:latin typeface="Cambria Math" panose="02040503050406030204" pitchFamily="18" charset="0"/>
                              </a:rPr>
                            </m:ctrlPr>
                          </m:fPr>
                          <m:num>
                            <m:sSub>
                              <m:sSubPr>
                                <m:ctrlPr>
                                  <a:rPr lang="en-US" sz="1600" i="1">
                                    <a:latin typeface="Cambria Math" panose="02040503050406030204" pitchFamily="18" charset="0"/>
                                  </a:rPr>
                                </m:ctrlPr>
                              </m:sSubPr>
                              <m:e>
                                <m:r>
                                  <a:rPr lang="en-US" sz="1600" i="1">
                                    <a:latin typeface="Cambria Math" panose="02040503050406030204" pitchFamily="18" charset="0"/>
                                  </a:rPr>
                                  <m:t>𝑃</m:t>
                                </m:r>
                              </m:e>
                              <m:sub>
                                <m:r>
                                  <a:rPr lang="en-US" sz="1600" i="1">
                                    <a:latin typeface="Cambria Math" panose="02040503050406030204" pitchFamily="18" charset="0"/>
                                  </a:rPr>
                                  <m:t>2</m:t>
                                </m:r>
                              </m:sub>
                            </m:sSub>
                            <m:d>
                              <m:dPr>
                                <m:begChr m:val="|"/>
                                <m:endChr m:val="|"/>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h</m:t>
                                    </m:r>
                                  </m:e>
                                  <m:sub>
                                    <m:r>
                                      <a:rPr lang="en-US" sz="1600" i="1">
                                        <a:latin typeface="Cambria Math" panose="02040503050406030204" pitchFamily="18" charset="0"/>
                                      </a:rPr>
                                      <m:t>2</m:t>
                                    </m:r>
                                  </m:sub>
                                </m:sSub>
                              </m:e>
                            </m:d>
                            <m:r>
                              <a:rPr lang="en-US" sz="1600" i="1" baseline="30000">
                                <a:latin typeface="Cambria Math" panose="02040503050406030204" pitchFamily="18" charset="0"/>
                              </a:rPr>
                              <m:t>2</m:t>
                            </m:r>
                          </m:num>
                          <m:den>
                            <m:r>
                              <a:rPr lang="en-US" sz="1600" b="0" i="1" smtClean="0">
                                <a:latin typeface="Cambria Math" panose="02040503050406030204" pitchFamily="18" charset="0"/>
                              </a:rPr>
                              <m:t>(1−</m:t>
                            </m:r>
                            <m:r>
                              <m:rPr>
                                <m:sty m:val="p"/>
                              </m:rPr>
                              <a:rPr lang="el-GR" sz="1600" i="1">
                                <a:latin typeface="Cambria Math" panose="02040503050406030204" pitchFamily="18" charset="0"/>
                              </a:rPr>
                              <m:t>α</m:t>
                            </m:r>
                            <m:r>
                              <a:rPr lang="en-US" sz="1600" b="0" i="1" smtClean="0">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𝑁</m:t>
                                </m:r>
                              </m:e>
                              <m:sub>
                                <m:r>
                                  <a:rPr lang="en-US" sz="1600" i="1">
                                    <a:latin typeface="Cambria Math" panose="02040503050406030204" pitchFamily="18" charset="0"/>
                                  </a:rPr>
                                  <m:t>0</m:t>
                                </m:r>
                              </m:sub>
                            </m:sSub>
                          </m:den>
                        </m:f>
                      </m:e>
                    </m:d>
                  </m:oMath>
                </a14:m>
                <a:endParaRPr lang="en-US" sz="1600" dirty="0">
                  <a:latin typeface="Times New Roman" panose="02020603050405020304" pitchFamily="18" charset="0"/>
                  <a:cs typeface="Times New Roman" panose="02020603050405020304" pitchFamily="18" charset="0"/>
                </a:endParaRPr>
              </a:p>
            </p:txBody>
          </p:sp>
        </mc:Choice>
        <mc:Fallback xmlns="">
          <p:sp>
            <p:nvSpPr>
              <p:cNvPr id="10" name="Rectangle 9">
                <a:extLst>
                  <a:ext uri="{FF2B5EF4-FFF2-40B4-BE49-F238E27FC236}">
                    <a16:creationId xmlns:a16="http://schemas.microsoft.com/office/drawing/2014/main" id="{A58D0AF7-0D2D-4262-A2CB-338B2EEF62BD}"/>
                  </a:ext>
                </a:extLst>
              </p:cNvPr>
              <p:cNvSpPr>
                <a:spLocks noRot="1" noChangeAspect="1" noMove="1" noResize="1" noEditPoints="1" noAdjustHandles="1" noChangeArrowheads="1" noChangeShapeType="1" noTextEdit="1"/>
              </p:cNvSpPr>
              <p:nvPr/>
            </p:nvSpPr>
            <p:spPr>
              <a:xfrm>
                <a:off x="1777261" y="3425823"/>
                <a:ext cx="2794739" cy="489621"/>
              </a:xfrm>
              <a:prstGeom prst="rect">
                <a:avLst/>
              </a:prstGeom>
              <a:blipFill>
                <a:blip r:embed="rId3"/>
                <a:stretch>
                  <a:fillRect b="-37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xmlns="" id="{436E84B2-76CB-48F8-8AF9-FC3D9089B3D1}"/>
                  </a:ext>
                </a:extLst>
              </p:cNvPr>
              <p:cNvSpPr/>
              <p:nvPr/>
            </p:nvSpPr>
            <p:spPr>
              <a:xfrm>
                <a:off x="4571212" y="2182471"/>
                <a:ext cx="2341217" cy="645561"/>
              </a:xfrm>
              <a:prstGeom prst="rect">
                <a:avLst/>
              </a:prstGeom>
              <a:solidFill>
                <a:srgbClr val="FFCCFF"/>
              </a:solid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i="1">
                              <a:latin typeface="Cambria Math" panose="02040503050406030204" pitchFamily="18" charset="0"/>
                            </a:rPr>
                            <m:t>𝑅</m:t>
                          </m:r>
                        </m:e>
                        <m:sub>
                          <m:r>
                            <a:rPr lang="en-US" sz="1600" i="1">
                              <a:latin typeface="Cambria Math" panose="02040503050406030204" pitchFamily="18" charset="0"/>
                            </a:rPr>
                            <m:t>1</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𝑙𝑜𝑔</m:t>
                          </m:r>
                        </m:e>
                        <m:sub>
                          <m:r>
                            <a:rPr lang="en-US" sz="1600" i="1">
                              <a:latin typeface="Cambria Math" panose="02040503050406030204" pitchFamily="18" charset="0"/>
                            </a:rPr>
                            <m:t>2</m:t>
                          </m:r>
                        </m:sub>
                      </m:sSub>
                      <m:d>
                        <m:dPr>
                          <m:ctrlPr>
                            <a:rPr lang="en-US" sz="1600" i="1">
                              <a:latin typeface="Cambria Math" panose="02040503050406030204" pitchFamily="18" charset="0"/>
                            </a:rPr>
                          </m:ctrlPr>
                        </m:dPr>
                        <m:e>
                          <m:r>
                            <a:rPr lang="en-US" sz="1600" i="1">
                              <a:latin typeface="Cambria Math" panose="02040503050406030204" pitchFamily="18" charset="0"/>
                            </a:rPr>
                            <m:t>1+</m:t>
                          </m:r>
                          <m:f>
                            <m:fPr>
                              <m:ctrlPr>
                                <a:rPr lang="en-US" sz="1600" i="1">
                                  <a:latin typeface="Cambria Math" panose="02040503050406030204" pitchFamily="18" charset="0"/>
                                </a:rPr>
                              </m:ctrlPr>
                            </m:fPr>
                            <m:num>
                              <m:sSub>
                                <m:sSubPr>
                                  <m:ctrlPr>
                                    <a:rPr lang="en-US" sz="1600" i="1">
                                      <a:latin typeface="Cambria Math" panose="02040503050406030204" pitchFamily="18" charset="0"/>
                                    </a:rPr>
                                  </m:ctrlPr>
                                </m:sSubPr>
                                <m:e>
                                  <m:r>
                                    <a:rPr lang="en-US" sz="1600" i="1">
                                      <a:latin typeface="Cambria Math" panose="02040503050406030204" pitchFamily="18" charset="0"/>
                                    </a:rPr>
                                    <m:t>𝑃</m:t>
                                  </m:r>
                                </m:e>
                                <m:sub>
                                  <m:r>
                                    <a:rPr lang="en-US" sz="1600" i="1">
                                      <a:latin typeface="Cambria Math" panose="02040503050406030204" pitchFamily="18" charset="0"/>
                                    </a:rPr>
                                    <m:t>1</m:t>
                                  </m:r>
                                </m:sub>
                              </m:sSub>
                              <m:d>
                                <m:dPr>
                                  <m:begChr m:val="|"/>
                                  <m:endChr m:val="|"/>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h</m:t>
                                      </m:r>
                                    </m:e>
                                    <m:sub>
                                      <m:r>
                                        <a:rPr lang="en-US" sz="1600" i="1">
                                          <a:latin typeface="Cambria Math" panose="02040503050406030204" pitchFamily="18" charset="0"/>
                                        </a:rPr>
                                        <m:t>1</m:t>
                                      </m:r>
                                    </m:sub>
                                  </m:sSub>
                                </m:e>
                              </m:d>
                              <m:r>
                                <a:rPr lang="en-US" sz="1600" i="1" baseline="30000">
                                  <a:latin typeface="Cambria Math" panose="02040503050406030204" pitchFamily="18" charset="0"/>
                                </a:rPr>
                                <m:t>2</m:t>
                              </m:r>
                            </m:num>
                            <m:den>
                              <m:sSub>
                                <m:sSubPr>
                                  <m:ctrlPr>
                                    <a:rPr lang="en-US" sz="1600" i="1">
                                      <a:latin typeface="Cambria Math" panose="02040503050406030204" pitchFamily="18" charset="0"/>
                                    </a:rPr>
                                  </m:ctrlPr>
                                </m:sSubPr>
                                <m:e>
                                  <m:r>
                                    <a:rPr lang="en-US" sz="1600" i="1">
                                      <a:latin typeface="Cambria Math" panose="02040503050406030204" pitchFamily="18" charset="0"/>
                                    </a:rPr>
                                    <m:t>𝑁</m:t>
                                  </m:r>
                                </m:e>
                                <m:sub>
                                  <m:r>
                                    <a:rPr lang="en-US" sz="1600" i="1">
                                      <a:latin typeface="Cambria Math" panose="02040503050406030204" pitchFamily="18" charset="0"/>
                                    </a:rPr>
                                    <m:t>0</m:t>
                                  </m:r>
                                </m:sub>
                              </m:sSub>
                            </m:den>
                          </m:f>
                        </m:e>
                      </m:d>
                    </m:oMath>
                  </m:oMathPara>
                </a14:m>
                <a:endParaRPr lang="en-US" sz="1600" dirty="0">
                  <a:latin typeface="Times New Roman" panose="02020603050405020304" pitchFamily="18" charset="0"/>
                  <a:cs typeface="Times New Roman" panose="02020603050405020304" pitchFamily="18" charset="0"/>
                </a:endParaRPr>
              </a:p>
            </p:txBody>
          </p:sp>
        </mc:Choice>
        <mc:Fallback xmlns="">
          <p:sp>
            <p:nvSpPr>
              <p:cNvPr id="13" name="Rectangle 12">
                <a:extLst>
                  <a:ext uri="{FF2B5EF4-FFF2-40B4-BE49-F238E27FC236}">
                    <a16:creationId xmlns:a16="http://schemas.microsoft.com/office/drawing/2014/main" id="{436E84B2-76CB-48F8-8AF9-FC3D9089B3D1}"/>
                  </a:ext>
                </a:extLst>
              </p:cNvPr>
              <p:cNvSpPr>
                <a:spLocks noRot="1" noChangeAspect="1" noMove="1" noResize="1" noEditPoints="1" noAdjustHandles="1" noChangeArrowheads="1" noChangeShapeType="1" noTextEdit="1"/>
              </p:cNvSpPr>
              <p:nvPr/>
            </p:nvSpPr>
            <p:spPr>
              <a:xfrm>
                <a:off x="4571212" y="2182471"/>
                <a:ext cx="2341217" cy="64556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xmlns="" id="{9FC67CD5-0719-4DF8-B9F4-8878213748F0}"/>
                  </a:ext>
                </a:extLst>
              </p:cNvPr>
              <p:cNvSpPr/>
              <p:nvPr/>
            </p:nvSpPr>
            <p:spPr>
              <a:xfrm>
                <a:off x="4572768" y="2801271"/>
                <a:ext cx="2438400" cy="488403"/>
              </a:xfrm>
              <a:prstGeom prst="rect">
                <a:avLst/>
              </a:prstGeom>
              <a:solidFill>
                <a:srgbClr val="FFCCFF"/>
              </a:solidFill>
            </p:spPr>
            <p:txBody>
              <a:bodyPr wrap="square">
                <a:spAutoFit/>
              </a:bodyPr>
              <a:lstStyle/>
              <a:p>
                <a14:m>
                  <m:oMath xmlns:m="http://schemas.openxmlformats.org/officeDocument/2006/math">
                    <m:sSub>
                      <m:sSubPr>
                        <m:ctrlPr>
                          <a:rPr lang="en-US" sz="1600" i="1" smtClean="0">
                            <a:latin typeface="Cambria Math" panose="02040503050406030204" pitchFamily="18" charset="0"/>
                          </a:rPr>
                        </m:ctrlPr>
                      </m:sSubPr>
                      <m:e>
                        <m:r>
                          <a:rPr lang="en-US" sz="1600" i="1">
                            <a:latin typeface="Cambria Math" panose="02040503050406030204" pitchFamily="18" charset="0"/>
                          </a:rPr>
                          <m:t>𝑅</m:t>
                        </m:r>
                      </m:e>
                      <m:sub>
                        <m:r>
                          <a:rPr lang="en-US" sz="1600" i="1">
                            <a:latin typeface="Cambria Math" panose="02040503050406030204" pitchFamily="18" charset="0"/>
                          </a:rPr>
                          <m:t>2</m:t>
                        </m:r>
                      </m:sub>
                    </m:sSub>
                    <m:r>
                      <a:rPr lang="en-US" sz="1600" i="1">
                        <a:latin typeface="Cambria Math" panose="02040503050406030204" pitchFamily="18" charset="0"/>
                      </a:rPr>
                      <m:t>=</m:t>
                    </m:r>
                  </m:oMath>
                </a14:m>
                <a:r>
                  <a:rPr lang="en-US" sz="16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𝑙𝑜𝑔</m:t>
                        </m:r>
                      </m:e>
                      <m:sub>
                        <m:r>
                          <a:rPr lang="en-US" sz="1600" i="1">
                            <a:latin typeface="Cambria Math" panose="02040503050406030204" pitchFamily="18" charset="0"/>
                          </a:rPr>
                          <m:t>2</m:t>
                        </m:r>
                      </m:sub>
                    </m:sSub>
                    <m:d>
                      <m:dPr>
                        <m:ctrlPr>
                          <a:rPr lang="en-US" sz="1600" i="1">
                            <a:latin typeface="Cambria Math" panose="02040503050406030204" pitchFamily="18" charset="0"/>
                          </a:rPr>
                        </m:ctrlPr>
                      </m:dPr>
                      <m:e>
                        <m:r>
                          <a:rPr lang="en-US" sz="1600" i="1">
                            <a:latin typeface="Cambria Math" panose="02040503050406030204" pitchFamily="18" charset="0"/>
                          </a:rPr>
                          <m:t>1+</m:t>
                        </m:r>
                        <m:f>
                          <m:fPr>
                            <m:ctrlPr>
                              <a:rPr lang="en-US" sz="1600" i="1">
                                <a:latin typeface="Cambria Math" panose="02040503050406030204" pitchFamily="18" charset="0"/>
                              </a:rPr>
                            </m:ctrlPr>
                          </m:fPr>
                          <m:num>
                            <m:sSub>
                              <m:sSubPr>
                                <m:ctrlPr>
                                  <a:rPr lang="en-US" sz="1600" i="1">
                                    <a:latin typeface="Cambria Math" panose="02040503050406030204" pitchFamily="18" charset="0"/>
                                  </a:rPr>
                                </m:ctrlPr>
                              </m:sSubPr>
                              <m:e>
                                <m:r>
                                  <a:rPr lang="en-US" sz="1600" i="1">
                                    <a:latin typeface="Cambria Math" panose="02040503050406030204" pitchFamily="18" charset="0"/>
                                  </a:rPr>
                                  <m:t>𝑃</m:t>
                                </m:r>
                              </m:e>
                              <m:sub>
                                <m:r>
                                  <a:rPr lang="en-US" sz="1600" i="1">
                                    <a:latin typeface="Cambria Math" panose="02040503050406030204" pitchFamily="18" charset="0"/>
                                  </a:rPr>
                                  <m:t>2</m:t>
                                </m:r>
                              </m:sub>
                            </m:sSub>
                            <m:d>
                              <m:dPr>
                                <m:begChr m:val="|"/>
                                <m:endChr m:val="|"/>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h</m:t>
                                    </m:r>
                                  </m:e>
                                  <m:sub>
                                    <m:r>
                                      <a:rPr lang="en-US" sz="1600" i="1">
                                        <a:latin typeface="Cambria Math" panose="02040503050406030204" pitchFamily="18" charset="0"/>
                                      </a:rPr>
                                      <m:t>2</m:t>
                                    </m:r>
                                  </m:sub>
                                </m:sSub>
                              </m:e>
                            </m:d>
                            <m:r>
                              <a:rPr lang="en-US" sz="1600" i="1" baseline="30000">
                                <a:latin typeface="Cambria Math" panose="02040503050406030204" pitchFamily="18" charset="0"/>
                              </a:rPr>
                              <m:t>2</m:t>
                            </m:r>
                          </m:num>
                          <m:den>
                            <m:sSub>
                              <m:sSubPr>
                                <m:ctrlPr>
                                  <a:rPr lang="en-US" sz="1600" i="1">
                                    <a:latin typeface="Cambria Math" panose="02040503050406030204" pitchFamily="18" charset="0"/>
                                  </a:rPr>
                                </m:ctrlPr>
                              </m:sSubPr>
                              <m:e>
                                <m:r>
                                  <a:rPr lang="en-US" sz="1600" i="1">
                                    <a:latin typeface="Cambria Math" panose="02040503050406030204" pitchFamily="18" charset="0"/>
                                  </a:rPr>
                                  <m:t>𝑃</m:t>
                                </m:r>
                              </m:e>
                              <m:sub>
                                <m:r>
                                  <a:rPr lang="en-US" sz="1600" i="1">
                                    <a:latin typeface="Cambria Math" panose="02040503050406030204" pitchFamily="18" charset="0"/>
                                  </a:rPr>
                                  <m:t>1</m:t>
                                </m:r>
                              </m:sub>
                            </m:sSub>
                            <m:d>
                              <m:dPr>
                                <m:begChr m:val="|"/>
                                <m:endChr m:val="|"/>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h</m:t>
                                    </m:r>
                                  </m:e>
                                  <m:sub>
                                    <m:r>
                                      <a:rPr lang="en-US" sz="1600" i="1">
                                        <a:latin typeface="Cambria Math" panose="02040503050406030204" pitchFamily="18" charset="0"/>
                                      </a:rPr>
                                      <m:t>2</m:t>
                                    </m:r>
                                  </m:sub>
                                </m:sSub>
                              </m:e>
                            </m:d>
                            <m:r>
                              <a:rPr lang="en-US" sz="1600" i="1" baseline="30000">
                                <a:latin typeface="Cambria Math" panose="02040503050406030204" pitchFamily="18" charset="0"/>
                              </a:rPr>
                              <m:t>2</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𝑁</m:t>
                                </m:r>
                              </m:e>
                              <m:sub>
                                <m:r>
                                  <a:rPr lang="en-US" sz="1600" i="1">
                                    <a:latin typeface="Cambria Math" panose="02040503050406030204" pitchFamily="18" charset="0"/>
                                  </a:rPr>
                                  <m:t>0</m:t>
                                </m:r>
                              </m:sub>
                            </m:sSub>
                          </m:den>
                        </m:f>
                      </m:e>
                    </m:d>
                  </m:oMath>
                </a14:m>
                <a:endParaRPr lang="en-US" sz="1600" dirty="0">
                  <a:latin typeface="Times New Roman" panose="02020603050405020304" pitchFamily="18" charset="0"/>
                  <a:cs typeface="Times New Roman" panose="02020603050405020304" pitchFamily="18" charset="0"/>
                </a:endParaRPr>
              </a:p>
            </p:txBody>
          </p:sp>
        </mc:Choice>
        <mc:Fallback xmlns="">
          <p:sp>
            <p:nvSpPr>
              <p:cNvPr id="14" name="Rectangle 13">
                <a:extLst>
                  <a:ext uri="{FF2B5EF4-FFF2-40B4-BE49-F238E27FC236}">
                    <a16:creationId xmlns:a16="http://schemas.microsoft.com/office/drawing/2014/main" id="{9FC67CD5-0719-4DF8-B9F4-8878213748F0}"/>
                  </a:ext>
                </a:extLst>
              </p:cNvPr>
              <p:cNvSpPr>
                <a:spLocks noRot="1" noChangeAspect="1" noMove="1" noResize="1" noEditPoints="1" noAdjustHandles="1" noChangeArrowheads="1" noChangeShapeType="1" noTextEdit="1"/>
              </p:cNvSpPr>
              <p:nvPr/>
            </p:nvSpPr>
            <p:spPr>
              <a:xfrm>
                <a:off x="4572768" y="2801271"/>
                <a:ext cx="2438400" cy="488403"/>
              </a:xfrm>
              <a:prstGeom prst="rect">
                <a:avLst/>
              </a:prstGeom>
              <a:blipFill>
                <a:blip r:embed="rId5"/>
                <a:stretch>
                  <a:fillRect/>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xmlns="" id="{2853F023-D2DB-4B63-AB53-602C4062E894}"/>
              </a:ext>
            </a:extLst>
          </p:cNvPr>
          <p:cNvSpPr txBox="1"/>
          <p:nvPr/>
        </p:nvSpPr>
        <p:spPr>
          <a:xfrm>
            <a:off x="6912429" y="2225237"/>
            <a:ext cx="1385844" cy="461665"/>
          </a:xfrm>
          <a:prstGeom prst="rect">
            <a:avLst/>
          </a:prstGeom>
          <a:solidFill>
            <a:srgbClr val="FFCCFF"/>
          </a:solidFill>
        </p:spPr>
        <p:txBody>
          <a:bodyPr wrap="square" rtlCol="0">
            <a:spAutoFit/>
          </a:bodyPr>
          <a:lstStyle/>
          <a:p>
            <a:r>
              <a:rPr lang="en-US" sz="2400" dirty="0">
                <a:latin typeface="Times New Roman" panose="02020603050405020304" pitchFamily="18" charset="0"/>
                <a:cs typeface="Times New Roman" panose="02020603050405020304" pitchFamily="18" charset="0"/>
              </a:rPr>
              <a:t>bits/s/Hz</a:t>
            </a:r>
          </a:p>
        </p:txBody>
      </p:sp>
      <p:sp>
        <p:nvSpPr>
          <p:cNvPr id="16" name="TextBox 15">
            <a:extLst>
              <a:ext uri="{FF2B5EF4-FFF2-40B4-BE49-F238E27FC236}">
                <a16:creationId xmlns:a16="http://schemas.microsoft.com/office/drawing/2014/main" xmlns="" id="{F3E8914C-A14C-423D-8299-2B5B39CD5193}"/>
              </a:ext>
            </a:extLst>
          </p:cNvPr>
          <p:cNvSpPr txBox="1"/>
          <p:nvPr/>
        </p:nvSpPr>
        <p:spPr>
          <a:xfrm>
            <a:off x="6991718" y="2814639"/>
            <a:ext cx="1385844" cy="461665"/>
          </a:xfrm>
          <a:prstGeom prst="rect">
            <a:avLst/>
          </a:prstGeom>
          <a:solidFill>
            <a:srgbClr val="FFCCFF"/>
          </a:solidFill>
        </p:spPr>
        <p:txBody>
          <a:bodyPr wrap="square" rtlCol="0">
            <a:spAutoFit/>
          </a:bodyPr>
          <a:lstStyle/>
          <a:p>
            <a:r>
              <a:rPr lang="en-US" sz="2400" dirty="0">
                <a:latin typeface="Times New Roman" panose="02020603050405020304" pitchFamily="18" charset="0"/>
                <a:cs typeface="Times New Roman" panose="02020603050405020304" pitchFamily="18" charset="0"/>
              </a:rPr>
              <a:t>bits/s/Hz</a:t>
            </a:r>
          </a:p>
        </p:txBody>
      </p:sp>
      <p:cxnSp>
        <p:nvCxnSpPr>
          <p:cNvPr id="18" name="Straight Connector 17">
            <a:extLst>
              <a:ext uri="{FF2B5EF4-FFF2-40B4-BE49-F238E27FC236}">
                <a16:creationId xmlns:a16="http://schemas.microsoft.com/office/drawing/2014/main" xmlns="" id="{47E3A3D9-8687-4A03-A9E5-E724ED4586E9}"/>
              </a:ext>
            </a:extLst>
          </p:cNvPr>
          <p:cNvCxnSpPr/>
          <p:nvPr/>
        </p:nvCxnSpPr>
        <p:spPr>
          <a:xfrm>
            <a:off x="1752600" y="1143000"/>
            <a:ext cx="3352800" cy="3370065"/>
          </a:xfrm>
          <a:prstGeom prst="line">
            <a:avLst/>
          </a:prstGeom>
          <a:ln w="28575">
            <a:solidFill>
              <a:srgbClr val="0000CC"/>
            </a:solidFill>
            <a:prstDash val="dash"/>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xmlns="" id="{79AC515F-5E3A-43FB-B2C2-85D019EF1C33}"/>
              </a:ext>
            </a:extLst>
          </p:cNvPr>
          <p:cNvSpPr txBox="1"/>
          <p:nvPr/>
        </p:nvSpPr>
        <p:spPr>
          <a:xfrm>
            <a:off x="1600199" y="2971800"/>
            <a:ext cx="2133591"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Orthogonal scheme</a:t>
            </a:r>
          </a:p>
        </p:txBody>
      </p:sp>
      <p:sp>
        <p:nvSpPr>
          <p:cNvPr id="20" name="Freeform: Shape 19">
            <a:extLst>
              <a:ext uri="{FF2B5EF4-FFF2-40B4-BE49-F238E27FC236}">
                <a16:creationId xmlns:a16="http://schemas.microsoft.com/office/drawing/2014/main" xmlns="" id="{5604C1B9-3A62-47F5-A8C2-2AD2A7E2CB5E}"/>
              </a:ext>
            </a:extLst>
          </p:cNvPr>
          <p:cNvSpPr/>
          <p:nvPr/>
        </p:nvSpPr>
        <p:spPr>
          <a:xfrm>
            <a:off x="1763486" y="1138335"/>
            <a:ext cx="3424334" cy="3433665"/>
          </a:xfrm>
          <a:custGeom>
            <a:avLst/>
            <a:gdLst>
              <a:gd name="connsiteX0" fmla="*/ 0 w 3424334"/>
              <a:gd name="connsiteY0" fmla="*/ 0 h 3433665"/>
              <a:gd name="connsiteX1" fmla="*/ 1250302 w 3424334"/>
              <a:gd name="connsiteY1" fmla="*/ 391885 h 3433665"/>
              <a:gd name="connsiteX2" fmla="*/ 2724538 w 3424334"/>
              <a:gd name="connsiteY2" fmla="*/ 1436914 h 3433665"/>
              <a:gd name="connsiteX3" fmla="*/ 3424334 w 3424334"/>
              <a:gd name="connsiteY3" fmla="*/ 3433665 h 3433665"/>
            </a:gdLst>
            <a:ahLst/>
            <a:cxnLst>
              <a:cxn ang="0">
                <a:pos x="connsiteX0" y="connsiteY0"/>
              </a:cxn>
              <a:cxn ang="0">
                <a:pos x="connsiteX1" y="connsiteY1"/>
              </a:cxn>
              <a:cxn ang="0">
                <a:pos x="connsiteX2" y="connsiteY2"/>
              </a:cxn>
              <a:cxn ang="0">
                <a:pos x="connsiteX3" y="connsiteY3"/>
              </a:cxn>
            </a:cxnLst>
            <a:rect l="l" t="t" r="r" b="b"/>
            <a:pathLst>
              <a:path w="3424334" h="3433665">
                <a:moveTo>
                  <a:pt x="0" y="0"/>
                </a:moveTo>
                <a:cubicBezTo>
                  <a:pt x="398106" y="76199"/>
                  <a:pt x="796212" y="152399"/>
                  <a:pt x="1250302" y="391885"/>
                </a:cubicBezTo>
                <a:cubicBezTo>
                  <a:pt x="1704392" y="631371"/>
                  <a:pt x="2362199" y="929951"/>
                  <a:pt x="2724538" y="1436914"/>
                </a:cubicBezTo>
                <a:cubicBezTo>
                  <a:pt x="3086877" y="1943877"/>
                  <a:pt x="3255605" y="2688771"/>
                  <a:pt x="3424334" y="3433665"/>
                </a:cubicBezTo>
              </a:path>
            </a:pathLst>
          </a:custGeom>
          <a:noFill/>
          <a:ln>
            <a:solidFill>
              <a:srgbClr val="33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xmlns="" id="{E85C7E07-4F08-488E-BAD7-ADF671CC793D}"/>
              </a:ext>
            </a:extLst>
          </p:cNvPr>
          <p:cNvSpPr txBox="1"/>
          <p:nvPr/>
        </p:nvSpPr>
        <p:spPr>
          <a:xfrm>
            <a:off x="4302976" y="1828800"/>
            <a:ext cx="263122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Nonorthogonal scheme</a:t>
            </a:r>
          </a:p>
        </p:txBody>
      </p:sp>
      <p:sp>
        <p:nvSpPr>
          <p:cNvPr id="22" name="TextBox 21">
            <a:extLst>
              <a:ext uri="{FF2B5EF4-FFF2-40B4-BE49-F238E27FC236}">
                <a16:creationId xmlns:a16="http://schemas.microsoft.com/office/drawing/2014/main" xmlns="" id="{7C5147FF-7769-4767-A9A9-1A1BCA644DED}"/>
              </a:ext>
            </a:extLst>
          </p:cNvPr>
          <p:cNvSpPr txBox="1"/>
          <p:nvPr/>
        </p:nvSpPr>
        <p:spPr>
          <a:xfrm>
            <a:off x="6172200" y="4645031"/>
            <a:ext cx="1981199"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Rate of user 2 (</a:t>
            </a:r>
            <a:r>
              <a:rPr lang="en-US" i="1" dirty="0">
                <a:latin typeface="Times New Roman" panose="02020603050405020304" pitchFamily="18" charset="0"/>
                <a:cs typeface="Times New Roman" panose="02020603050405020304" pitchFamily="18" charset="0"/>
              </a:rPr>
              <a:t>R</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a:t>
            </a:r>
          </a:p>
        </p:txBody>
      </p:sp>
      <p:sp>
        <p:nvSpPr>
          <p:cNvPr id="23" name="TextBox 22">
            <a:extLst>
              <a:ext uri="{FF2B5EF4-FFF2-40B4-BE49-F238E27FC236}">
                <a16:creationId xmlns:a16="http://schemas.microsoft.com/office/drawing/2014/main" xmlns="" id="{F98246C4-936D-420B-8E76-B7C96B81DAC5}"/>
              </a:ext>
            </a:extLst>
          </p:cNvPr>
          <p:cNvSpPr txBox="1"/>
          <p:nvPr/>
        </p:nvSpPr>
        <p:spPr>
          <a:xfrm rot="16200000">
            <a:off x="184668" y="838201"/>
            <a:ext cx="1981199"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Rate of user 1 (</a:t>
            </a:r>
            <a:r>
              <a:rPr lang="en-US" i="1" dirty="0">
                <a:latin typeface="Times New Roman" panose="02020603050405020304" pitchFamily="18" charset="0"/>
                <a:cs typeface="Times New Roman" panose="02020603050405020304" pitchFamily="18" charset="0"/>
              </a:rPr>
              <a:t>R</a:t>
            </a:r>
            <a:r>
              <a:rPr lang="en-US" baseline="-25000"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a:t>
            </a:r>
          </a:p>
        </p:txBody>
      </p:sp>
      <p:sp>
        <p:nvSpPr>
          <p:cNvPr id="24" name="TextBox 23">
            <a:extLst>
              <a:ext uri="{FF2B5EF4-FFF2-40B4-BE49-F238E27FC236}">
                <a16:creationId xmlns:a16="http://schemas.microsoft.com/office/drawing/2014/main" xmlns="" id="{4D8AC480-EDCA-428F-A9A3-5BEC3B25893C}"/>
              </a:ext>
            </a:extLst>
          </p:cNvPr>
          <p:cNvSpPr txBox="1"/>
          <p:nvPr/>
        </p:nvSpPr>
        <p:spPr>
          <a:xfrm>
            <a:off x="1841239" y="769002"/>
            <a:ext cx="761999" cy="369332"/>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R</a:t>
            </a:r>
            <a:r>
              <a:rPr lang="en-US" baseline="-25000" dirty="0">
                <a:latin typeface="Times New Roman" panose="02020603050405020304" pitchFamily="18" charset="0"/>
                <a:cs typeface="Times New Roman" panose="02020603050405020304" pitchFamily="18" charset="0"/>
              </a:rPr>
              <a:t>1_max</a:t>
            </a:r>
          </a:p>
        </p:txBody>
      </p:sp>
      <p:sp>
        <p:nvSpPr>
          <p:cNvPr id="25" name="TextBox 24">
            <a:extLst>
              <a:ext uri="{FF2B5EF4-FFF2-40B4-BE49-F238E27FC236}">
                <a16:creationId xmlns:a16="http://schemas.microsoft.com/office/drawing/2014/main" xmlns="" id="{A85D249E-AA41-4ECC-8EE9-A35A9C0C10E8}"/>
              </a:ext>
            </a:extLst>
          </p:cNvPr>
          <p:cNvSpPr txBox="1"/>
          <p:nvPr/>
        </p:nvSpPr>
        <p:spPr>
          <a:xfrm>
            <a:off x="4843364" y="4502540"/>
            <a:ext cx="761999" cy="369332"/>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R</a:t>
            </a:r>
            <a:r>
              <a:rPr lang="en-US" i="1" baseline="-25000" dirty="0">
                <a:latin typeface="Times New Roman" panose="02020603050405020304" pitchFamily="18" charset="0"/>
                <a:cs typeface="Times New Roman" panose="02020603050405020304" pitchFamily="18" charset="0"/>
              </a:rPr>
              <a:t>2</a:t>
            </a:r>
            <a:r>
              <a:rPr lang="en-US" baseline="-25000" dirty="0">
                <a:latin typeface="Times New Roman" panose="02020603050405020304" pitchFamily="18" charset="0"/>
                <a:cs typeface="Times New Roman" panose="02020603050405020304" pitchFamily="18" charset="0"/>
              </a:rPr>
              <a:t>_max</a:t>
            </a:r>
          </a:p>
        </p:txBody>
      </p:sp>
      <p:sp>
        <p:nvSpPr>
          <p:cNvPr id="26" name="Rectangle 25">
            <a:extLst>
              <a:ext uri="{FF2B5EF4-FFF2-40B4-BE49-F238E27FC236}">
                <a16:creationId xmlns:a16="http://schemas.microsoft.com/office/drawing/2014/main" xmlns="" id="{BCBDF045-78E5-4C10-AD3F-AEA19D5EF7CB}"/>
              </a:ext>
            </a:extLst>
          </p:cNvPr>
          <p:cNvSpPr/>
          <p:nvPr/>
        </p:nvSpPr>
        <p:spPr>
          <a:xfrm>
            <a:off x="228601" y="5406951"/>
            <a:ext cx="8458200" cy="1200329"/>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α represents the fraction of the bandwidth devoted to user </a:t>
            </a:r>
            <a:r>
              <a:rPr lang="en-US" dirty="0" smtClean="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figure illustrates the </a:t>
            </a:r>
            <a:r>
              <a:rPr lang="en-US" b="1" dirty="0">
                <a:latin typeface="Times New Roman" panose="02020603050405020304" pitchFamily="18" charset="0"/>
                <a:cs typeface="Times New Roman" panose="02020603050405020304" pitchFamily="18" charset="0"/>
              </a:rPr>
              <a:t>achievable rate regions of two users (user 1 and user 2) in a multiple access system</a:t>
            </a:r>
            <a:r>
              <a:rPr lang="en-US" dirty="0">
                <a:latin typeface="Times New Roman" panose="02020603050405020304" pitchFamily="18" charset="0"/>
                <a:cs typeface="Times New Roman" panose="02020603050405020304" pitchFamily="18" charset="0"/>
              </a:rPr>
              <a:t>, comparing </a:t>
            </a:r>
            <a:r>
              <a:rPr lang="en-US" b="1" dirty="0">
                <a:latin typeface="Times New Roman" panose="02020603050405020304" pitchFamily="18" charset="0"/>
                <a:cs typeface="Times New Roman" panose="02020603050405020304" pitchFamily="18" charset="0"/>
              </a:rPr>
              <a:t>Orthogonal Multiple Access (OMA)</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Non-Orthogonal Multiple Access (NOMA)</a:t>
            </a:r>
            <a:r>
              <a:rPr lang="en-US" dirty="0">
                <a:latin typeface="Times New Roman" panose="02020603050405020304" pitchFamily="18" charset="0"/>
                <a:cs typeface="Times New Roman" panose="02020603050405020304" pitchFamily="18" charset="0"/>
              </a:rPr>
              <a:t> schemes.</a:t>
            </a:r>
          </a:p>
        </p:txBody>
      </p:sp>
    </p:spTree>
    <p:extLst>
      <p:ext uri="{BB962C8B-B14F-4D97-AF65-F5344CB8AC3E}">
        <p14:creationId xmlns:p14="http://schemas.microsoft.com/office/powerpoint/2010/main" val="17819806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a:solidFill>
            <a:schemeClr val="accent3">
              <a:lumMod val="40000"/>
              <a:lumOff val="60000"/>
            </a:schemeClr>
          </a:solidFill>
        </p:spPr>
        <p:txBody>
          <a:bodyPr>
            <a:normAutofit fontScale="92500"/>
          </a:bodyPr>
          <a:lstStyle/>
          <a:p>
            <a:r>
              <a:rPr lang="en-US" sz="2200" b="1" dirty="0" smtClean="0">
                <a:latin typeface="Times New Roman" panose="02020603050405020304" pitchFamily="18" charset="0"/>
                <a:cs typeface="Times New Roman" panose="02020603050405020304" pitchFamily="18" charset="0"/>
              </a:rPr>
              <a:t>Orthogonal scheme (OMA)</a:t>
            </a:r>
          </a:p>
          <a:p>
            <a:r>
              <a:rPr lang="en-US" sz="2200" dirty="0" smtClean="0">
                <a:latin typeface="Times New Roman" panose="02020603050405020304" pitchFamily="18" charset="0"/>
                <a:cs typeface="Times New Roman" panose="02020603050405020304" pitchFamily="18" charset="0"/>
              </a:rPr>
              <a:t>In </a:t>
            </a:r>
            <a:r>
              <a:rPr lang="en-US" sz="2200" dirty="0">
                <a:latin typeface="Times New Roman" panose="02020603050405020304" pitchFamily="18" charset="0"/>
                <a:cs typeface="Times New Roman" panose="02020603050405020304" pitchFamily="18" charset="0"/>
              </a:rPr>
              <a:t>OMA (e.g., TDMA or FDMA), the total bandwidth is divided between the two users</a:t>
            </a:r>
            <a:r>
              <a:rPr lang="en-US" sz="2200" dirty="0" smtClean="0">
                <a:latin typeface="Times New Roman" panose="02020603050405020304" pitchFamily="18" charset="0"/>
                <a:cs typeface="Times New Roman" panose="02020603050405020304" pitchFamily="18" charset="0"/>
              </a:rPr>
              <a:t>:</a:t>
            </a:r>
          </a:p>
          <a:p>
            <a:endParaRPr lang="en-US" sz="2200" dirty="0">
              <a:latin typeface="Times New Roman" panose="02020603050405020304" pitchFamily="18" charset="0"/>
              <a:cs typeface="Times New Roman" panose="02020603050405020304" pitchFamily="18" charset="0"/>
            </a:endParaRPr>
          </a:p>
          <a:p>
            <a:endParaRPr lang="en-US" sz="2200" dirty="0" smtClean="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endParaRPr lang="en-US" sz="2200" dirty="0" smtClean="0">
              <a:latin typeface="Times New Roman" panose="02020603050405020304" pitchFamily="18" charset="0"/>
              <a:cs typeface="Times New Roman" panose="02020603050405020304" pitchFamily="18" charset="0"/>
            </a:endParaRPr>
          </a:p>
          <a:p>
            <a:endParaRPr lang="en-US" sz="2200" dirty="0" smtClean="0">
              <a:latin typeface="Times New Roman" panose="02020603050405020304" pitchFamily="18" charset="0"/>
              <a:cs typeface="Times New Roman" panose="02020603050405020304" pitchFamily="18" charset="0"/>
            </a:endParaRPr>
          </a:p>
          <a:p>
            <a:pPr marL="0" indent="0">
              <a:buNone/>
            </a:pPr>
            <a:r>
              <a:rPr lang="en-US" sz="2200" dirty="0" smtClean="0">
                <a:latin typeface="Times New Roman" panose="02020603050405020304" pitchFamily="18" charset="0"/>
                <a:cs typeface="Times New Roman" panose="02020603050405020304" pitchFamily="18" charset="0"/>
              </a:rPr>
              <a:t>where</a:t>
            </a:r>
            <a:r>
              <a:rPr lang="en-US" sz="2200" dirty="0">
                <a:latin typeface="Times New Roman" panose="02020603050405020304" pitchFamily="18" charset="0"/>
                <a:cs typeface="Times New Roman" panose="02020603050405020304" pitchFamily="18" charset="0"/>
              </a:rPr>
              <a:t>:</a:t>
            </a:r>
          </a:p>
          <a:p>
            <a:r>
              <a:rPr lang="el-GR" sz="2200" dirty="0">
                <a:latin typeface="Times New Roman" panose="02020603050405020304" pitchFamily="18" charset="0"/>
                <a:cs typeface="Times New Roman" panose="02020603050405020304" pitchFamily="18" charset="0"/>
              </a:rPr>
              <a:t>α</a:t>
            </a:r>
            <a:r>
              <a:rPr lang="en-US" sz="2200" dirty="0" smtClean="0">
                <a:latin typeface="Times New Roman" panose="02020603050405020304" pitchFamily="18" charset="0"/>
                <a:cs typeface="Times New Roman" panose="02020603050405020304" pitchFamily="18" charset="0"/>
              </a:rPr>
              <a:t> is the fraction of bandwidth allocated to user 1 (hence 1−</a:t>
            </a:r>
            <a:r>
              <a:rPr lang="el-GR" sz="2200" dirty="0" smtClean="0">
                <a:latin typeface="Times New Roman" panose="02020603050405020304" pitchFamily="18" charset="0"/>
                <a:cs typeface="Times New Roman" panose="02020603050405020304" pitchFamily="18" charset="0"/>
              </a:rPr>
              <a:t>α </a:t>
            </a:r>
            <a:r>
              <a:rPr lang="en-US" sz="2200" dirty="0" smtClean="0">
                <a:latin typeface="Times New Roman" panose="02020603050405020304" pitchFamily="18" charset="0"/>
                <a:cs typeface="Times New Roman" panose="02020603050405020304" pitchFamily="18" charset="0"/>
              </a:rPr>
              <a:t>for user 2).</a:t>
            </a:r>
          </a:p>
          <a:p>
            <a:r>
              <a:rPr lang="en-US" sz="2200" dirty="0" smtClean="0">
                <a:latin typeface="Times New Roman" panose="02020603050405020304" pitchFamily="18" charset="0"/>
                <a:cs typeface="Times New Roman" panose="02020603050405020304" pitchFamily="18" charset="0"/>
              </a:rPr>
              <a:t>Pi​ is transmit power for user </a:t>
            </a:r>
            <a:r>
              <a:rPr lang="en-US" sz="2200" dirty="0" err="1" smtClean="0">
                <a:latin typeface="Times New Roman" panose="02020603050405020304" pitchFamily="18" charset="0"/>
                <a:cs typeface="Times New Roman" panose="02020603050405020304" pitchFamily="18" charset="0"/>
              </a:rPr>
              <a:t>i</a:t>
            </a:r>
            <a:r>
              <a:rPr lang="en-US" sz="2200" dirty="0" smtClean="0">
                <a:latin typeface="Times New Roman" panose="02020603050405020304" pitchFamily="18" charset="0"/>
                <a:cs typeface="Times New Roman" panose="02020603050405020304" pitchFamily="18" charset="0"/>
              </a:rPr>
              <a:t>.</a:t>
            </a:r>
          </a:p>
          <a:p>
            <a:r>
              <a:rPr lang="en-US" sz="2200" dirty="0" smtClean="0">
                <a:latin typeface="Times New Roman" panose="02020603050405020304" pitchFamily="18" charset="0"/>
                <a:cs typeface="Times New Roman" panose="02020603050405020304" pitchFamily="18" charset="0"/>
              </a:rPr>
              <a:t>∣hi​∣2 is the channel gain.</a:t>
            </a:r>
          </a:p>
          <a:p>
            <a:r>
              <a:rPr lang="en-US" sz="2200" dirty="0" smtClean="0">
                <a:latin typeface="Times New Roman" panose="02020603050405020304" pitchFamily="18" charset="0"/>
                <a:cs typeface="Times New Roman" panose="02020603050405020304" pitchFamily="18" charset="0"/>
              </a:rPr>
              <a:t>N0​ is noise power.</a:t>
            </a:r>
          </a:p>
          <a:p>
            <a:r>
              <a:rPr lang="en-US" sz="2200" dirty="0" smtClean="0">
                <a:latin typeface="Times New Roman" panose="02020603050405020304" pitchFamily="18" charset="0"/>
                <a:cs typeface="Times New Roman" panose="02020603050405020304" pitchFamily="18" charset="0"/>
              </a:rPr>
              <a:t>The OMA achievable region is represented by the </a:t>
            </a:r>
            <a:r>
              <a:rPr lang="en-US" sz="2200" b="1" dirty="0" smtClean="0">
                <a:latin typeface="Times New Roman" panose="02020603050405020304" pitchFamily="18" charset="0"/>
                <a:cs typeface="Times New Roman" panose="02020603050405020304" pitchFamily="18" charset="0"/>
              </a:rPr>
              <a:t>blue dashed line</a:t>
            </a:r>
            <a:r>
              <a:rPr lang="en-US" sz="2200" dirty="0" smtClean="0">
                <a:latin typeface="Times New Roman" panose="02020603050405020304" pitchFamily="18" charset="0"/>
                <a:cs typeface="Times New Roman" panose="02020603050405020304" pitchFamily="18" charset="0"/>
              </a:rPr>
              <a:t>, which is linear and limited.</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53</a:t>
            </a:fld>
            <a:endParaRPr lang="en-US"/>
          </a:p>
        </p:txBody>
      </p:sp>
      <p:pic>
        <p:nvPicPr>
          <p:cNvPr id="5" name="Picture 4"/>
          <p:cNvPicPr>
            <a:picLocks noChangeAspect="1"/>
          </p:cNvPicPr>
          <p:nvPr/>
        </p:nvPicPr>
        <p:blipFill>
          <a:blip r:embed="rId2"/>
          <a:stretch>
            <a:fillRect/>
          </a:stretch>
        </p:blipFill>
        <p:spPr>
          <a:xfrm>
            <a:off x="914400" y="1676400"/>
            <a:ext cx="5410200" cy="1827929"/>
          </a:xfrm>
          <a:prstGeom prst="rect">
            <a:avLst/>
          </a:prstGeom>
        </p:spPr>
      </p:pic>
    </p:spTree>
    <p:extLst>
      <p:ext uri="{BB962C8B-B14F-4D97-AF65-F5344CB8AC3E}">
        <p14:creationId xmlns:p14="http://schemas.microsoft.com/office/powerpoint/2010/main" val="34660895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a:solidFill>
            <a:schemeClr val="accent3">
              <a:lumMod val="60000"/>
              <a:lumOff val="40000"/>
            </a:schemeClr>
          </a:solidFill>
        </p:spPr>
        <p:txBody>
          <a:bodyPr>
            <a:normAutofit fontScale="77500" lnSpcReduction="20000"/>
          </a:bodyPr>
          <a:lstStyle/>
          <a:p>
            <a:pPr marL="0" indent="0">
              <a:buNone/>
            </a:pPr>
            <a:r>
              <a:rPr lang="en-US" sz="2600" b="1" dirty="0">
                <a:latin typeface="Times New Roman" panose="02020603050405020304" pitchFamily="18" charset="0"/>
                <a:cs typeface="Times New Roman" panose="02020603050405020304" pitchFamily="18" charset="0"/>
              </a:rPr>
              <a:t>Non-Orthogonal scheme (NOMA)</a:t>
            </a:r>
          </a:p>
          <a:p>
            <a:r>
              <a:rPr lang="en-US" sz="2600" dirty="0">
                <a:latin typeface="Times New Roman" panose="02020603050405020304" pitchFamily="18" charset="0"/>
                <a:cs typeface="Times New Roman" panose="02020603050405020304" pitchFamily="18" charset="0"/>
              </a:rPr>
              <a:t>In NOMA, both users share the same bandwidth simultaneously, with </a:t>
            </a:r>
            <a:r>
              <a:rPr lang="en-US" sz="2600" b="1" dirty="0">
                <a:latin typeface="Times New Roman" panose="02020603050405020304" pitchFamily="18" charset="0"/>
                <a:cs typeface="Times New Roman" panose="02020603050405020304" pitchFamily="18" charset="0"/>
              </a:rPr>
              <a:t>power-domain multiplexing</a:t>
            </a:r>
            <a:r>
              <a:rPr lang="en-US" sz="2600" dirty="0">
                <a:latin typeface="Times New Roman" panose="02020603050405020304" pitchFamily="18" charset="0"/>
                <a:cs typeface="Times New Roman" panose="02020603050405020304" pitchFamily="18" charset="0"/>
              </a:rPr>
              <a:t>. Successive interference cancellation (SIC) is used at the receiver</a:t>
            </a:r>
            <a:r>
              <a:rPr lang="en-US" sz="2600" dirty="0" smtClean="0">
                <a:latin typeface="Times New Roman" panose="02020603050405020304" pitchFamily="18" charset="0"/>
                <a:cs typeface="Times New Roman" panose="02020603050405020304" pitchFamily="18" charset="0"/>
              </a:rPr>
              <a:t>:</a:t>
            </a:r>
          </a:p>
          <a:p>
            <a:endParaRPr lang="en-US" sz="2600" dirty="0" smtClean="0">
              <a:latin typeface="Times New Roman" panose="02020603050405020304" pitchFamily="18" charset="0"/>
              <a:cs typeface="Times New Roman" panose="02020603050405020304" pitchFamily="18" charset="0"/>
            </a:endParaRPr>
          </a:p>
          <a:p>
            <a:endParaRPr lang="en-US" sz="2600" dirty="0" smtClean="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smtClean="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smtClean="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This forms the </a:t>
            </a:r>
            <a:r>
              <a:rPr lang="en-US" sz="2600" b="1" dirty="0">
                <a:latin typeface="Times New Roman" panose="02020603050405020304" pitchFamily="18" charset="0"/>
                <a:cs typeface="Times New Roman" panose="02020603050405020304" pitchFamily="18" charset="0"/>
              </a:rPr>
              <a:t>curved green boundary</a:t>
            </a:r>
            <a:r>
              <a:rPr lang="en-US" sz="2600" dirty="0">
                <a:latin typeface="Times New Roman" panose="02020603050405020304" pitchFamily="18" charset="0"/>
                <a:cs typeface="Times New Roman" panose="02020603050405020304" pitchFamily="18" charset="0"/>
              </a:rPr>
              <a:t>, which covers a larger achievable rate region compared to OMA.</a:t>
            </a:r>
          </a:p>
          <a:p>
            <a:pPr marL="0" indent="0">
              <a:buNone/>
            </a:pPr>
            <a:r>
              <a:rPr lang="en-US" sz="2600" b="1" dirty="0">
                <a:latin typeface="Times New Roman" panose="02020603050405020304" pitchFamily="18" charset="0"/>
                <a:cs typeface="Times New Roman" panose="02020603050405020304" pitchFamily="18" charset="0"/>
              </a:rPr>
              <a:t>Key Points</a:t>
            </a:r>
          </a:p>
          <a:p>
            <a:r>
              <a:rPr lang="en-US" sz="2600" b="1" dirty="0">
                <a:latin typeface="Times New Roman" panose="02020603050405020304" pitchFamily="18" charset="0"/>
                <a:cs typeface="Times New Roman" panose="02020603050405020304" pitchFamily="18" charset="0"/>
              </a:rPr>
              <a:t>OMA</a:t>
            </a:r>
            <a:r>
              <a:rPr lang="en-US" sz="2600" dirty="0">
                <a:latin typeface="Times New Roman" panose="02020603050405020304" pitchFamily="18" charset="0"/>
                <a:cs typeface="Times New Roman" panose="02020603050405020304" pitchFamily="18" charset="0"/>
              </a:rPr>
              <a:t> (blue line): rate tradeoff is strictly linear, limited by bandwidth split.</a:t>
            </a:r>
          </a:p>
          <a:p>
            <a:r>
              <a:rPr lang="en-US" sz="2600" b="1" dirty="0">
                <a:latin typeface="Times New Roman" panose="02020603050405020304" pitchFamily="18" charset="0"/>
                <a:cs typeface="Times New Roman" panose="02020603050405020304" pitchFamily="18" charset="0"/>
              </a:rPr>
              <a:t>NOMA</a:t>
            </a:r>
            <a:r>
              <a:rPr lang="en-US" sz="2600" dirty="0">
                <a:latin typeface="Times New Roman" panose="02020603050405020304" pitchFamily="18" charset="0"/>
                <a:cs typeface="Times New Roman" panose="02020603050405020304" pitchFamily="18" charset="0"/>
              </a:rPr>
              <a:t> (green curve): rate tradeoff is more flexible and generally provides a </a:t>
            </a:r>
            <a:r>
              <a:rPr lang="en-US" sz="2600" b="1" dirty="0">
                <a:latin typeface="Times New Roman" panose="02020603050405020304" pitchFamily="18" charset="0"/>
                <a:cs typeface="Times New Roman" panose="02020603050405020304" pitchFamily="18" charset="0"/>
              </a:rPr>
              <a:t>larger achievable region</a:t>
            </a:r>
            <a:r>
              <a:rPr lang="en-US" sz="2600" dirty="0">
                <a:latin typeface="Times New Roman" panose="02020603050405020304" pitchFamily="18" charset="0"/>
                <a:cs typeface="Times New Roman" panose="02020603050405020304" pitchFamily="18" charset="0"/>
              </a:rPr>
              <a:t>, allowing better spectral efficiency.</a:t>
            </a:r>
          </a:p>
          <a:p>
            <a:r>
              <a:rPr lang="en-US" sz="2600" b="1" dirty="0" smtClean="0">
                <a:latin typeface="Times New Roman" panose="02020603050405020304" pitchFamily="18" charset="0"/>
                <a:cs typeface="Times New Roman" panose="02020603050405020304" pitchFamily="18" charset="0"/>
              </a:rPr>
              <a:t>α</a:t>
            </a:r>
            <a:r>
              <a:rPr lang="en-US" sz="2600" dirty="0" smtClean="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controls how much bandwidth goes to user 1 in OMA.</a:t>
            </a:r>
          </a:p>
          <a:p>
            <a:r>
              <a:rPr lang="en-US" sz="2600" b="1" dirty="0">
                <a:latin typeface="Times New Roman" panose="02020603050405020304" pitchFamily="18" charset="0"/>
                <a:cs typeface="Times New Roman" panose="02020603050405020304" pitchFamily="18" charset="0"/>
              </a:rPr>
              <a:t>NOMA advantage</a:t>
            </a:r>
            <a:r>
              <a:rPr lang="en-US" sz="2600" dirty="0">
                <a:latin typeface="Times New Roman" panose="02020603050405020304" pitchFamily="18" charset="0"/>
                <a:cs typeface="Times New Roman" panose="02020603050405020304" pitchFamily="18" charset="0"/>
              </a:rPr>
              <a:t>: Users can simultaneously use the full bandwidth, achieving higher sum rates.</a:t>
            </a:r>
          </a:p>
          <a:p>
            <a:endParaRPr lang="en-US" dirty="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54</a:t>
            </a:fld>
            <a:endParaRPr lang="en-US"/>
          </a:p>
        </p:txBody>
      </p:sp>
      <p:pic>
        <p:nvPicPr>
          <p:cNvPr id="5" name="Picture 4"/>
          <p:cNvPicPr>
            <a:picLocks noChangeAspect="1"/>
          </p:cNvPicPr>
          <p:nvPr/>
        </p:nvPicPr>
        <p:blipFill>
          <a:blip r:embed="rId2"/>
          <a:stretch>
            <a:fillRect/>
          </a:stretch>
        </p:blipFill>
        <p:spPr>
          <a:xfrm>
            <a:off x="914400" y="1637994"/>
            <a:ext cx="5349704" cy="1691787"/>
          </a:xfrm>
          <a:prstGeom prst="rect">
            <a:avLst/>
          </a:prstGeom>
        </p:spPr>
      </p:pic>
    </p:spTree>
    <p:extLst>
      <p:ext uri="{BB962C8B-B14F-4D97-AF65-F5344CB8AC3E}">
        <p14:creationId xmlns:p14="http://schemas.microsoft.com/office/powerpoint/2010/main" val="33702983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1686D08-71D9-4A11-BB7F-C2BBB4FF2F0C}"/>
              </a:ext>
            </a:extLst>
          </p:cNvPr>
          <p:cNvSpPr>
            <a:spLocks noGrp="1"/>
          </p:cNvSpPr>
          <p:nvPr>
            <p:ph type="title"/>
          </p:nvPr>
        </p:nvSpPr>
        <p:spPr>
          <a:xfrm>
            <a:off x="1600200" y="2438400"/>
            <a:ext cx="5638800" cy="1143000"/>
          </a:xfrm>
          <a:solidFill>
            <a:srgbClr val="FFC000"/>
          </a:solidFill>
        </p:spPr>
        <p:txBody>
          <a:bodyPr>
            <a:normAutofit/>
          </a:bodyPr>
          <a:lstStyle/>
          <a:p>
            <a:r>
              <a:rPr lang="en-US" sz="6600" dirty="0">
                <a:latin typeface="Times New Roman" panose="02020603050405020304" pitchFamily="18" charset="0"/>
                <a:cs typeface="Times New Roman" panose="02020603050405020304" pitchFamily="18" charset="0"/>
              </a:rPr>
              <a:t>5G Architecture</a:t>
            </a:r>
          </a:p>
        </p:txBody>
      </p:sp>
      <p:sp>
        <p:nvSpPr>
          <p:cNvPr id="4" name="Slide Number Placeholder 3">
            <a:extLst>
              <a:ext uri="{FF2B5EF4-FFF2-40B4-BE49-F238E27FC236}">
                <a16:creationId xmlns:a16="http://schemas.microsoft.com/office/drawing/2014/main" xmlns="" id="{07F8B78A-C1B7-4624-BF6F-0602E9B8D834}"/>
              </a:ext>
            </a:extLst>
          </p:cNvPr>
          <p:cNvSpPr>
            <a:spLocks noGrp="1"/>
          </p:cNvSpPr>
          <p:nvPr>
            <p:ph type="sldNum" sz="quarter" idx="12"/>
          </p:nvPr>
        </p:nvSpPr>
        <p:spPr/>
        <p:txBody>
          <a:bodyPr/>
          <a:lstStyle/>
          <a:p>
            <a:fld id="{B6F15528-21DE-4FAA-801E-634DDDAF4B2B}" type="slidenum">
              <a:rPr lang="en-US" smtClean="0"/>
              <a:pPr/>
              <a:t>55</a:t>
            </a:fld>
            <a:endParaRPr lang="en-US"/>
          </a:p>
        </p:txBody>
      </p:sp>
    </p:spTree>
    <p:extLst>
      <p:ext uri="{BB962C8B-B14F-4D97-AF65-F5344CB8AC3E}">
        <p14:creationId xmlns:p14="http://schemas.microsoft.com/office/powerpoint/2010/main" val="32245484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125112"/>
            <a:ext cx="8763000" cy="1938992"/>
          </a:xfrm>
          <a:prstGeom prst="rect">
            <a:avLst/>
          </a:prstGeom>
          <a:solidFill>
            <a:srgbClr val="CCECFF"/>
          </a:solid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Figure below depicts the generic architecture of 5G network. As shown 5G network uses </a:t>
            </a:r>
            <a:r>
              <a:rPr lang="en-US" sz="2400" b="1" dirty="0">
                <a:solidFill>
                  <a:srgbClr val="0000FF"/>
                </a:solidFill>
                <a:latin typeface="Times New Roman" panose="02020603050405020304" pitchFamily="18" charset="0"/>
                <a:cs typeface="Times New Roman" panose="02020603050405020304" pitchFamily="18" charset="0"/>
              </a:rPr>
              <a:t>flat IP</a:t>
            </a:r>
            <a:r>
              <a:rPr lang="en-US" sz="2400" dirty="0">
                <a:latin typeface="Times New Roman" panose="02020603050405020304" pitchFamily="18" charset="0"/>
                <a:cs typeface="Times New Roman" panose="02020603050405020304" pitchFamily="18" charset="0"/>
              </a:rPr>
              <a:t> concept so that different RANs (Radio Access Networks: GSM, GPRS/EDGE, UMTS, LTE, LTE-advanced, WiMAX, </a:t>
            </a:r>
            <a:r>
              <a:rPr lang="en-US" sz="2400" dirty="0" err="1">
                <a:latin typeface="Times New Roman" panose="02020603050405020304" pitchFamily="18" charset="0"/>
                <a:cs typeface="Times New Roman" panose="02020603050405020304" pitchFamily="18" charset="0"/>
              </a:rPr>
              <a:t>WiFi</a:t>
            </a:r>
            <a:r>
              <a:rPr lang="en-US" sz="2400" dirty="0">
                <a:latin typeface="Times New Roman" panose="02020603050405020304" pitchFamily="18" charset="0"/>
                <a:cs typeface="Times New Roman" panose="02020603050405020304" pitchFamily="18" charset="0"/>
              </a:rPr>
              <a:t>, CDMA2000, EV-DO, CDMA One, IS-95 etc.) can use the same single Nanocore for communication. </a:t>
            </a:r>
            <a:endParaRPr lang="en-US" dirty="0">
              <a:latin typeface="Times New Roman" panose="02020603050405020304" pitchFamily="18" charset="0"/>
              <a:cs typeface="Times New Roman" panose="02020603050405020304" pitchFamily="18" charset="0"/>
            </a:endParaRPr>
          </a:p>
        </p:txBody>
      </p:sp>
      <p:pic>
        <p:nvPicPr>
          <p:cNvPr id="1026" name="Picture 2" descr="5G network archite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725" y="2089355"/>
            <a:ext cx="5667374" cy="389242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5791200" y="2621078"/>
            <a:ext cx="3352800" cy="1477328"/>
          </a:xfrm>
          <a:prstGeom prst="rect">
            <a:avLst/>
          </a:prstGeom>
          <a:solidFill>
            <a:srgbClr val="FFC000"/>
          </a:solidFill>
        </p:spPr>
        <p:txBody>
          <a:bodyPr wrap="square">
            <a:spAutoFit/>
          </a:bodyPr>
          <a:lstStyle/>
          <a:p>
            <a:pPr marL="342900" indent="-342900"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5G aggregator aggregates all the RAN traffics and route it to gateway. </a:t>
            </a:r>
          </a:p>
          <a:p>
            <a:pPr marL="342900" indent="-342900"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5G aggregator is located at BSC/RNC place.</a:t>
            </a:r>
          </a:p>
        </p:txBody>
      </p:sp>
      <p:sp>
        <p:nvSpPr>
          <p:cNvPr id="2" name="TextBox 1">
            <a:extLst>
              <a:ext uri="{FF2B5EF4-FFF2-40B4-BE49-F238E27FC236}">
                <a16:creationId xmlns:a16="http://schemas.microsoft.com/office/drawing/2014/main" xmlns="" id="{F8492677-AC85-4ED1-8039-9969070B0425}"/>
              </a:ext>
            </a:extLst>
          </p:cNvPr>
          <p:cNvSpPr txBox="1"/>
          <p:nvPr/>
        </p:nvSpPr>
        <p:spPr>
          <a:xfrm>
            <a:off x="2514600" y="5490500"/>
            <a:ext cx="3657600" cy="646331"/>
          </a:xfrm>
          <a:prstGeom prst="rect">
            <a:avLst/>
          </a:prstGeom>
          <a:solidFill>
            <a:srgbClr val="FFCCFF"/>
          </a:solid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It consists of nanotechnology, cloud computing, All IP architecture.</a:t>
            </a:r>
            <a:endParaRPr lang="en-US" dirty="0"/>
          </a:p>
        </p:txBody>
      </p:sp>
      <p:sp>
        <p:nvSpPr>
          <p:cNvPr id="3" name="Arrow: Right 2">
            <a:extLst>
              <a:ext uri="{FF2B5EF4-FFF2-40B4-BE49-F238E27FC236}">
                <a16:creationId xmlns:a16="http://schemas.microsoft.com/office/drawing/2014/main" xmlns="" id="{2B001A9D-0B6D-4D28-9648-28C59026DAB6}"/>
              </a:ext>
            </a:extLst>
          </p:cNvPr>
          <p:cNvSpPr/>
          <p:nvPr/>
        </p:nvSpPr>
        <p:spPr>
          <a:xfrm rot="18275380">
            <a:off x="2727685" y="4719225"/>
            <a:ext cx="1578741" cy="134266"/>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0089322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a:solidFill>
            <a:schemeClr val="accent6">
              <a:lumMod val="40000"/>
              <a:lumOff val="60000"/>
            </a:schemeClr>
          </a:solidFill>
        </p:spPr>
        <p:txBody>
          <a:bodyPr>
            <a:normAutofit fontScale="70000" lnSpcReduction="20000"/>
          </a:bodyPr>
          <a:lstStyle/>
          <a:p>
            <a:r>
              <a:rPr lang="en-US" b="1" dirty="0">
                <a:latin typeface="Times New Roman" panose="02020603050405020304" pitchFamily="18" charset="0"/>
                <a:cs typeface="Times New Roman" panose="02020603050405020304" pitchFamily="18" charset="0"/>
              </a:rPr>
              <a:t>5G Generic Architecture Overview</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Flat IP Concept</a:t>
            </a:r>
            <a:r>
              <a:rPr lang="en-US" dirty="0" smtClean="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Flat IP architecture</a:t>
            </a:r>
            <a:r>
              <a:rPr lang="en-US" dirty="0">
                <a:latin typeface="Times New Roman" panose="02020603050405020304" pitchFamily="18" charset="0"/>
                <a:cs typeface="Times New Roman" panose="02020603050405020304" pitchFamily="18" charset="0"/>
              </a:rPr>
              <a:t> is a </a:t>
            </a:r>
            <a:r>
              <a:rPr lang="en-US" b="1" dirty="0">
                <a:latin typeface="Times New Roman" panose="02020603050405020304" pitchFamily="18" charset="0"/>
                <a:cs typeface="Times New Roman" panose="02020603050405020304" pitchFamily="18" charset="0"/>
              </a:rPr>
              <a:t>network design principle</a:t>
            </a:r>
            <a:r>
              <a:rPr lang="en-US" dirty="0">
                <a:latin typeface="Times New Roman" panose="02020603050405020304" pitchFamily="18" charset="0"/>
                <a:cs typeface="Times New Roman" panose="02020603050405020304" pitchFamily="18" charset="0"/>
              </a:rPr>
              <a:t> where all network entities (devices, servers, applications) are directly connected over a </a:t>
            </a:r>
            <a:r>
              <a:rPr lang="en-US" b="1" dirty="0">
                <a:latin typeface="Times New Roman" panose="02020603050405020304" pitchFamily="18" charset="0"/>
                <a:cs typeface="Times New Roman" panose="02020603050405020304" pitchFamily="18" charset="0"/>
              </a:rPr>
              <a:t>single IP-based backbone</a:t>
            </a:r>
            <a:r>
              <a:rPr lang="en-US" dirty="0">
                <a:latin typeface="Times New Roman" panose="02020603050405020304" pitchFamily="18" charset="0"/>
                <a:cs typeface="Times New Roman" panose="02020603050405020304" pitchFamily="18" charset="0"/>
              </a:rPr>
              <a:t>, instead of using multiple hierarchical layers (like in 2G/3G</a:t>
            </a:r>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Unlike </a:t>
            </a:r>
            <a:r>
              <a:rPr lang="en-US" dirty="0">
                <a:latin typeface="Times New Roman" panose="02020603050405020304" pitchFamily="18" charset="0"/>
                <a:cs typeface="Times New Roman" panose="02020603050405020304" pitchFamily="18" charset="0"/>
              </a:rPr>
              <a:t>hierarchical architectures in 2G/3G/4G, 5G adopts a </a:t>
            </a:r>
            <a:r>
              <a:rPr lang="en-US" i="1" dirty="0">
                <a:latin typeface="Times New Roman" panose="02020603050405020304" pitchFamily="18" charset="0"/>
                <a:cs typeface="Times New Roman" panose="02020603050405020304" pitchFamily="18" charset="0"/>
              </a:rPr>
              <a:t>flat, all-IP architecture</a:t>
            </a:r>
            <a:r>
              <a:rPr lang="en-US" dirty="0">
                <a:latin typeface="Times New Roman" panose="02020603050405020304" pitchFamily="18" charset="0"/>
                <a:cs typeface="Times New Roman" panose="02020603050405020304" pitchFamily="18" charset="0"/>
              </a:rPr>
              <a:t>. This minimizes intermediate nodes, reduces latency, and enables faster, more direct connections between end-users and services</a:t>
            </a:r>
            <a:r>
              <a:rPr lang="en-US" dirty="0" smtClean="0">
                <a:latin typeface="Times New Roman" panose="02020603050405020304" pitchFamily="18" charset="0"/>
                <a:cs typeface="Times New Roman" panose="02020603050405020304" pitchFamily="18" charset="0"/>
              </a:rPr>
              <a:t>.</a:t>
            </a:r>
          </a:p>
          <a:p>
            <a:pPr marL="0" indent="0">
              <a:buNone/>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Multi-RAN Support</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5G core (</a:t>
            </a:r>
            <a:r>
              <a:rPr lang="en-US" dirty="0" err="1">
                <a:latin typeface="Times New Roman" panose="02020603050405020304" pitchFamily="18" charset="0"/>
                <a:cs typeface="Times New Roman" panose="02020603050405020304" pitchFamily="18" charset="0"/>
              </a:rPr>
              <a:t>nanocore</a:t>
            </a:r>
            <a:r>
              <a:rPr lang="en-US" dirty="0">
                <a:latin typeface="Times New Roman" panose="02020603050405020304" pitchFamily="18" charset="0"/>
                <a:cs typeface="Times New Roman" panose="02020603050405020304" pitchFamily="18" charset="0"/>
              </a:rPr>
              <a:t>) is designed to interoperate with various existing and emerging Radio Access Technologies (RATs), including:</a:t>
            </a:r>
          </a:p>
          <a:p>
            <a:pPr lvl="1">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Legacy RANs</a:t>
            </a:r>
            <a:r>
              <a:rPr lang="en-US" dirty="0">
                <a:latin typeface="Times New Roman" panose="02020603050405020304" pitchFamily="18" charset="0"/>
                <a:cs typeface="Times New Roman" panose="02020603050405020304" pitchFamily="18" charset="0"/>
              </a:rPr>
              <a:t>: GSM, GPRS/EDGE, UMTS, CDMA, IS-95</a:t>
            </a:r>
          </a:p>
          <a:p>
            <a:pPr lvl="1">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4G/Enhanced RANs</a:t>
            </a:r>
            <a:r>
              <a:rPr lang="en-US" dirty="0">
                <a:latin typeface="Times New Roman" panose="02020603050405020304" pitchFamily="18" charset="0"/>
                <a:cs typeface="Times New Roman" panose="02020603050405020304" pitchFamily="18" charset="0"/>
              </a:rPr>
              <a:t>: LTE, LTE-Advanced, </a:t>
            </a:r>
            <a:r>
              <a:rPr lang="en-US" dirty="0" err="1">
                <a:latin typeface="Times New Roman" panose="02020603050405020304" pitchFamily="18" charset="0"/>
                <a:cs typeface="Times New Roman" panose="02020603050405020304" pitchFamily="18" charset="0"/>
              </a:rPr>
              <a:t>WiMAX</a:t>
            </a:r>
            <a:endParaRPr lang="en-US"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Next-gen RANs</a:t>
            </a:r>
            <a:r>
              <a:rPr lang="en-US" dirty="0">
                <a:latin typeface="Times New Roman" panose="02020603050405020304" pitchFamily="18" charset="0"/>
                <a:cs typeface="Times New Roman" panose="02020603050405020304" pitchFamily="18" charset="0"/>
              </a:rPr>
              <a:t>: Wi-Fi (for unlicensed access), 5G NR (New Radio</a:t>
            </a:r>
            <a:r>
              <a:rPr lang="en-US" dirty="0" smtClean="0">
                <a:latin typeface="Times New Roman" panose="02020603050405020304" pitchFamily="18" charset="0"/>
                <a:cs typeface="Times New Roman" panose="02020603050405020304" pitchFamily="18" charset="0"/>
              </a:rPr>
              <a:t>)</a:t>
            </a:r>
          </a:p>
          <a:p>
            <a:pPr lvl="1">
              <a:buFont typeface="Arial" panose="020B0604020202020204" pitchFamily="34" charset="0"/>
              <a:buChar char="•"/>
            </a:pPr>
            <a:endParaRPr lang="en-US" dirty="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57</a:t>
            </a:fld>
            <a:endParaRPr lang="en-US"/>
          </a:p>
        </p:txBody>
      </p:sp>
    </p:spTree>
    <p:extLst>
      <p:ext uri="{BB962C8B-B14F-4D97-AF65-F5344CB8AC3E}">
        <p14:creationId xmlns:p14="http://schemas.microsoft.com/office/powerpoint/2010/main" val="10649964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a:solidFill>
            <a:schemeClr val="accent6">
              <a:lumMod val="40000"/>
              <a:lumOff val="60000"/>
            </a:schemeClr>
          </a:solidFill>
        </p:spPr>
        <p:txBody>
          <a:bodyPr>
            <a:normAutofit fontScale="70000" lnSpcReduction="20000"/>
          </a:bodyPr>
          <a:lstStyle/>
          <a:p>
            <a:pPr marL="0" lvl="0" indent="0" eaLnBrk="0" fontAlgn="base" hangingPunct="0">
              <a:spcBef>
                <a:spcPct val="0"/>
              </a:spcBef>
              <a:spcAft>
                <a:spcPct val="0"/>
              </a:spcAft>
              <a:buFontTx/>
              <a:buChar char="•"/>
            </a:pPr>
            <a:r>
              <a:rPr lang="en-US" b="1" dirty="0" err="1">
                <a:latin typeface="Times New Roman" panose="02020603050405020304" pitchFamily="18" charset="0"/>
                <a:cs typeface="Times New Roman" panose="02020603050405020304" pitchFamily="18" charset="0"/>
              </a:rPr>
              <a:t>Nanocore</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single </a:t>
            </a:r>
            <a:r>
              <a:rPr lang="en-US" b="1" dirty="0" err="1">
                <a:latin typeface="Times New Roman" panose="02020603050405020304" pitchFamily="18" charset="0"/>
                <a:cs typeface="Times New Roman" panose="02020603050405020304" pitchFamily="18" charset="0"/>
              </a:rPr>
              <a:t>nanocore</a:t>
            </a:r>
            <a:r>
              <a:rPr lang="en-US" dirty="0">
                <a:latin typeface="Times New Roman" panose="02020603050405020304" pitchFamily="18" charset="0"/>
                <a:cs typeface="Times New Roman" panose="02020603050405020304" pitchFamily="18" charset="0"/>
              </a:rPr>
              <a:t> (IP-based core) acts as a </a:t>
            </a:r>
            <a:r>
              <a:rPr lang="en-US" i="1" dirty="0">
                <a:latin typeface="Times New Roman" panose="02020603050405020304" pitchFamily="18" charset="0"/>
                <a:cs typeface="Times New Roman" panose="02020603050405020304" pitchFamily="18" charset="0"/>
              </a:rPr>
              <a:t>unified backbone</a:t>
            </a:r>
            <a:r>
              <a:rPr lang="en-US" dirty="0">
                <a:latin typeface="Times New Roman" panose="02020603050405020304" pitchFamily="18" charset="0"/>
                <a:cs typeface="Times New Roman" panose="02020603050405020304" pitchFamily="18" charset="0"/>
              </a:rPr>
              <a:t> for all these RANs.</a:t>
            </a:r>
          </a:p>
          <a:p>
            <a:pPr marL="0" lvl="0" indent="0" eaLnBrk="0" fontAlgn="base" hangingPunct="0">
              <a:spcBef>
                <a:spcPct val="0"/>
              </a:spcBef>
              <a:spcAft>
                <a:spcPct val="0"/>
              </a:spcAft>
              <a:buFontTx/>
              <a:buChar char="•"/>
            </a:pPr>
            <a:r>
              <a:rPr lang="en-US" dirty="0">
                <a:latin typeface="Times New Roman" panose="02020603050405020304" pitchFamily="18" charset="0"/>
                <a:cs typeface="Times New Roman" panose="02020603050405020304" pitchFamily="18" charset="0"/>
              </a:rPr>
              <a:t>It ensures </a:t>
            </a:r>
            <a:r>
              <a:rPr lang="en-US" b="1" dirty="0">
                <a:latin typeface="Times New Roman" panose="02020603050405020304" pitchFamily="18" charset="0"/>
                <a:cs typeface="Times New Roman" panose="02020603050405020304" pitchFamily="18" charset="0"/>
              </a:rPr>
              <a:t>seamless mobility</a:t>
            </a:r>
            <a:r>
              <a:rPr lang="en-US" dirty="0">
                <a:latin typeface="Times New Roman" panose="02020603050405020304" pitchFamily="18" charset="0"/>
                <a:cs typeface="Times New Roman" panose="02020603050405020304" pitchFamily="18" charset="0"/>
              </a:rPr>
              <a:t> across heterogeneous networks.</a:t>
            </a:r>
          </a:p>
          <a:p>
            <a:pPr marL="0" lvl="0" indent="0" eaLnBrk="0" fontAlgn="base" hangingPunct="0">
              <a:spcBef>
                <a:spcPct val="0"/>
              </a:spcBef>
              <a:spcAft>
                <a:spcPct val="0"/>
              </a:spcAft>
              <a:buFontTx/>
              <a:buChar char="•"/>
            </a:pPr>
            <a:r>
              <a:rPr lang="en-US" dirty="0">
                <a:latin typeface="Times New Roman" panose="02020603050405020304" pitchFamily="18" charset="0"/>
                <a:cs typeface="Times New Roman" panose="02020603050405020304" pitchFamily="18" charset="0"/>
              </a:rPr>
              <a:t>Supports </a:t>
            </a:r>
            <a:r>
              <a:rPr lang="en-US" b="1" dirty="0" err="1">
                <a:latin typeface="Times New Roman" panose="02020603050405020304" pitchFamily="18" charset="0"/>
                <a:cs typeface="Times New Roman" panose="02020603050405020304" pitchFamily="18" charset="0"/>
              </a:rPr>
              <a:t>QoS</a:t>
            </a:r>
            <a:r>
              <a:rPr lang="en-US" b="1" dirty="0">
                <a:latin typeface="Times New Roman" panose="02020603050405020304" pitchFamily="18" charset="0"/>
                <a:cs typeface="Times New Roman" panose="02020603050405020304" pitchFamily="18" charset="0"/>
              </a:rPr>
              <a:t>-aware services</a:t>
            </a:r>
            <a:r>
              <a:rPr lang="en-US" dirty="0">
                <a:latin typeface="Times New Roman" panose="02020603050405020304" pitchFamily="18" charset="0"/>
                <a:cs typeface="Times New Roman" panose="02020603050405020304" pitchFamily="18" charset="0"/>
              </a:rPr>
              <a:t> (voice, video, </a:t>
            </a:r>
            <a:r>
              <a:rPr lang="en-US" dirty="0" err="1">
                <a:latin typeface="Times New Roman" panose="02020603050405020304" pitchFamily="18" charset="0"/>
                <a:cs typeface="Times New Roman" panose="02020603050405020304" pitchFamily="18" charset="0"/>
              </a:rPr>
              <a:t>IoT</a:t>
            </a:r>
            <a:r>
              <a:rPr lang="en-US" dirty="0">
                <a:latin typeface="Times New Roman" panose="02020603050405020304" pitchFamily="18" charset="0"/>
                <a:cs typeface="Times New Roman" panose="02020603050405020304" pitchFamily="18" charset="0"/>
              </a:rPr>
              <a:t>, AR/VR, etc.).</a:t>
            </a:r>
          </a:p>
          <a:p>
            <a:pPr marL="0" lvl="0" indent="0" eaLnBrk="0" fontAlgn="base" hangingPunct="0">
              <a:spcBef>
                <a:spcPct val="0"/>
              </a:spcBef>
              <a:spcAft>
                <a:spcPct val="0"/>
              </a:spcAft>
              <a:buFontTx/>
              <a:buChar char="•"/>
            </a:pPr>
            <a:r>
              <a:rPr lang="en-US" dirty="0">
                <a:latin typeface="Times New Roman" panose="02020603050405020304" pitchFamily="18" charset="0"/>
                <a:cs typeface="Times New Roman" panose="02020603050405020304" pitchFamily="18" charset="0"/>
              </a:rPr>
              <a:t>Provides </a:t>
            </a:r>
            <a:r>
              <a:rPr lang="en-US" b="1" dirty="0">
                <a:latin typeface="Times New Roman" panose="02020603050405020304" pitchFamily="18" charset="0"/>
                <a:cs typeface="Times New Roman" panose="02020603050405020304" pitchFamily="18" charset="0"/>
              </a:rPr>
              <a:t>network slicing</a:t>
            </a:r>
            <a:r>
              <a:rPr lang="en-US" dirty="0">
                <a:latin typeface="Times New Roman" panose="02020603050405020304" pitchFamily="18" charset="0"/>
                <a:cs typeface="Times New Roman" panose="02020603050405020304" pitchFamily="18" charset="0"/>
              </a:rPr>
              <a:t> for different applications and industries</a:t>
            </a:r>
            <a:r>
              <a:rPr lang="en-US" dirty="0" smtClean="0">
                <a:latin typeface="Times New Roman" panose="02020603050405020304" pitchFamily="18" charset="0"/>
                <a:cs typeface="Times New Roman" panose="02020603050405020304" pitchFamily="18" charset="0"/>
              </a:rPr>
              <a:t>.</a:t>
            </a:r>
          </a:p>
          <a:p>
            <a:pPr marL="0" lvl="0" indent="0" eaLnBrk="0" fontAlgn="base" hangingPunct="0">
              <a:spcBef>
                <a:spcPct val="0"/>
              </a:spcBef>
              <a:spcAft>
                <a:spcPct val="0"/>
              </a:spcAft>
              <a:buFontTx/>
              <a:buChar char="•"/>
            </a:pPr>
            <a:endParaRPr lang="en-US" dirty="0">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FontTx/>
              <a:buChar char="•"/>
            </a:pPr>
            <a:r>
              <a:rPr lang="en-US" b="1" dirty="0" smtClean="0">
                <a:latin typeface="Times New Roman" panose="02020603050405020304" pitchFamily="18" charset="0"/>
                <a:cs typeface="Times New Roman" panose="02020603050405020304" pitchFamily="18" charset="0"/>
              </a:rPr>
              <a:t>Key Features</a:t>
            </a:r>
            <a:r>
              <a:rPr lang="en-US" dirty="0" smtClean="0">
                <a:latin typeface="Times New Roman" panose="02020603050405020304" pitchFamily="18" charset="0"/>
                <a:cs typeface="Times New Roman" panose="02020603050405020304" pitchFamily="18" charset="0"/>
              </a:rPr>
              <a:t>:</a:t>
            </a:r>
          </a:p>
          <a:p>
            <a:pPr marL="0" lvl="0" indent="0" eaLnBrk="0" fontAlgn="base" hangingPunct="0">
              <a:spcBef>
                <a:spcPct val="0"/>
              </a:spcBef>
              <a:spcAft>
                <a:spcPct val="0"/>
              </a:spcAft>
              <a:buFontTx/>
              <a:buChar char="•"/>
            </a:pPr>
            <a:r>
              <a:rPr lang="en-US" b="1" dirty="0" smtClean="0">
                <a:latin typeface="Times New Roman" panose="02020603050405020304" pitchFamily="18" charset="0"/>
                <a:cs typeface="Times New Roman" panose="02020603050405020304" pitchFamily="18" charset="0"/>
              </a:rPr>
              <a:t>Seamless Handover</a:t>
            </a:r>
            <a:r>
              <a:rPr lang="en-US" dirty="0" smtClean="0">
                <a:latin typeface="Times New Roman" panose="02020603050405020304" pitchFamily="18" charset="0"/>
                <a:cs typeface="Times New Roman" panose="02020603050405020304" pitchFamily="18" charset="0"/>
              </a:rPr>
              <a:t>: Users can move across LTE, Wi-Fi, or 5G NR without losing session continuity.</a:t>
            </a:r>
          </a:p>
          <a:p>
            <a:pPr marL="0" lvl="0" indent="0" eaLnBrk="0" fontAlgn="base" hangingPunct="0">
              <a:spcBef>
                <a:spcPct val="0"/>
              </a:spcBef>
              <a:spcAft>
                <a:spcPct val="0"/>
              </a:spcAft>
              <a:buFontTx/>
              <a:buChar char="•"/>
            </a:pPr>
            <a:r>
              <a:rPr lang="en-US" b="1" dirty="0" smtClean="0">
                <a:latin typeface="Times New Roman" panose="02020603050405020304" pitchFamily="18" charset="0"/>
                <a:cs typeface="Times New Roman" panose="02020603050405020304" pitchFamily="18" charset="0"/>
              </a:rPr>
              <a:t>Interoperability</a:t>
            </a:r>
            <a:r>
              <a:rPr lang="en-US" dirty="0" smtClean="0">
                <a:latin typeface="Times New Roman" panose="02020603050405020304" pitchFamily="18" charset="0"/>
                <a:cs typeface="Times New Roman" panose="02020603050405020304" pitchFamily="18" charset="0"/>
              </a:rPr>
              <a:t>: Common IP-based protocol stack allows backward compatibility.</a:t>
            </a:r>
          </a:p>
          <a:p>
            <a:pPr marL="0" lvl="0" indent="0" eaLnBrk="0" fontAlgn="base" hangingPunct="0">
              <a:spcBef>
                <a:spcPct val="0"/>
              </a:spcBef>
              <a:spcAft>
                <a:spcPct val="0"/>
              </a:spcAft>
              <a:buFontTx/>
              <a:buChar char="•"/>
            </a:pPr>
            <a:r>
              <a:rPr lang="en-US" b="1" dirty="0" smtClean="0">
                <a:latin typeface="Times New Roman" panose="02020603050405020304" pitchFamily="18" charset="0"/>
                <a:cs typeface="Times New Roman" panose="02020603050405020304" pitchFamily="18" charset="0"/>
              </a:rPr>
              <a:t>Flexibility</a:t>
            </a:r>
            <a:r>
              <a:rPr lang="en-US" dirty="0" smtClean="0">
                <a:latin typeface="Times New Roman" panose="02020603050405020304" pitchFamily="18" charset="0"/>
                <a:cs typeface="Times New Roman" panose="02020603050405020304" pitchFamily="18" charset="0"/>
              </a:rPr>
              <a:t>: New RANs can be integrated without redesigning the entire core.</a:t>
            </a:r>
          </a:p>
          <a:p>
            <a:pPr marL="0" lvl="0" indent="0" eaLnBrk="0" fontAlgn="base" hangingPunct="0">
              <a:spcBef>
                <a:spcPct val="0"/>
              </a:spcBef>
              <a:spcAft>
                <a:spcPct val="0"/>
              </a:spcAft>
              <a:buFontTx/>
              <a:buChar char="•"/>
            </a:pPr>
            <a:r>
              <a:rPr lang="en-US" b="1" dirty="0" smtClean="0">
                <a:latin typeface="Times New Roman" panose="02020603050405020304" pitchFamily="18" charset="0"/>
                <a:cs typeface="Times New Roman" panose="02020603050405020304" pitchFamily="18" charset="0"/>
              </a:rPr>
              <a:t>Reduced Latency</a:t>
            </a:r>
            <a:r>
              <a:rPr lang="en-US" dirty="0" smtClean="0">
                <a:latin typeface="Times New Roman" panose="02020603050405020304" pitchFamily="18" charset="0"/>
                <a:cs typeface="Times New Roman" panose="02020603050405020304" pitchFamily="18" charset="0"/>
              </a:rPr>
              <a:t>: Flat design reduces hops between user and service provider.</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58</a:t>
            </a:fld>
            <a:endParaRPr lang="en-US"/>
          </a:p>
        </p:txBody>
      </p:sp>
    </p:spTree>
    <p:extLst>
      <p:ext uri="{BB962C8B-B14F-4D97-AF65-F5344CB8AC3E}">
        <p14:creationId xmlns:p14="http://schemas.microsoft.com/office/powerpoint/2010/main" val="9908964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5B721BEA-DBAD-4EBD-B026-A4847FF6B5AA}"/>
              </a:ext>
            </a:extLst>
          </p:cNvPr>
          <p:cNvSpPr>
            <a:spLocks noGrp="1"/>
          </p:cNvSpPr>
          <p:nvPr>
            <p:ph type="sldNum" sz="quarter" idx="12"/>
          </p:nvPr>
        </p:nvSpPr>
        <p:spPr/>
        <p:txBody>
          <a:bodyPr/>
          <a:lstStyle/>
          <a:p>
            <a:fld id="{B6F15528-21DE-4FAA-801E-634DDDAF4B2B}" type="slidenum">
              <a:rPr lang="en-US" smtClean="0"/>
              <a:pPr/>
              <a:t>59</a:t>
            </a:fld>
            <a:endParaRPr lang="en-US"/>
          </a:p>
        </p:txBody>
      </p:sp>
      <p:sp>
        <p:nvSpPr>
          <p:cNvPr id="5" name="Rectangle 4">
            <a:extLst>
              <a:ext uri="{FF2B5EF4-FFF2-40B4-BE49-F238E27FC236}">
                <a16:creationId xmlns:a16="http://schemas.microsoft.com/office/drawing/2014/main" xmlns="" id="{5CFD5705-2B24-4743-BB48-88439A465552}"/>
              </a:ext>
            </a:extLst>
          </p:cNvPr>
          <p:cNvSpPr/>
          <p:nvPr/>
        </p:nvSpPr>
        <p:spPr>
          <a:xfrm>
            <a:off x="6284" y="0"/>
            <a:ext cx="9137715" cy="954107"/>
          </a:xfrm>
          <a:prstGeom prst="rect">
            <a:avLst/>
          </a:prstGeom>
        </p:spPr>
        <p:txBody>
          <a:bodyPr wrap="square">
            <a:spAutoFit/>
          </a:bodyPr>
          <a:lstStyle/>
          <a:p>
            <a:pPr algn="just"/>
            <a:r>
              <a:rPr lang="en-US" sz="2800" dirty="0">
                <a:latin typeface="Times New Roman" panose="02020603050405020304" pitchFamily="18" charset="0"/>
                <a:cs typeface="Times New Roman" panose="02020603050405020304" pitchFamily="18" charset="0"/>
              </a:rPr>
              <a:t>Basically, the 5G consists of Radio Access Network (RAN) and Core Network (CN).</a:t>
            </a:r>
          </a:p>
        </p:txBody>
      </p:sp>
      <p:pic>
        <p:nvPicPr>
          <p:cNvPr id="6" name="Picture 5">
            <a:extLst>
              <a:ext uri="{FF2B5EF4-FFF2-40B4-BE49-F238E27FC236}">
                <a16:creationId xmlns:a16="http://schemas.microsoft.com/office/drawing/2014/main" xmlns="" id="{73F4DB52-6120-4C8A-892B-D2A1DF293501}"/>
              </a:ext>
            </a:extLst>
          </p:cNvPr>
          <p:cNvPicPr>
            <a:picLocks noChangeAspect="1"/>
          </p:cNvPicPr>
          <p:nvPr/>
        </p:nvPicPr>
        <p:blipFill>
          <a:blip r:embed="rId2"/>
          <a:stretch>
            <a:fillRect/>
          </a:stretch>
        </p:blipFill>
        <p:spPr>
          <a:xfrm>
            <a:off x="990600" y="954107"/>
            <a:ext cx="6764497" cy="3214427"/>
          </a:xfrm>
          <a:prstGeom prst="rect">
            <a:avLst/>
          </a:prstGeom>
        </p:spPr>
      </p:pic>
      <p:sp>
        <p:nvSpPr>
          <p:cNvPr id="7" name="Rectangle 6">
            <a:extLst>
              <a:ext uri="{FF2B5EF4-FFF2-40B4-BE49-F238E27FC236}">
                <a16:creationId xmlns:a16="http://schemas.microsoft.com/office/drawing/2014/main" xmlns="" id="{F19C1948-AD52-4893-AF38-64BD234DDB52}"/>
              </a:ext>
            </a:extLst>
          </p:cNvPr>
          <p:cNvSpPr/>
          <p:nvPr/>
        </p:nvSpPr>
        <p:spPr>
          <a:xfrm>
            <a:off x="163004" y="4230588"/>
            <a:ext cx="8817991" cy="2308324"/>
          </a:xfrm>
          <a:prstGeom prst="rect">
            <a:avLst/>
          </a:prstGeom>
          <a:solidFill>
            <a:srgbClr val="CCECFF"/>
          </a:solidFill>
        </p:spPr>
        <p:txBody>
          <a:bodyPr wrap="square">
            <a:spAutoFit/>
          </a:bodyPr>
          <a:lstStyle/>
          <a:p>
            <a:pPr algn="just"/>
            <a:r>
              <a:rPr lang="en-US" sz="2400" b="1" dirty="0">
                <a:solidFill>
                  <a:srgbClr val="FF0000"/>
                </a:solidFill>
                <a:latin typeface="Times New Roman" panose="02020603050405020304" pitchFamily="18" charset="0"/>
                <a:cs typeface="Times New Roman" panose="02020603050405020304" pitchFamily="18" charset="0"/>
              </a:rPr>
              <a:t>Access and Mobility Management Function (AMF): </a:t>
            </a:r>
          </a:p>
          <a:p>
            <a:pPr algn="just"/>
            <a:r>
              <a:rPr lang="en-US" sz="2400" dirty="0">
                <a:latin typeface="Times New Roman" panose="02020603050405020304" pitchFamily="18" charset="0"/>
                <a:cs typeface="Times New Roman" panose="02020603050405020304" pitchFamily="18" charset="0"/>
              </a:rPr>
              <a:t>Responsible for subscriber registration (new user after inserting SIM first), mobility management, access authentication and authorization. It catching the subscribers’ physical locations and handling the signal handover between two cellular towers within the RAN.</a:t>
            </a:r>
          </a:p>
          <a:p>
            <a:pPr algn="just"/>
            <a:r>
              <a:rPr lang="en-US" sz="2400" dirty="0">
                <a:solidFill>
                  <a:srgbClr val="0000FF"/>
                </a:solidFill>
                <a:latin typeface="Times New Roman" panose="02020603050405020304" pitchFamily="18" charset="0"/>
                <a:cs typeface="Times New Roman" panose="02020603050405020304" pitchFamily="18" charset="0"/>
              </a:rPr>
              <a:t>The AMF has some of the functions of the MME of 4G.</a:t>
            </a:r>
          </a:p>
        </p:txBody>
      </p:sp>
    </p:spTree>
    <p:extLst>
      <p:ext uri="{BB962C8B-B14F-4D97-AF65-F5344CB8AC3E}">
        <p14:creationId xmlns:p14="http://schemas.microsoft.com/office/powerpoint/2010/main" val="9042243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73C8F535-D123-476B-BC6A-D29B30870304}"/>
              </a:ext>
            </a:extLst>
          </p:cNvPr>
          <p:cNvSpPr>
            <a:spLocks noGrp="1"/>
          </p:cNvSpPr>
          <p:nvPr>
            <p:ph type="sldNum" sz="quarter" idx="12"/>
          </p:nvPr>
        </p:nvSpPr>
        <p:spPr/>
        <p:txBody>
          <a:bodyPr/>
          <a:lstStyle/>
          <a:p>
            <a:fld id="{B6F15528-21DE-4FAA-801E-634DDDAF4B2B}" type="slidenum">
              <a:rPr lang="en-US" smtClean="0"/>
              <a:pPr/>
              <a:t>60</a:t>
            </a:fld>
            <a:endParaRPr lang="en-US"/>
          </a:p>
        </p:txBody>
      </p:sp>
      <p:pic>
        <p:nvPicPr>
          <p:cNvPr id="5" name="Picture 4">
            <a:extLst>
              <a:ext uri="{FF2B5EF4-FFF2-40B4-BE49-F238E27FC236}">
                <a16:creationId xmlns:a16="http://schemas.microsoft.com/office/drawing/2014/main" xmlns="" id="{FBE3C0D2-75A7-4A62-80A7-8E0B6544DBB9}"/>
              </a:ext>
            </a:extLst>
          </p:cNvPr>
          <p:cNvPicPr>
            <a:picLocks noChangeAspect="1"/>
          </p:cNvPicPr>
          <p:nvPr/>
        </p:nvPicPr>
        <p:blipFill>
          <a:blip r:embed="rId2"/>
          <a:stretch>
            <a:fillRect/>
          </a:stretch>
        </p:blipFill>
        <p:spPr>
          <a:xfrm>
            <a:off x="218977" y="155676"/>
            <a:ext cx="8467823" cy="4023831"/>
          </a:xfrm>
          <a:prstGeom prst="rect">
            <a:avLst/>
          </a:prstGeom>
        </p:spPr>
      </p:pic>
      <p:sp>
        <p:nvSpPr>
          <p:cNvPr id="6" name="Rectangle 5">
            <a:extLst>
              <a:ext uri="{FF2B5EF4-FFF2-40B4-BE49-F238E27FC236}">
                <a16:creationId xmlns:a16="http://schemas.microsoft.com/office/drawing/2014/main" xmlns="" id="{08BFC333-9242-4110-8303-97EA7160EA73}"/>
              </a:ext>
            </a:extLst>
          </p:cNvPr>
          <p:cNvSpPr/>
          <p:nvPr/>
        </p:nvSpPr>
        <p:spPr>
          <a:xfrm>
            <a:off x="209550" y="4417358"/>
            <a:ext cx="8724900" cy="1938992"/>
          </a:xfrm>
          <a:prstGeom prst="rect">
            <a:avLst/>
          </a:prstGeom>
          <a:solidFill>
            <a:srgbClr val="CCECFF"/>
          </a:solidFill>
        </p:spPr>
        <p:txBody>
          <a:bodyPr wrap="square">
            <a:spAutoFit/>
          </a:bodyPr>
          <a:lstStyle/>
          <a:p>
            <a:pPr algn="just"/>
            <a:r>
              <a:rPr lang="en-US" sz="2400" b="1" dirty="0">
                <a:solidFill>
                  <a:srgbClr val="FF0000"/>
                </a:solidFill>
                <a:latin typeface="Times New Roman" panose="02020603050405020304" pitchFamily="18" charset="0"/>
                <a:cs typeface="Times New Roman" panose="02020603050405020304" pitchFamily="18" charset="0"/>
              </a:rPr>
              <a:t>Session Management Function (SMF): </a:t>
            </a:r>
          </a:p>
          <a:p>
            <a:pPr marL="285750" indent="-28575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To setup of the connectivity for the UE towards Data Networks (Internet) like P-GW of LTE-A.</a:t>
            </a:r>
          </a:p>
          <a:p>
            <a:pPr marL="285750" indent="-28575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It manages the user sessions including establishment, modification and release of sessions.</a:t>
            </a:r>
          </a:p>
        </p:txBody>
      </p:sp>
    </p:spTree>
    <p:extLst>
      <p:ext uri="{BB962C8B-B14F-4D97-AF65-F5344CB8AC3E}">
        <p14:creationId xmlns:p14="http://schemas.microsoft.com/office/powerpoint/2010/main" val="5264142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9AE6D3F1-E467-4053-9B27-FE76D637A5FE}"/>
              </a:ext>
            </a:extLst>
          </p:cNvPr>
          <p:cNvSpPr>
            <a:spLocks noGrp="1"/>
          </p:cNvSpPr>
          <p:nvPr>
            <p:ph type="sldNum" sz="quarter" idx="12"/>
          </p:nvPr>
        </p:nvSpPr>
        <p:spPr/>
        <p:txBody>
          <a:bodyPr/>
          <a:lstStyle/>
          <a:p>
            <a:fld id="{B6F15528-21DE-4FAA-801E-634DDDAF4B2B}" type="slidenum">
              <a:rPr lang="en-US" smtClean="0"/>
              <a:pPr/>
              <a:t>61</a:t>
            </a:fld>
            <a:endParaRPr lang="en-US"/>
          </a:p>
        </p:txBody>
      </p:sp>
      <p:sp>
        <p:nvSpPr>
          <p:cNvPr id="5" name="Rectangle 4">
            <a:extLst>
              <a:ext uri="{FF2B5EF4-FFF2-40B4-BE49-F238E27FC236}">
                <a16:creationId xmlns:a16="http://schemas.microsoft.com/office/drawing/2014/main" xmlns="" id="{C9AD2759-F120-4DE9-A4F9-15E40FBB8390}"/>
              </a:ext>
            </a:extLst>
          </p:cNvPr>
          <p:cNvSpPr/>
          <p:nvPr/>
        </p:nvSpPr>
        <p:spPr>
          <a:xfrm>
            <a:off x="298704" y="2229783"/>
            <a:ext cx="8382000" cy="1938992"/>
          </a:xfrm>
          <a:prstGeom prst="rect">
            <a:avLst/>
          </a:prstGeom>
          <a:solidFill>
            <a:srgbClr val="CCECFF"/>
          </a:solidFill>
        </p:spPr>
        <p:txBody>
          <a:bodyPr wrap="square">
            <a:spAutoFit/>
          </a:bodyPr>
          <a:lstStyle/>
          <a:p>
            <a:pPr marL="285750" indent="-285750" algn="just">
              <a:buFont typeface="Wingdings" panose="05000000000000000000" pitchFamily="2" charset="2"/>
              <a:buChar char="ü"/>
            </a:pPr>
            <a:r>
              <a:rPr lang="en-US" sz="2400" dirty="0" smtClean="0">
                <a:latin typeface="Times New Roman" panose="02020603050405020304" pitchFamily="18" charset="0"/>
                <a:cs typeface="Times New Roman" panose="02020603050405020304" pitchFamily="18" charset="0"/>
              </a:rPr>
              <a:t>It can allocate IP addresses for IP PDU sessions (static or DHCP)</a:t>
            </a:r>
          </a:p>
          <a:p>
            <a:pPr marL="285750" indent="-285750" algn="just">
              <a:buFont typeface="Wingdings" panose="05000000000000000000" pitchFamily="2" charset="2"/>
              <a:buChar char="ü"/>
            </a:pPr>
            <a:r>
              <a:rPr lang="en-US" sz="2400" dirty="0" smtClean="0">
                <a:latin typeface="Times New Roman" panose="02020603050405020304" pitchFamily="18" charset="0"/>
                <a:cs typeface="Times New Roman" panose="02020603050405020304" pitchFamily="18" charset="0"/>
              </a:rPr>
              <a:t>Configures traffic steering (design traffic path) at UPF to route traffic to proper destination;</a:t>
            </a:r>
          </a:p>
          <a:p>
            <a:pPr marL="285750" indent="-285750" algn="just">
              <a:buFont typeface="Wingdings" panose="05000000000000000000" pitchFamily="2" charset="2"/>
              <a:buChar char="ü"/>
            </a:pPr>
            <a:r>
              <a:rPr lang="en-US" sz="2400" dirty="0" smtClean="0">
                <a:latin typeface="Times New Roman" panose="02020603050405020304" pitchFamily="18" charset="0"/>
                <a:cs typeface="Times New Roman" panose="02020603050405020304" pitchFamily="18" charset="0"/>
              </a:rPr>
              <a:t>Its function is like MME and P-GW of LTE. </a:t>
            </a:r>
            <a:endParaRPr lang="en-US"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xmlns="" id="{EC3F2F1B-429B-4A5B-9367-20888550F241}"/>
              </a:ext>
            </a:extLst>
          </p:cNvPr>
          <p:cNvPicPr>
            <a:picLocks noChangeAspect="1"/>
          </p:cNvPicPr>
          <p:nvPr/>
        </p:nvPicPr>
        <p:blipFill>
          <a:blip r:embed="rId2"/>
          <a:stretch>
            <a:fillRect/>
          </a:stretch>
        </p:blipFill>
        <p:spPr>
          <a:xfrm>
            <a:off x="685800" y="319088"/>
            <a:ext cx="7848600" cy="1662112"/>
          </a:xfrm>
          <a:prstGeom prst="rect">
            <a:avLst/>
          </a:prstGeom>
        </p:spPr>
      </p:pic>
      <p:sp>
        <p:nvSpPr>
          <p:cNvPr id="2" name="Rectangle 1"/>
          <p:cNvSpPr/>
          <p:nvPr/>
        </p:nvSpPr>
        <p:spPr>
          <a:xfrm>
            <a:off x="298704" y="4168775"/>
            <a:ext cx="8382000" cy="2246769"/>
          </a:xfrm>
          <a:prstGeom prst="rect">
            <a:avLst/>
          </a:prstGeom>
          <a:solidFill>
            <a:schemeClr val="accent3">
              <a:lumMod val="40000"/>
              <a:lumOff val="60000"/>
            </a:schemeClr>
          </a:solidFill>
        </p:spPr>
        <p:txBody>
          <a:bodyPr wrap="square">
            <a:spAutoFit/>
          </a:bodyPr>
          <a:lstStyle/>
          <a:p>
            <a:r>
              <a:rPr lang="en-US" sz="2000" b="1" dirty="0">
                <a:latin typeface="Times New Roman" panose="02020603050405020304" pitchFamily="18" charset="0"/>
                <a:cs typeface="Times New Roman" panose="02020603050405020304" pitchFamily="18" charset="0"/>
              </a:rPr>
              <a:t>What is a Session in 5G?</a:t>
            </a:r>
          </a:p>
          <a:p>
            <a:r>
              <a:rPr lang="en-US" sz="2000" dirty="0">
                <a:latin typeface="Times New Roman" panose="02020603050405020304" pitchFamily="18" charset="0"/>
                <a:cs typeface="Times New Roman" panose="02020603050405020304" pitchFamily="18" charset="0"/>
              </a:rPr>
              <a:t>A </a:t>
            </a:r>
            <a:r>
              <a:rPr lang="en-US" sz="2000" b="1" dirty="0">
                <a:latin typeface="Times New Roman" panose="02020603050405020304" pitchFamily="18" charset="0"/>
                <a:cs typeface="Times New Roman" panose="02020603050405020304" pitchFamily="18" charset="0"/>
              </a:rPr>
              <a:t>session</a:t>
            </a:r>
            <a:r>
              <a:rPr lang="en-US" sz="2000" dirty="0">
                <a:latin typeface="Times New Roman" panose="02020603050405020304" pitchFamily="18" charset="0"/>
                <a:cs typeface="Times New Roman" panose="02020603050405020304" pitchFamily="18" charset="0"/>
              </a:rPr>
              <a:t> in mobile networks is simply the </a:t>
            </a:r>
            <a:r>
              <a:rPr lang="en-US" sz="2000" b="1" dirty="0">
                <a:latin typeface="Times New Roman" panose="02020603050405020304" pitchFamily="18" charset="0"/>
                <a:cs typeface="Times New Roman" panose="02020603050405020304" pitchFamily="18" charset="0"/>
              </a:rPr>
              <a:t>logical connection</a:t>
            </a:r>
            <a:r>
              <a:rPr lang="en-US" sz="2000" dirty="0">
                <a:latin typeface="Times New Roman" panose="02020603050405020304" pitchFamily="18" charset="0"/>
                <a:cs typeface="Times New Roman" panose="02020603050405020304" pitchFamily="18" charset="0"/>
              </a:rPr>
              <a:t> between a </a:t>
            </a:r>
            <a:r>
              <a:rPr lang="en-US" sz="2000" b="1" dirty="0">
                <a:latin typeface="Times New Roman" panose="02020603050405020304" pitchFamily="18" charset="0"/>
                <a:cs typeface="Times New Roman" panose="02020603050405020304" pitchFamily="18" charset="0"/>
              </a:rPr>
              <a:t>user device (UE)</a:t>
            </a:r>
            <a:r>
              <a:rPr lang="en-US" sz="2000" dirty="0">
                <a:latin typeface="Times New Roman" panose="02020603050405020304" pitchFamily="18" charset="0"/>
                <a:cs typeface="Times New Roman" panose="02020603050405020304" pitchFamily="18" charset="0"/>
              </a:rPr>
              <a:t> and a </a:t>
            </a:r>
            <a:r>
              <a:rPr lang="en-US" sz="2000" b="1" dirty="0">
                <a:latin typeface="Times New Roman" panose="02020603050405020304" pitchFamily="18" charset="0"/>
                <a:cs typeface="Times New Roman" panose="02020603050405020304" pitchFamily="18" charset="0"/>
              </a:rPr>
              <a:t>data network (DN)</a:t>
            </a:r>
            <a:r>
              <a:rPr lang="en-US" sz="2000" dirty="0">
                <a:latin typeface="Times New Roman" panose="02020603050405020304" pitchFamily="18" charset="0"/>
                <a:cs typeface="Times New Roman" panose="02020603050405020304" pitchFamily="18" charset="0"/>
              </a:rPr>
              <a:t> (like the Internet, enterprise cloud, or operator services).</a:t>
            </a:r>
          </a:p>
          <a:p>
            <a:r>
              <a:rPr lang="en-US" sz="2000" dirty="0">
                <a:latin typeface="Times New Roman" panose="02020603050405020304" pitchFamily="18" charset="0"/>
                <a:cs typeface="Times New Roman" panose="02020603050405020304" pitchFamily="18" charset="0"/>
              </a:rPr>
              <a:t>In </a:t>
            </a:r>
            <a:r>
              <a:rPr lang="en-US" sz="2000" b="1" dirty="0">
                <a:latin typeface="Times New Roman" panose="02020603050405020304" pitchFamily="18" charset="0"/>
                <a:cs typeface="Times New Roman" panose="02020603050405020304" pitchFamily="18" charset="0"/>
              </a:rPr>
              <a:t>5G</a:t>
            </a:r>
            <a:r>
              <a:rPr lang="en-US" sz="2000" dirty="0">
                <a:latin typeface="Times New Roman" panose="02020603050405020304" pitchFamily="18" charset="0"/>
                <a:cs typeface="Times New Roman" panose="02020603050405020304" pitchFamily="18" charset="0"/>
              </a:rPr>
              <a:t>, this is called a </a:t>
            </a:r>
            <a:r>
              <a:rPr lang="en-US" sz="2000" b="1" dirty="0">
                <a:latin typeface="Times New Roman" panose="02020603050405020304" pitchFamily="18" charset="0"/>
                <a:cs typeface="Times New Roman" panose="02020603050405020304" pitchFamily="18" charset="0"/>
              </a:rPr>
              <a:t>PDU Session</a:t>
            </a:r>
            <a:r>
              <a:rPr lang="en-US" sz="20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PDU = Protocol Data Unit</a:t>
            </a:r>
            <a:r>
              <a:rPr lang="en-US" sz="2000" dirty="0">
                <a:latin typeface="Times New Roman" panose="02020603050405020304" pitchFamily="18" charset="0"/>
                <a:cs typeface="Times New Roman" panose="02020603050405020304" pitchFamily="18" charset="0"/>
              </a:rPr>
              <a:t>, meaning the type of data the session carries (IP packets, Ethernet frames, or unstructured data).</a:t>
            </a:r>
          </a:p>
        </p:txBody>
      </p:sp>
    </p:spTree>
    <p:extLst>
      <p:ext uri="{BB962C8B-B14F-4D97-AF65-F5344CB8AC3E}">
        <p14:creationId xmlns:p14="http://schemas.microsoft.com/office/powerpoint/2010/main" val="397487698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73C8F535-D123-476B-BC6A-D29B30870304}"/>
              </a:ext>
            </a:extLst>
          </p:cNvPr>
          <p:cNvSpPr>
            <a:spLocks noGrp="1"/>
          </p:cNvSpPr>
          <p:nvPr>
            <p:ph type="sldNum" sz="quarter" idx="12"/>
          </p:nvPr>
        </p:nvSpPr>
        <p:spPr/>
        <p:txBody>
          <a:bodyPr/>
          <a:lstStyle/>
          <a:p>
            <a:fld id="{B6F15528-21DE-4FAA-801E-634DDDAF4B2B}" type="slidenum">
              <a:rPr lang="en-US" smtClean="0"/>
              <a:pPr/>
              <a:t>62</a:t>
            </a:fld>
            <a:endParaRPr lang="en-US"/>
          </a:p>
        </p:txBody>
      </p:sp>
      <p:pic>
        <p:nvPicPr>
          <p:cNvPr id="5" name="Picture 4">
            <a:extLst>
              <a:ext uri="{FF2B5EF4-FFF2-40B4-BE49-F238E27FC236}">
                <a16:creationId xmlns:a16="http://schemas.microsoft.com/office/drawing/2014/main" xmlns="" id="{FBE3C0D2-75A7-4A62-80A7-8E0B6544DBB9}"/>
              </a:ext>
            </a:extLst>
          </p:cNvPr>
          <p:cNvPicPr>
            <a:picLocks noChangeAspect="1"/>
          </p:cNvPicPr>
          <p:nvPr/>
        </p:nvPicPr>
        <p:blipFill>
          <a:blip r:embed="rId2"/>
          <a:stretch>
            <a:fillRect/>
          </a:stretch>
        </p:blipFill>
        <p:spPr>
          <a:xfrm>
            <a:off x="457200" y="136525"/>
            <a:ext cx="7697117" cy="3657600"/>
          </a:xfrm>
          <a:prstGeom prst="rect">
            <a:avLst/>
          </a:prstGeom>
        </p:spPr>
      </p:pic>
      <p:sp>
        <p:nvSpPr>
          <p:cNvPr id="6" name="Rectangle 5">
            <a:extLst>
              <a:ext uri="{FF2B5EF4-FFF2-40B4-BE49-F238E27FC236}">
                <a16:creationId xmlns:a16="http://schemas.microsoft.com/office/drawing/2014/main" xmlns="" id="{08BFC333-9242-4110-8303-97EA7160EA73}"/>
              </a:ext>
            </a:extLst>
          </p:cNvPr>
          <p:cNvSpPr/>
          <p:nvPr/>
        </p:nvSpPr>
        <p:spPr>
          <a:xfrm>
            <a:off x="209550" y="4043819"/>
            <a:ext cx="8724900" cy="2677656"/>
          </a:xfrm>
          <a:prstGeom prst="rect">
            <a:avLst/>
          </a:prstGeom>
          <a:solidFill>
            <a:srgbClr val="CCECFF"/>
          </a:solidFill>
        </p:spPr>
        <p:txBody>
          <a:bodyPr wrap="square">
            <a:spAutoFit/>
          </a:bodyPr>
          <a:lstStyle/>
          <a:p>
            <a:pPr algn="just"/>
            <a:r>
              <a:rPr lang="en-US" sz="2400" b="1" dirty="0">
                <a:solidFill>
                  <a:srgbClr val="FF0000"/>
                </a:solidFill>
                <a:latin typeface="Times New Roman" panose="02020603050405020304" pitchFamily="18" charset="0"/>
                <a:cs typeface="Times New Roman" panose="02020603050405020304" pitchFamily="18" charset="0"/>
              </a:rPr>
              <a:t>User Plane Function (UPF): </a:t>
            </a:r>
            <a:r>
              <a:rPr lang="en-US" sz="2400" dirty="0">
                <a:latin typeface="Times New Roman" panose="02020603050405020304" pitchFamily="18" charset="0"/>
                <a:cs typeface="Times New Roman" panose="02020603050405020304" pitchFamily="18" charset="0"/>
              </a:rPr>
              <a:t>Responsible for creating tunnels between the subscribers and the data network (DN), as per the SMF’s instructions. The UPF has some of functions of the 4G EPC SGW and PGW</a:t>
            </a:r>
          </a:p>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Packet routing &amp; forwarding</a:t>
            </a:r>
          </a:p>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Redirection, Traffic steering.</a:t>
            </a:r>
          </a:p>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QoS handling</a:t>
            </a:r>
          </a:p>
        </p:txBody>
      </p:sp>
    </p:spTree>
    <p:extLst>
      <p:ext uri="{BB962C8B-B14F-4D97-AF65-F5344CB8AC3E}">
        <p14:creationId xmlns:p14="http://schemas.microsoft.com/office/powerpoint/2010/main" val="349510282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B5C93C8E-5FBF-4D2D-BEA8-C07D95F12DDB}"/>
              </a:ext>
            </a:extLst>
          </p:cNvPr>
          <p:cNvSpPr>
            <a:spLocks noGrp="1"/>
          </p:cNvSpPr>
          <p:nvPr>
            <p:ph type="sldNum" sz="quarter" idx="12"/>
          </p:nvPr>
        </p:nvSpPr>
        <p:spPr/>
        <p:txBody>
          <a:bodyPr/>
          <a:lstStyle/>
          <a:p>
            <a:fld id="{B6F15528-21DE-4FAA-801E-634DDDAF4B2B}" type="slidenum">
              <a:rPr lang="en-US" smtClean="0"/>
              <a:pPr/>
              <a:t>63</a:t>
            </a:fld>
            <a:endParaRPr lang="en-US"/>
          </a:p>
        </p:txBody>
      </p:sp>
      <p:pic>
        <p:nvPicPr>
          <p:cNvPr id="5" name="Picture 4">
            <a:extLst>
              <a:ext uri="{FF2B5EF4-FFF2-40B4-BE49-F238E27FC236}">
                <a16:creationId xmlns:a16="http://schemas.microsoft.com/office/drawing/2014/main" xmlns="" id="{DD01EB32-DB01-458C-BE0A-AC0C36EE42ED}"/>
              </a:ext>
            </a:extLst>
          </p:cNvPr>
          <p:cNvPicPr>
            <a:picLocks noChangeAspect="1"/>
          </p:cNvPicPr>
          <p:nvPr/>
        </p:nvPicPr>
        <p:blipFill>
          <a:blip r:embed="rId2"/>
          <a:stretch>
            <a:fillRect/>
          </a:stretch>
        </p:blipFill>
        <p:spPr>
          <a:xfrm>
            <a:off x="0" y="615972"/>
            <a:ext cx="8660229" cy="4115261"/>
          </a:xfrm>
          <a:prstGeom prst="rect">
            <a:avLst/>
          </a:prstGeom>
        </p:spPr>
      </p:pic>
      <p:sp>
        <p:nvSpPr>
          <p:cNvPr id="6" name="Rectangle 5">
            <a:extLst>
              <a:ext uri="{FF2B5EF4-FFF2-40B4-BE49-F238E27FC236}">
                <a16:creationId xmlns:a16="http://schemas.microsoft.com/office/drawing/2014/main" xmlns="" id="{D859655A-4B25-4765-87C5-BEE6C3E69467}"/>
              </a:ext>
            </a:extLst>
          </p:cNvPr>
          <p:cNvSpPr/>
          <p:nvPr/>
        </p:nvSpPr>
        <p:spPr>
          <a:xfrm>
            <a:off x="190500" y="5181600"/>
            <a:ext cx="8763000" cy="1200329"/>
          </a:xfrm>
          <a:prstGeom prst="rect">
            <a:avLst/>
          </a:prstGeom>
          <a:solidFill>
            <a:srgbClr val="CCECFF"/>
          </a:solidFill>
        </p:spPr>
        <p:txBody>
          <a:bodyPr wrap="square">
            <a:spAutoFit/>
          </a:bodyPr>
          <a:lstStyle/>
          <a:p>
            <a:pPr algn="just"/>
            <a:r>
              <a:rPr lang="en-US" sz="2400" b="1" dirty="0">
                <a:solidFill>
                  <a:srgbClr val="FF0000"/>
                </a:solidFill>
                <a:latin typeface="Times New Roman" panose="02020603050405020304" pitchFamily="18" charset="0"/>
                <a:cs typeface="Times New Roman" panose="02020603050405020304" pitchFamily="18" charset="0"/>
              </a:rPr>
              <a:t>Authentication Server Function (AUSF): </a:t>
            </a:r>
          </a:p>
          <a:p>
            <a:pPr algn="just"/>
            <a:r>
              <a:rPr lang="en-US" sz="2400" dirty="0">
                <a:latin typeface="Times New Roman" panose="02020603050405020304" pitchFamily="18" charset="0"/>
                <a:cs typeface="Times New Roman" panose="02020603050405020304" pitchFamily="18" charset="0"/>
              </a:rPr>
              <a:t>Responsible for authenticating subscribers and providing encryption keys to the appropriate entities. It works like HSS of LTE.</a:t>
            </a:r>
          </a:p>
        </p:txBody>
      </p:sp>
    </p:spTree>
    <p:extLst>
      <p:ext uri="{BB962C8B-B14F-4D97-AF65-F5344CB8AC3E}">
        <p14:creationId xmlns:p14="http://schemas.microsoft.com/office/powerpoint/2010/main" val="322021114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FC69354E-74BE-4E42-9BB8-6047BC3C2B8D}"/>
              </a:ext>
            </a:extLst>
          </p:cNvPr>
          <p:cNvSpPr>
            <a:spLocks noGrp="1"/>
          </p:cNvSpPr>
          <p:nvPr>
            <p:ph type="sldNum" sz="quarter" idx="12"/>
          </p:nvPr>
        </p:nvSpPr>
        <p:spPr/>
        <p:txBody>
          <a:bodyPr/>
          <a:lstStyle/>
          <a:p>
            <a:fld id="{B6F15528-21DE-4FAA-801E-634DDDAF4B2B}" type="slidenum">
              <a:rPr lang="en-US" smtClean="0"/>
              <a:pPr/>
              <a:t>64</a:t>
            </a:fld>
            <a:endParaRPr lang="en-US"/>
          </a:p>
        </p:txBody>
      </p:sp>
      <p:sp>
        <p:nvSpPr>
          <p:cNvPr id="5" name="Rectangle 4">
            <a:extLst>
              <a:ext uri="{FF2B5EF4-FFF2-40B4-BE49-F238E27FC236}">
                <a16:creationId xmlns:a16="http://schemas.microsoft.com/office/drawing/2014/main" xmlns="" id="{7BFC71A1-2313-486D-A40F-50F557380EC3}"/>
              </a:ext>
            </a:extLst>
          </p:cNvPr>
          <p:cNvSpPr/>
          <p:nvPr/>
        </p:nvSpPr>
        <p:spPr>
          <a:xfrm>
            <a:off x="228598" y="4648200"/>
            <a:ext cx="8686801" cy="1569660"/>
          </a:xfrm>
          <a:prstGeom prst="rect">
            <a:avLst/>
          </a:prstGeom>
          <a:solidFill>
            <a:srgbClr val="CCECFF"/>
          </a:solidFill>
        </p:spPr>
        <p:txBody>
          <a:bodyPr wrap="square">
            <a:spAutoFit/>
          </a:bodyPr>
          <a:lstStyle/>
          <a:p>
            <a:pPr algn="just"/>
            <a:r>
              <a:rPr lang="en-US" sz="2400" b="1" dirty="0">
                <a:solidFill>
                  <a:srgbClr val="FF0000"/>
                </a:solidFill>
                <a:latin typeface="Times New Roman" panose="02020603050405020304" pitchFamily="18" charset="0"/>
                <a:cs typeface="Times New Roman" panose="02020603050405020304" pitchFamily="18" charset="0"/>
              </a:rPr>
              <a:t>Network Exposure Function (NEF):</a:t>
            </a:r>
          </a:p>
          <a:p>
            <a:pPr algn="just"/>
            <a:r>
              <a:rPr lang="en-US" sz="2400" dirty="0">
                <a:latin typeface="Times New Roman" panose="02020603050405020304" pitchFamily="18" charset="0"/>
                <a:cs typeface="Times New Roman" panose="02020603050405020304" pitchFamily="18" charset="0"/>
              </a:rPr>
              <a:t> It deals with interface between 5G core and non 3GPP network. It can be  thought of as a proxy, or Application Programming Interface  (API) aggregation point, or translator into the 5G Core Network.</a:t>
            </a:r>
          </a:p>
        </p:txBody>
      </p:sp>
      <p:pic>
        <p:nvPicPr>
          <p:cNvPr id="6" name="Picture 5">
            <a:extLst>
              <a:ext uri="{FF2B5EF4-FFF2-40B4-BE49-F238E27FC236}">
                <a16:creationId xmlns:a16="http://schemas.microsoft.com/office/drawing/2014/main" xmlns="" id="{911782EC-540B-4441-B63A-D0E3F86F53AF}"/>
              </a:ext>
            </a:extLst>
          </p:cNvPr>
          <p:cNvPicPr>
            <a:picLocks noChangeAspect="1"/>
          </p:cNvPicPr>
          <p:nvPr/>
        </p:nvPicPr>
        <p:blipFill>
          <a:blip r:embed="rId2"/>
          <a:stretch>
            <a:fillRect/>
          </a:stretch>
        </p:blipFill>
        <p:spPr>
          <a:xfrm>
            <a:off x="356185" y="160878"/>
            <a:ext cx="8431629" cy="4006632"/>
          </a:xfrm>
          <a:prstGeom prst="rect">
            <a:avLst/>
          </a:prstGeom>
        </p:spPr>
      </p:pic>
    </p:spTree>
    <p:extLst>
      <p:ext uri="{BB962C8B-B14F-4D97-AF65-F5344CB8AC3E}">
        <p14:creationId xmlns:p14="http://schemas.microsoft.com/office/powerpoint/2010/main" val="25394156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4525963"/>
          </a:xfrm>
          <a:solidFill>
            <a:schemeClr val="accent3">
              <a:lumMod val="40000"/>
              <a:lumOff val="60000"/>
            </a:schemeClr>
          </a:solidFill>
        </p:spPr>
        <p:txBody>
          <a:bodyPr>
            <a:normAutofit/>
          </a:bodyPr>
          <a:lstStyle/>
          <a:p>
            <a:pPr algn="just"/>
            <a:r>
              <a:rPr lang="en-US" sz="2400" b="1" dirty="0">
                <a:latin typeface="Times New Roman" panose="02020603050405020304" pitchFamily="18" charset="0"/>
                <a:cs typeface="Times New Roman" panose="02020603050405020304" pitchFamily="18" charset="0"/>
              </a:rPr>
              <a:t>What is a Network Slice in 5G?</a:t>
            </a:r>
          </a:p>
          <a:p>
            <a:pPr algn="just"/>
            <a:r>
              <a:rPr lang="en-US" sz="2400" dirty="0">
                <a:latin typeface="Times New Roman" panose="02020603050405020304" pitchFamily="18" charset="0"/>
                <a:cs typeface="Times New Roman" panose="02020603050405020304" pitchFamily="18" charset="0"/>
              </a:rPr>
              <a:t>A </a:t>
            </a:r>
            <a:r>
              <a:rPr lang="en-US" sz="2400" b="1" dirty="0">
                <a:latin typeface="Times New Roman" panose="02020603050405020304" pitchFamily="18" charset="0"/>
                <a:cs typeface="Times New Roman" panose="02020603050405020304" pitchFamily="18" charset="0"/>
              </a:rPr>
              <a:t>network slice</a:t>
            </a:r>
            <a:r>
              <a:rPr lang="en-US" sz="2400" dirty="0">
                <a:latin typeface="Times New Roman" panose="02020603050405020304" pitchFamily="18" charset="0"/>
                <a:cs typeface="Times New Roman" panose="02020603050405020304" pitchFamily="18" charset="0"/>
              </a:rPr>
              <a:t> is a </a:t>
            </a:r>
            <a:r>
              <a:rPr lang="en-US" sz="2400" b="1" dirty="0">
                <a:latin typeface="Times New Roman" panose="02020603050405020304" pitchFamily="18" charset="0"/>
                <a:cs typeface="Times New Roman" panose="02020603050405020304" pitchFamily="18" charset="0"/>
              </a:rPr>
              <a:t>virtual and independent logical network</a:t>
            </a:r>
            <a:r>
              <a:rPr lang="en-US" sz="2400" dirty="0">
                <a:latin typeface="Times New Roman" panose="02020603050405020304" pitchFamily="18" charset="0"/>
                <a:cs typeface="Times New Roman" panose="02020603050405020304" pitchFamily="18" charset="0"/>
              </a:rPr>
              <a:t> built on top of the common </a:t>
            </a:r>
            <a:r>
              <a:rPr lang="en-US" sz="2400" b="1" dirty="0">
                <a:latin typeface="Times New Roman" panose="02020603050405020304" pitchFamily="18" charset="0"/>
                <a:cs typeface="Times New Roman" panose="02020603050405020304" pitchFamily="18" charset="0"/>
              </a:rPr>
              <a:t>physical 5G infrastructure</a:t>
            </a:r>
            <a:r>
              <a:rPr lang="en-US" sz="2400" dirty="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Each slice behaves like a </a:t>
            </a:r>
            <a:r>
              <a:rPr lang="en-US" sz="2400" b="1" dirty="0">
                <a:latin typeface="Times New Roman" panose="02020603050405020304" pitchFamily="18" charset="0"/>
                <a:cs typeface="Times New Roman" panose="02020603050405020304" pitchFamily="18" charset="0"/>
              </a:rPr>
              <a:t>dedicated network</a:t>
            </a:r>
            <a:r>
              <a:rPr lang="en-US" sz="2400" dirty="0">
                <a:latin typeface="Times New Roman" panose="02020603050405020304" pitchFamily="18" charset="0"/>
                <a:cs typeface="Times New Roman" panose="02020603050405020304" pitchFamily="18" charset="0"/>
              </a:rPr>
              <a:t>, even though they all share the same hardware (antennas, base stations, servers, transport links).</a:t>
            </a:r>
          </a:p>
          <a:p>
            <a:pPr algn="just"/>
            <a:r>
              <a:rPr lang="en-US" sz="2400" dirty="0">
                <a:latin typeface="Times New Roman" panose="02020603050405020304" pitchFamily="18" charset="0"/>
                <a:cs typeface="Times New Roman" panose="02020603050405020304" pitchFamily="18" charset="0"/>
              </a:rPr>
              <a:t>Each slice is designed with </a:t>
            </a:r>
            <a:r>
              <a:rPr lang="en-US" sz="2400" b="1" dirty="0">
                <a:latin typeface="Times New Roman" panose="02020603050405020304" pitchFamily="18" charset="0"/>
                <a:cs typeface="Times New Roman" panose="02020603050405020304" pitchFamily="18" charset="0"/>
              </a:rPr>
              <a:t>specific </a:t>
            </a:r>
            <a:r>
              <a:rPr lang="en-US" sz="2400" b="1" dirty="0" err="1">
                <a:latin typeface="Times New Roman" panose="02020603050405020304" pitchFamily="18" charset="0"/>
                <a:cs typeface="Times New Roman" panose="02020603050405020304" pitchFamily="18" charset="0"/>
              </a:rPr>
              <a:t>QoS</a:t>
            </a:r>
            <a:r>
              <a:rPr lang="en-US" sz="2400" b="1" dirty="0">
                <a:latin typeface="Times New Roman" panose="02020603050405020304" pitchFamily="18" charset="0"/>
                <a:cs typeface="Times New Roman" panose="02020603050405020304" pitchFamily="18" charset="0"/>
              </a:rPr>
              <a:t> (Quality of Service), latency, bandwidth, and reliability requirements</a:t>
            </a:r>
            <a:r>
              <a:rPr lang="en-US" sz="2400" dirty="0">
                <a:latin typeface="Times New Roman" panose="02020603050405020304" pitchFamily="18" charset="0"/>
                <a:cs typeface="Times New Roman" panose="02020603050405020304" pitchFamily="18" charset="0"/>
              </a:rPr>
              <a:t> to serve different types of applications.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65</a:t>
            </a:fld>
            <a:endParaRPr lang="en-US"/>
          </a:p>
        </p:txBody>
      </p:sp>
    </p:spTree>
    <p:extLst>
      <p:ext uri="{BB962C8B-B14F-4D97-AF65-F5344CB8AC3E}">
        <p14:creationId xmlns:p14="http://schemas.microsoft.com/office/powerpoint/2010/main" val="236446343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700E7698-AC65-4E16-9017-8A200A3E7B7C}"/>
              </a:ext>
            </a:extLst>
          </p:cNvPr>
          <p:cNvSpPr>
            <a:spLocks noGrp="1"/>
          </p:cNvSpPr>
          <p:nvPr>
            <p:ph type="sldNum" sz="quarter" idx="12"/>
          </p:nvPr>
        </p:nvSpPr>
        <p:spPr/>
        <p:txBody>
          <a:bodyPr/>
          <a:lstStyle/>
          <a:p>
            <a:fld id="{B6F15528-21DE-4FAA-801E-634DDDAF4B2B}" type="slidenum">
              <a:rPr lang="en-US" smtClean="0"/>
              <a:pPr/>
              <a:t>66</a:t>
            </a:fld>
            <a:endParaRPr lang="en-US"/>
          </a:p>
        </p:txBody>
      </p:sp>
      <p:sp>
        <p:nvSpPr>
          <p:cNvPr id="5" name="Rectangle 4">
            <a:extLst>
              <a:ext uri="{FF2B5EF4-FFF2-40B4-BE49-F238E27FC236}">
                <a16:creationId xmlns:a16="http://schemas.microsoft.com/office/drawing/2014/main" xmlns="" id="{88BB1F8B-9E5C-4BD0-93AC-9AC6BA64C30B}"/>
              </a:ext>
            </a:extLst>
          </p:cNvPr>
          <p:cNvSpPr/>
          <p:nvPr/>
        </p:nvSpPr>
        <p:spPr>
          <a:xfrm>
            <a:off x="304800" y="3491924"/>
            <a:ext cx="8534400" cy="2308324"/>
          </a:xfrm>
          <a:prstGeom prst="rect">
            <a:avLst/>
          </a:prstGeom>
          <a:solidFill>
            <a:srgbClr val="CCECFF"/>
          </a:solidFill>
        </p:spPr>
        <p:txBody>
          <a:bodyPr wrap="square">
            <a:spAutoFit/>
          </a:bodyPr>
          <a:lstStyle/>
          <a:p>
            <a:pPr algn="just"/>
            <a:r>
              <a:rPr lang="en-US" sz="2400" b="1" dirty="0">
                <a:solidFill>
                  <a:srgbClr val="FF0000"/>
                </a:solidFill>
                <a:latin typeface="Times New Roman" panose="02020603050405020304" pitchFamily="18" charset="0"/>
                <a:cs typeface="Times New Roman" panose="02020603050405020304" pitchFamily="18" charset="0"/>
              </a:rPr>
              <a:t>NSSF (Network Slicing Selection Function): </a:t>
            </a:r>
          </a:p>
          <a:p>
            <a:pPr algn="just"/>
            <a:r>
              <a:rPr lang="en-US" sz="2400" dirty="0">
                <a:latin typeface="Times New Roman" panose="02020603050405020304" pitchFamily="18" charset="0"/>
                <a:cs typeface="Times New Roman" panose="02020603050405020304" pitchFamily="18" charset="0"/>
              </a:rPr>
              <a:t>In 5G network several virtual and independent logical networks are built on the common physical infrastructure of the network. This seems to be equivalent to the multiplexing several independent logical network, where each of the virtual network service or slice has different application with different QoS. </a:t>
            </a:r>
            <a:r>
              <a:rPr lang="en-US" sz="2400" dirty="0">
                <a:solidFill>
                  <a:srgbClr val="333333"/>
                </a:solidFill>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xmlns="" id="{856EBAA4-9D04-4961-9EC5-A9B30F6E8B87}"/>
              </a:ext>
            </a:extLst>
          </p:cNvPr>
          <p:cNvPicPr>
            <a:picLocks noChangeAspect="1"/>
          </p:cNvPicPr>
          <p:nvPr/>
        </p:nvPicPr>
        <p:blipFill>
          <a:blip r:embed="rId2"/>
          <a:stretch>
            <a:fillRect/>
          </a:stretch>
        </p:blipFill>
        <p:spPr>
          <a:xfrm>
            <a:off x="28280" y="228600"/>
            <a:ext cx="4300250" cy="2043439"/>
          </a:xfrm>
          <a:prstGeom prst="rect">
            <a:avLst/>
          </a:prstGeom>
        </p:spPr>
      </p:pic>
      <p:pic>
        <p:nvPicPr>
          <p:cNvPr id="7" name="Picture 6">
            <a:extLst>
              <a:ext uri="{FF2B5EF4-FFF2-40B4-BE49-F238E27FC236}">
                <a16:creationId xmlns:a16="http://schemas.microsoft.com/office/drawing/2014/main" xmlns="" id="{7B55BE6A-5399-453A-A3CF-7D1F943462B7}"/>
              </a:ext>
            </a:extLst>
          </p:cNvPr>
          <p:cNvPicPr>
            <a:picLocks noChangeAspect="1"/>
          </p:cNvPicPr>
          <p:nvPr/>
        </p:nvPicPr>
        <p:blipFill>
          <a:blip r:embed="rId3"/>
          <a:stretch>
            <a:fillRect/>
          </a:stretch>
        </p:blipFill>
        <p:spPr>
          <a:xfrm>
            <a:off x="4566016" y="-20425"/>
            <a:ext cx="4322546" cy="2926401"/>
          </a:xfrm>
          <a:prstGeom prst="rect">
            <a:avLst/>
          </a:prstGeom>
        </p:spPr>
      </p:pic>
    </p:spTree>
    <p:extLst>
      <p:ext uri="{BB962C8B-B14F-4D97-AF65-F5344CB8AC3E}">
        <p14:creationId xmlns:p14="http://schemas.microsoft.com/office/powerpoint/2010/main" val="256739718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3ACCDADE-5A9E-480F-B999-65100990716B}"/>
              </a:ext>
            </a:extLst>
          </p:cNvPr>
          <p:cNvSpPr>
            <a:spLocks noGrp="1"/>
          </p:cNvSpPr>
          <p:nvPr>
            <p:ph type="sldNum" sz="quarter" idx="12"/>
          </p:nvPr>
        </p:nvSpPr>
        <p:spPr/>
        <p:txBody>
          <a:bodyPr/>
          <a:lstStyle/>
          <a:p>
            <a:fld id="{B6F15528-21DE-4FAA-801E-634DDDAF4B2B}" type="slidenum">
              <a:rPr lang="en-US" smtClean="0"/>
              <a:pPr/>
              <a:t>67</a:t>
            </a:fld>
            <a:endParaRPr lang="en-US"/>
          </a:p>
        </p:txBody>
      </p:sp>
      <p:sp>
        <p:nvSpPr>
          <p:cNvPr id="5" name="Rectangle 4">
            <a:extLst>
              <a:ext uri="{FF2B5EF4-FFF2-40B4-BE49-F238E27FC236}">
                <a16:creationId xmlns:a16="http://schemas.microsoft.com/office/drawing/2014/main" xmlns="" id="{667DB46A-36CD-4244-85B9-8E6BE5D0004A}"/>
              </a:ext>
            </a:extLst>
          </p:cNvPr>
          <p:cNvSpPr/>
          <p:nvPr/>
        </p:nvSpPr>
        <p:spPr>
          <a:xfrm>
            <a:off x="266700" y="197477"/>
            <a:ext cx="8610600" cy="1200329"/>
          </a:xfrm>
          <a:prstGeom prst="rect">
            <a:avLst/>
          </a:prstGeom>
          <a:solidFill>
            <a:srgbClr val="CCECFF"/>
          </a:solid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For example in M2M communication in industry is a slice has the attribute of low latency. Some of the use cases of 5G network slicing are:</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Gaming, 5G surgery, IoT slices etc. </a:t>
            </a:r>
          </a:p>
        </p:txBody>
      </p:sp>
      <p:pic>
        <p:nvPicPr>
          <p:cNvPr id="6" name="Picture 5">
            <a:extLst>
              <a:ext uri="{FF2B5EF4-FFF2-40B4-BE49-F238E27FC236}">
                <a16:creationId xmlns:a16="http://schemas.microsoft.com/office/drawing/2014/main" xmlns="" id="{E1750EF2-2131-443E-BC83-F0A98E8013D8}"/>
              </a:ext>
            </a:extLst>
          </p:cNvPr>
          <p:cNvPicPr>
            <a:picLocks noChangeAspect="1"/>
          </p:cNvPicPr>
          <p:nvPr/>
        </p:nvPicPr>
        <p:blipFill>
          <a:blip r:embed="rId2"/>
          <a:stretch>
            <a:fillRect/>
          </a:stretch>
        </p:blipFill>
        <p:spPr>
          <a:xfrm>
            <a:off x="3429000" y="1625420"/>
            <a:ext cx="4724400" cy="3198460"/>
          </a:xfrm>
          <a:prstGeom prst="rect">
            <a:avLst/>
          </a:prstGeom>
        </p:spPr>
      </p:pic>
      <p:sp>
        <p:nvSpPr>
          <p:cNvPr id="7" name="TextBox 6">
            <a:extLst>
              <a:ext uri="{FF2B5EF4-FFF2-40B4-BE49-F238E27FC236}">
                <a16:creationId xmlns:a16="http://schemas.microsoft.com/office/drawing/2014/main" xmlns="" id="{10C27673-6E52-4F32-90B9-7950569B4180}"/>
              </a:ext>
            </a:extLst>
          </p:cNvPr>
          <p:cNvSpPr txBox="1"/>
          <p:nvPr/>
        </p:nvSpPr>
        <p:spPr>
          <a:xfrm>
            <a:off x="294980" y="5181895"/>
            <a:ext cx="8648700" cy="1200329"/>
          </a:xfrm>
          <a:prstGeom prst="rect">
            <a:avLst/>
          </a:prstGeom>
          <a:solidFill>
            <a:srgbClr val="CCECFF"/>
          </a:solid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Policy Control Function (PCF): Responsible for providing subscription policy rules to AMF and SMF. The PCF has some of the functions of the 4G EPC PCRF.</a:t>
            </a:r>
          </a:p>
        </p:txBody>
      </p:sp>
      <p:sp>
        <p:nvSpPr>
          <p:cNvPr id="2" name="Rectangle 1">
            <a:extLst>
              <a:ext uri="{FF2B5EF4-FFF2-40B4-BE49-F238E27FC236}">
                <a16:creationId xmlns:a16="http://schemas.microsoft.com/office/drawing/2014/main" xmlns="" id="{6EC64D9D-999C-43FD-8DA5-0C1EC97706E5}"/>
              </a:ext>
            </a:extLst>
          </p:cNvPr>
          <p:cNvSpPr/>
          <p:nvPr/>
        </p:nvSpPr>
        <p:spPr>
          <a:xfrm>
            <a:off x="266700" y="2081733"/>
            <a:ext cx="2971800" cy="707886"/>
          </a:xfrm>
          <a:prstGeom prst="rect">
            <a:avLst/>
          </a:prstGeom>
          <a:solidFill>
            <a:srgbClr val="FFCCFF"/>
          </a:solidFill>
        </p:spPr>
        <p:txBody>
          <a:bodyPr wrap="square">
            <a:spAutoFit/>
          </a:bodyPr>
          <a:lstStyle/>
          <a:p>
            <a:r>
              <a:rPr lang="en-US" sz="2000" dirty="0">
                <a:latin typeface="Times New Roman" panose="02020603050405020304" pitchFamily="18" charset="0"/>
                <a:cs typeface="Times New Roman" panose="02020603050405020304" pitchFamily="18" charset="0"/>
              </a:rPr>
              <a:t>Next‐generation radio access network (NG‐RAN)</a:t>
            </a:r>
          </a:p>
        </p:txBody>
      </p:sp>
      <p:sp>
        <p:nvSpPr>
          <p:cNvPr id="3" name="Arrow: Down 2">
            <a:extLst>
              <a:ext uri="{FF2B5EF4-FFF2-40B4-BE49-F238E27FC236}">
                <a16:creationId xmlns:a16="http://schemas.microsoft.com/office/drawing/2014/main" xmlns="" id="{846BDC11-3500-4129-AB09-BEF667DDC66B}"/>
              </a:ext>
            </a:extLst>
          </p:cNvPr>
          <p:cNvSpPr/>
          <p:nvPr/>
        </p:nvSpPr>
        <p:spPr>
          <a:xfrm rot="18491529">
            <a:off x="2836380" y="2402905"/>
            <a:ext cx="143942" cy="205219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589230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1"/>
            <a:ext cx="8229600" cy="5831776"/>
          </a:xfrm>
          <a:solidFill>
            <a:schemeClr val="accent5">
              <a:lumMod val="40000"/>
              <a:lumOff val="60000"/>
            </a:schemeClr>
          </a:solidFill>
        </p:spPr>
        <p:txBody>
          <a:bodyPr>
            <a:normAutofit fontScale="77500" lnSpcReduction="20000"/>
          </a:bodyPr>
          <a:lstStyle/>
          <a:p>
            <a:pPr algn="just"/>
            <a:r>
              <a:rPr lang="en-US" sz="3100" dirty="0">
                <a:latin typeface="Times New Roman" panose="02020603050405020304" pitchFamily="18" charset="0"/>
                <a:cs typeface="Times New Roman" panose="02020603050405020304" pitchFamily="18" charset="0"/>
              </a:rPr>
              <a:t>The PCF is responsible for </a:t>
            </a:r>
            <a:r>
              <a:rPr lang="en-US" sz="3100" b="1" dirty="0">
                <a:latin typeface="Times New Roman" panose="02020603050405020304" pitchFamily="18" charset="0"/>
                <a:cs typeface="Times New Roman" panose="02020603050405020304" pitchFamily="18" charset="0"/>
              </a:rPr>
              <a:t>managing and providing policy rules</a:t>
            </a:r>
            <a:r>
              <a:rPr lang="en-US" sz="3100" dirty="0">
                <a:latin typeface="Times New Roman" panose="02020603050405020304" pitchFamily="18" charset="0"/>
                <a:cs typeface="Times New Roman" panose="02020603050405020304" pitchFamily="18" charset="0"/>
              </a:rPr>
              <a:t> that govern how network resources are allocated and how user sessions are handled in a 5G network</a:t>
            </a:r>
            <a:r>
              <a:rPr lang="en-US" sz="3100" dirty="0" smtClean="0">
                <a:latin typeface="Times New Roman" panose="02020603050405020304" pitchFamily="18" charset="0"/>
                <a:cs typeface="Times New Roman" panose="02020603050405020304" pitchFamily="18" charset="0"/>
              </a:rPr>
              <a:t>.</a:t>
            </a:r>
          </a:p>
          <a:p>
            <a:pPr algn="just"/>
            <a:r>
              <a:rPr lang="en-US" sz="3100" dirty="0" smtClean="0">
                <a:latin typeface="Times New Roman" panose="02020603050405020304" pitchFamily="18" charset="0"/>
                <a:cs typeface="Times New Roman" panose="02020603050405020304" pitchFamily="18" charset="0"/>
              </a:rPr>
              <a:t>Essentially</a:t>
            </a:r>
            <a:r>
              <a:rPr lang="en-US" sz="3100" dirty="0">
                <a:latin typeface="Times New Roman" panose="02020603050405020304" pitchFamily="18" charset="0"/>
                <a:cs typeface="Times New Roman" panose="02020603050405020304" pitchFamily="18" charset="0"/>
              </a:rPr>
              <a:t>, it decides </a:t>
            </a:r>
            <a:r>
              <a:rPr lang="en-US" sz="3100" b="1" dirty="0">
                <a:latin typeface="Times New Roman" panose="02020603050405020304" pitchFamily="18" charset="0"/>
                <a:cs typeface="Times New Roman" panose="02020603050405020304" pitchFamily="18" charset="0"/>
              </a:rPr>
              <a:t>“who can do what, and under what conditions”</a:t>
            </a:r>
            <a:r>
              <a:rPr lang="en-US" sz="3100" dirty="0">
                <a:latin typeface="Times New Roman" panose="02020603050405020304" pitchFamily="18" charset="0"/>
                <a:cs typeface="Times New Roman" panose="02020603050405020304" pitchFamily="18" charset="0"/>
              </a:rPr>
              <a:t> in the </a:t>
            </a:r>
            <a:r>
              <a:rPr lang="en-US" sz="3100" dirty="0" smtClean="0">
                <a:latin typeface="Times New Roman" panose="02020603050405020304" pitchFamily="18" charset="0"/>
                <a:cs typeface="Times New Roman" panose="02020603050405020304" pitchFamily="18" charset="0"/>
              </a:rPr>
              <a:t>network.</a:t>
            </a:r>
          </a:p>
          <a:p>
            <a:pPr marL="0" indent="0" algn="just">
              <a:buNone/>
            </a:pPr>
            <a:r>
              <a:rPr lang="en-US" sz="3100" b="1" dirty="0" smtClean="0">
                <a:latin typeface="Times New Roman" panose="02020603050405020304" pitchFamily="18" charset="0"/>
                <a:cs typeface="Times New Roman" panose="02020603050405020304" pitchFamily="18" charset="0"/>
              </a:rPr>
              <a:t>Functions </a:t>
            </a:r>
            <a:r>
              <a:rPr lang="en-US" sz="3100" b="1" dirty="0">
                <a:latin typeface="Times New Roman" panose="02020603050405020304" pitchFamily="18" charset="0"/>
                <a:cs typeface="Times New Roman" panose="02020603050405020304" pitchFamily="18" charset="0"/>
              </a:rPr>
              <a:t>include:</a:t>
            </a:r>
            <a:endParaRPr lang="en-US" sz="3100" dirty="0">
              <a:latin typeface="Times New Roman" panose="02020603050405020304" pitchFamily="18" charset="0"/>
              <a:cs typeface="Times New Roman" panose="02020603050405020304" pitchFamily="18" charset="0"/>
            </a:endParaRPr>
          </a:p>
          <a:p>
            <a:pPr algn="just"/>
            <a:r>
              <a:rPr lang="en-US" sz="3100" b="1" dirty="0">
                <a:latin typeface="Times New Roman" panose="02020603050405020304" pitchFamily="18" charset="0"/>
                <a:cs typeface="Times New Roman" panose="02020603050405020304" pitchFamily="18" charset="0"/>
              </a:rPr>
              <a:t>Providing subscription-based policies</a:t>
            </a:r>
            <a:r>
              <a:rPr lang="en-US" sz="3100" dirty="0">
                <a:latin typeface="Times New Roman" panose="02020603050405020304" pitchFamily="18" charset="0"/>
                <a:cs typeface="Times New Roman" panose="02020603050405020304" pitchFamily="18" charset="0"/>
              </a:rPr>
              <a:t> to other network functions such as:</a:t>
            </a:r>
          </a:p>
          <a:p>
            <a:pPr lvl="1" algn="just"/>
            <a:r>
              <a:rPr lang="en-US" sz="3100" b="1" dirty="0">
                <a:latin typeface="Times New Roman" panose="02020603050405020304" pitchFamily="18" charset="0"/>
                <a:cs typeface="Times New Roman" panose="02020603050405020304" pitchFamily="18" charset="0"/>
              </a:rPr>
              <a:t>AMF (Access and Mobility Management Function)</a:t>
            </a:r>
            <a:r>
              <a:rPr lang="en-US" sz="3100" dirty="0">
                <a:latin typeface="Times New Roman" panose="02020603050405020304" pitchFamily="18" charset="0"/>
                <a:cs typeface="Times New Roman" panose="02020603050405020304" pitchFamily="18" charset="0"/>
              </a:rPr>
              <a:t> – for mobility and access control.</a:t>
            </a:r>
          </a:p>
          <a:p>
            <a:pPr lvl="1" algn="just"/>
            <a:r>
              <a:rPr lang="en-US" sz="3100" b="1" dirty="0">
                <a:latin typeface="Times New Roman" panose="02020603050405020304" pitchFamily="18" charset="0"/>
                <a:cs typeface="Times New Roman" panose="02020603050405020304" pitchFamily="18" charset="0"/>
              </a:rPr>
              <a:t>SMF (Session Management Function)</a:t>
            </a:r>
            <a:r>
              <a:rPr lang="en-US" sz="3100" dirty="0">
                <a:latin typeface="Times New Roman" panose="02020603050405020304" pitchFamily="18" charset="0"/>
                <a:cs typeface="Times New Roman" panose="02020603050405020304" pitchFamily="18" charset="0"/>
              </a:rPr>
              <a:t> – for session management and </a:t>
            </a:r>
            <a:r>
              <a:rPr lang="en-US" sz="3100" dirty="0" err="1">
                <a:latin typeface="Times New Roman" panose="02020603050405020304" pitchFamily="18" charset="0"/>
                <a:cs typeface="Times New Roman" panose="02020603050405020304" pitchFamily="18" charset="0"/>
              </a:rPr>
              <a:t>QoS</a:t>
            </a:r>
            <a:r>
              <a:rPr lang="en-US" sz="3100" dirty="0">
                <a:latin typeface="Times New Roman" panose="02020603050405020304" pitchFamily="18" charset="0"/>
                <a:cs typeface="Times New Roman" panose="02020603050405020304" pitchFamily="18" charset="0"/>
              </a:rPr>
              <a:t> enforcement.</a:t>
            </a:r>
          </a:p>
          <a:p>
            <a:pPr algn="just"/>
            <a:r>
              <a:rPr lang="en-US" sz="3100" b="1" dirty="0">
                <a:latin typeface="Times New Roman" panose="02020603050405020304" pitchFamily="18" charset="0"/>
                <a:cs typeface="Times New Roman" panose="02020603050405020304" pitchFamily="18" charset="0"/>
              </a:rPr>
              <a:t>Enforcing Quality of Service (</a:t>
            </a:r>
            <a:r>
              <a:rPr lang="en-US" sz="3100" b="1" dirty="0" err="1">
                <a:latin typeface="Times New Roman" panose="02020603050405020304" pitchFamily="18" charset="0"/>
                <a:cs typeface="Times New Roman" panose="02020603050405020304" pitchFamily="18" charset="0"/>
              </a:rPr>
              <a:t>QoS</a:t>
            </a:r>
            <a:r>
              <a:rPr lang="en-US" sz="3100" b="1" dirty="0">
                <a:latin typeface="Times New Roman" panose="02020603050405020304" pitchFamily="18" charset="0"/>
                <a:cs typeface="Times New Roman" panose="02020603050405020304" pitchFamily="18" charset="0"/>
              </a:rPr>
              <a:t>)</a:t>
            </a:r>
            <a:r>
              <a:rPr lang="en-US" sz="3100" dirty="0">
                <a:latin typeface="Times New Roman" panose="02020603050405020304" pitchFamily="18" charset="0"/>
                <a:cs typeface="Times New Roman" panose="02020603050405020304" pitchFamily="18" charset="0"/>
              </a:rPr>
              <a:t> rules for user sessions.</a:t>
            </a:r>
          </a:p>
          <a:p>
            <a:pPr algn="just"/>
            <a:r>
              <a:rPr lang="en-US" sz="3100" b="1" dirty="0">
                <a:latin typeface="Times New Roman" panose="02020603050405020304" pitchFamily="18" charset="0"/>
                <a:cs typeface="Times New Roman" panose="02020603050405020304" pitchFamily="18" charset="0"/>
              </a:rPr>
              <a:t>Charging and usage control</a:t>
            </a:r>
            <a:r>
              <a:rPr lang="en-US" sz="3100" dirty="0">
                <a:latin typeface="Times New Roman" panose="02020603050405020304" pitchFamily="18" charset="0"/>
                <a:cs typeface="Times New Roman" panose="02020603050405020304" pitchFamily="18" charset="0"/>
              </a:rPr>
              <a:t> support.</a:t>
            </a:r>
          </a:p>
          <a:p>
            <a:pPr algn="just"/>
            <a:r>
              <a:rPr lang="en-US" sz="3100" b="1" dirty="0">
                <a:latin typeface="Times New Roman" panose="02020603050405020304" pitchFamily="18" charset="0"/>
                <a:cs typeface="Times New Roman" panose="02020603050405020304" pitchFamily="18" charset="0"/>
              </a:rPr>
              <a:t>Dynamic policy updates</a:t>
            </a:r>
            <a:r>
              <a:rPr lang="en-US" sz="3100" dirty="0">
                <a:latin typeface="Times New Roman" panose="02020603050405020304" pitchFamily="18" charset="0"/>
                <a:cs typeface="Times New Roman" panose="02020603050405020304" pitchFamily="18" charset="0"/>
              </a:rPr>
              <a:t> based on network conditions or user subscriptions.</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68</a:t>
            </a:fld>
            <a:endParaRPr lang="en-US"/>
          </a:p>
        </p:txBody>
      </p:sp>
    </p:spTree>
    <p:extLst>
      <p:ext uri="{BB962C8B-B14F-4D97-AF65-F5344CB8AC3E}">
        <p14:creationId xmlns:p14="http://schemas.microsoft.com/office/powerpoint/2010/main" val="2413249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3380</TotalTime>
  <Words>5004</Words>
  <Application>Microsoft Office PowerPoint</Application>
  <PresentationFormat>On-screen Show (4:3)</PresentationFormat>
  <Paragraphs>492</Paragraphs>
  <Slides>68</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68</vt:i4>
      </vt:variant>
    </vt:vector>
  </HeadingPairs>
  <TitlesOfParts>
    <vt:vector size="76" baseType="lpstr">
      <vt:lpstr>MS PGothic</vt:lpstr>
      <vt:lpstr>Arial</vt:lpstr>
      <vt:lpstr>Calibri</vt:lpstr>
      <vt:lpstr>Cambria Math</vt:lpstr>
      <vt:lpstr>Osaka</vt:lpstr>
      <vt:lpstr>Times New Roman</vt:lpstr>
      <vt:lpstr>Wingdings</vt:lpstr>
      <vt:lpstr>Office Theme</vt:lpstr>
      <vt:lpstr>5G Mobile Network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5G?</vt:lpstr>
      <vt:lpstr>3. EU project METIS</vt:lpstr>
      <vt:lpstr>PowerPoint Presentation</vt:lpstr>
      <vt:lpstr>PowerPoint Presentation</vt:lpstr>
      <vt:lpstr>PowerPoint Presentation</vt:lpstr>
      <vt:lpstr>METIS Technical 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5G Architecture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ASUS</dc:creator>
  <cp:lastModifiedBy>CSEJU</cp:lastModifiedBy>
  <cp:revision>323</cp:revision>
  <dcterms:created xsi:type="dcterms:W3CDTF">2006-08-16T00:00:00Z</dcterms:created>
  <dcterms:modified xsi:type="dcterms:W3CDTF">2025-08-28T06:00:27Z</dcterms:modified>
</cp:coreProperties>
</file>